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 id="2147483683" r:id="rId2"/>
  </p:sldMasterIdLst>
  <p:notesMasterIdLst>
    <p:notesMasterId r:id="rId35"/>
  </p:notesMasterIdLst>
  <p:sldIdLst>
    <p:sldId id="256" r:id="rId3"/>
    <p:sldId id="258" r:id="rId4"/>
    <p:sldId id="376" r:id="rId5"/>
    <p:sldId id="261" r:id="rId6"/>
    <p:sldId id="351" r:id="rId7"/>
    <p:sldId id="321" r:id="rId8"/>
    <p:sldId id="352" r:id="rId9"/>
    <p:sldId id="322" r:id="rId10"/>
    <p:sldId id="362" r:id="rId11"/>
    <p:sldId id="313" r:id="rId12"/>
    <p:sldId id="364" r:id="rId13"/>
    <p:sldId id="365" r:id="rId14"/>
    <p:sldId id="366" r:id="rId15"/>
    <p:sldId id="367" r:id="rId16"/>
    <p:sldId id="368" r:id="rId17"/>
    <p:sldId id="369" r:id="rId18"/>
    <p:sldId id="314" r:id="rId19"/>
    <p:sldId id="325" r:id="rId20"/>
    <p:sldId id="370" r:id="rId21"/>
    <p:sldId id="371" r:id="rId22"/>
    <p:sldId id="372" r:id="rId23"/>
    <p:sldId id="315" r:id="rId24"/>
    <p:sldId id="356" r:id="rId25"/>
    <p:sldId id="373" r:id="rId26"/>
    <p:sldId id="375" r:id="rId27"/>
    <p:sldId id="316" r:id="rId28"/>
    <p:sldId id="357" r:id="rId29"/>
    <p:sldId id="323" r:id="rId30"/>
    <p:sldId id="358" r:id="rId31"/>
    <p:sldId id="324" r:id="rId32"/>
    <p:sldId id="360" r:id="rId33"/>
    <p:sldId id="363" r:id="rId34"/>
  </p:sldIdLst>
  <p:sldSz cx="9144000" cy="5143500" type="screen16x9"/>
  <p:notesSz cx="6858000" cy="9144000"/>
  <p:embeddedFontLst>
    <p:embeddedFont>
      <p:font typeface="Barlow" panose="00000500000000000000" pitchFamily="2" charset="0"/>
      <p:regular r:id="rId36"/>
      <p:bold r:id="rId37"/>
      <p:italic r:id="rId38"/>
      <p:boldItalic r:id="rId39"/>
    </p:embeddedFont>
    <p:embeddedFont>
      <p:font typeface="Consolas" panose="020B0609020204030204" pitchFamily="49"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D36D4D-8CC1-B896-7817-04F80CF8219A}" v="642" dt="2025-05-06T11:27:01.637"/>
    <p1510:client id="{1D220C65-B670-C39A-A177-B73B5FD18EB9}" v="85" dt="2025-05-05T18:52:55.625"/>
    <p1510:client id="{3E97D966-2429-89AC-2B8E-12E4B9E25666}" v="385" dt="2025-05-05T13:42:23.049"/>
    <p1510:client id="{4F6B6A40-DC6C-BFCF-D8A9-D05003FABE1D}" v="3" dt="2025-05-06T13:10:43.930"/>
    <p1510:client id="{5B273B0E-BB7B-AF4B-4A50-7EA8A34F7D91}" v="1" dt="2025-05-04T19:49:25.236"/>
    <p1510:client id="{AF9D77ED-7856-AB3B-63EC-5AEB496F1123}" v="641" dt="2025-05-05T15:14:49.425"/>
    <p1510:client id="{DD90534A-371F-120C-1129-DD73F65DB36E}" v="438" dt="2025-05-05T11:25:36.557"/>
  </p1510:revLst>
</p1510:revInfo>
</file>

<file path=ppt/tableStyles.xml><?xml version="1.0" encoding="utf-8"?>
<a:tblStyleLst xmlns:a="http://schemas.openxmlformats.org/drawingml/2006/main" def="{5FB73104-5CDA-4C40-A74D-A2A51C1A07CD}">
  <a:tblStyle styleId="{5FB73104-5CDA-4C40-A74D-A2A51C1A07C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4.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7.fntdata"/><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1.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microsoft.com/office/2015/10/relationships/revisionInfo" Target="revisionInfo.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3.fntdata"/><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font" Target="fonts/font6.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DF2A2C-F244-4881-B649-D7B9D4EA7604}"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0E7C9B95-964F-4F18-991F-A91845D33FA2}">
      <dgm:prSet phldr="0"/>
      <dgm:spPr/>
      <dgm:t>
        <a:bodyPr/>
        <a:lstStyle/>
        <a:p>
          <a:pPr algn="l" rtl="0"/>
          <a:r>
            <a:rPr lang="en-US" b="1">
              <a:solidFill>
                <a:srgbClr val="000000"/>
              </a:solidFill>
              <a:latin typeface="Calibri"/>
              <a:ea typeface="Calibri"/>
              <a:cs typeface="Calibri"/>
            </a:rPr>
            <a:t>How does air pollution differ across New York City, Boston, and Chicago?</a:t>
          </a:r>
          <a:endParaRPr lang="en-US">
            <a:latin typeface="Arial"/>
          </a:endParaRPr>
        </a:p>
      </dgm:t>
    </dgm:pt>
    <dgm:pt modelId="{32996CC0-DB5B-45A9-982E-90C427B85CF5}" type="parTrans" cxnId="{8E21DBB1-AB9A-404E-95B1-782865F195AB}">
      <dgm:prSet/>
      <dgm:spPr/>
    </dgm:pt>
    <dgm:pt modelId="{87EFCB17-FFB8-447F-B055-C529833E7489}" type="sibTrans" cxnId="{8E21DBB1-AB9A-404E-95B1-782865F195AB}">
      <dgm:prSet/>
      <dgm:spPr/>
      <dgm:t>
        <a:bodyPr/>
        <a:lstStyle/>
        <a:p>
          <a:endParaRPr lang="en-US"/>
        </a:p>
      </dgm:t>
    </dgm:pt>
    <dgm:pt modelId="{C19DDC45-A0C6-4E7C-ABD1-94417D31EF49}">
      <dgm:prSet phldr="0"/>
      <dgm:spPr/>
      <dgm:t>
        <a:bodyPr/>
        <a:lstStyle/>
        <a:p>
          <a:pPr algn="l"/>
          <a:r>
            <a:rPr lang="en-US" b="1">
              <a:solidFill>
                <a:srgbClr val="000000"/>
              </a:solidFill>
              <a:latin typeface="Calibri"/>
              <a:ea typeface="Calibri"/>
              <a:cs typeface="Calibri"/>
            </a:rPr>
            <a:t>Which urban zones experience the highest levels of PM2.5 pollution?</a:t>
          </a:r>
          <a:endParaRPr lang="en-US"/>
        </a:p>
      </dgm:t>
    </dgm:pt>
    <dgm:pt modelId="{0F084B35-9D17-4C85-ACAD-3317C4278DAF}" type="parTrans" cxnId="{CF2A770A-ABE7-4674-942D-D94AB1BB71B6}">
      <dgm:prSet/>
      <dgm:spPr/>
    </dgm:pt>
    <dgm:pt modelId="{2D692BA4-DD7D-4480-B626-3C97BED31CAC}" type="sibTrans" cxnId="{CF2A770A-ABE7-4674-942D-D94AB1BB71B6}">
      <dgm:prSet/>
      <dgm:spPr/>
      <dgm:t>
        <a:bodyPr/>
        <a:lstStyle/>
        <a:p>
          <a:endParaRPr lang="en-US"/>
        </a:p>
      </dgm:t>
    </dgm:pt>
    <dgm:pt modelId="{B78B572E-4ED9-4CEF-B365-F6BB89C01E4F}">
      <dgm:prSet phldr="0"/>
      <dgm:spPr/>
      <dgm:t>
        <a:bodyPr/>
        <a:lstStyle/>
        <a:p>
          <a:pPr algn="l"/>
          <a:r>
            <a:rPr lang="en-US" b="1">
              <a:solidFill>
                <a:srgbClr val="000000"/>
              </a:solidFill>
              <a:latin typeface="Calibri"/>
              <a:ea typeface="Calibri"/>
              <a:cs typeface="Calibri"/>
            </a:rPr>
            <a:t>What weather conditions most significantly influence air quality?</a:t>
          </a:r>
          <a:endParaRPr lang="en-US"/>
        </a:p>
      </dgm:t>
    </dgm:pt>
    <dgm:pt modelId="{64403B4C-2AA6-4549-9343-8B8440512FAD}" type="parTrans" cxnId="{5CF1D26E-3DCC-4EBD-80D2-5F9ACE2031FC}">
      <dgm:prSet/>
      <dgm:spPr/>
    </dgm:pt>
    <dgm:pt modelId="{67A5A60E-D0E3-4A8F-A191-FB275364E973}" type="sibTrans" cxnId="{5CF1D26E-3DCC-4EBD-80D2-5F9ACE2031FC}">
      <dgm:prSet/>
      <dgm:spPr/>
      <dgm:t>
        <a:bodyPr/>
        <a:lstStyle/>
        <a:p>
          <a:endParaRPr lang="en-US"/>
        </a:p>
      </dgm:t>
    </dgm:pt>
    <dgm:pt modelId="{B1F43FA4-E711-4888-B928-0ED12B9204EB}">
      <dgm:prSet phldr="0"/>
      <dgm:spPr/>
      <dgm:t>
        <a:bodyPr/>
        <a:lstStyle/>
        <a:p>
          <a:pPr algn="l"/>
          <a:r>
            <a:rPr lang="en-US" b="1">
              <a:solidFill>
                <a:srgbClr val="000000"/>
              </a:solidFill>
              <a:latin typeface="Calibri"/>
              <a:ea typeface="Calibri"/>
              <a:cs typeface="Calibri"/>
            </a:rPr>
            <a:t>Can spatial techniques like H3 indexing improve the comparability of pollution data across cities?</a:t>
          </a:r>
          <a:endParaRPr lang="en-US"/>
        </a:p>
      </dgm:t>
    </dgm:pt>
    <dgm:pt modelId="{CABE2743-260C-4B37-BAD3-5DEA09E171BC}" type="parTrans" cxnId="{D34E7736-F4DF-44D0-B952-060434A56967}">
      <dgm:prSet/>
      <dgm:spPr/>
    </dgm:pt>
    <dgm:pt modelId="{B44BD255-DB3C-4FBF-9DCD-B59E67077151}" type="sibTrans" cxnId="{D34E7736-F4DF-44D0-B952-060434A56967}">
      <dgm:prSet/>
      <dgm:spPr/>
      <dgm:t>
        <a:bodyPr/>
        <a:lstStyle/>
        <a:p>
          <a:endParaRPr lang="en-US"/>
        </a:p>
      </dgm:t>
    </dgm:pt>
    <dgm:pt modelId="{7BC114E4-B6B9-4B3E-8B54-FBDEF0727C40}" type="pres">
      <dgm:prSet presAssocID="{2BDF2A2C-F244-4881-B649-D7B9D4EA7604}" presName="Name0" presStyleCnt="0">
        <dgm:presLayoutVars>
          <dgm:dir/>
          <dgm:resizeHandles val="exact"/>
        </dgm:presLayoutVars>
      </dgm:prSet>
      <dgm:spPr/>
    </dgm:pt>
    <dgm:pt modelId="{BD5B2D2F-A643-4CFB-96AB-9A6436885424}" type="pres">
      <dgm:prSet presAssocID="{0E7C9B95-964F-4F18-991F-A91845D33FA2}" presName="node" presStyleLbl="node1" presStyleIdx="0" presStyleCnt="4">
        <dgm:presLayoutVars>
          <dgm:bulletEnabled val="1"/>
        </dgm:presLayoutVars>
      </dgm:prSet>
      <dgm:spPr/>
    </dgm:pt>
    <dgm:pt modelId="{6D2EB3E0-1973-4B60-9802-5BE0BB577B7A}" type="pres">
      <dgm:prSet presAssocID="{87EFCB17-FFB8-447F-B055-C529833E7489}" presName="sibTrans" presStyleCnt="0"/>
      <dgm:spPr/>
    </dgm:pt>
    <dgm:pt modelId="{75A20B09-109A-4C5F-AC47-8E1D1A24DF8A}" type="pres">
      <dgm:prSet presAssocID="{C19DDC45-A0C6-4E7C-ABD1-94417D31EF49}" presName="node" presStyleLbl="node1" presStyleIdx="1" presStyleCnt="4">
        <dgm:presLayoutVars>
          <dgm:bulletEnabled val="1"/>
        </dgm:presLayoutVars>
      </dgm:prSet>
      <dgm:spPr/>
    </dgm:pt>
    <dgm:pt modelId="{56C08CEC-E3F0-4ECE-8CB2-666F95DB1E79}" type="pres">
      <dgm:prSet presAssocID="{2D692BA4-DD7D-4480-B626-3C97BED31CAC}" presName="sibTrans" presStyleCnt="0"/>
      <dgm:spPr/>
    </dgm:pt>
    <dgm:pt modelId="{D74AE9D7-0BB4-4A0E-8B1D-E232D767C81C}" type="pres">
      <dgm:prSet presAssocID="{B78B572E-4ED9-4CEF-B365-F6BB89C01E4F}" presName="node" presStyleLbl="node1" presStyleIdx="2" presStyleCnt="4">
        <dgm:presLayoutVars>
          <dgm:bulletEnabled val="1"/>
        </dgm:presLayoutVars>
      </dgm:prSet>
      <dgm:spPr/>
    </dgm:pt>
    <dgm:pt modelId="{6E0ADA8C-D2AA-4050-99A8-577BB8279570}" type="pres">
      <dgm:prSet presAssocID="{67A5A60E-D0E3-4A8F-A191-FB275364E973}" presName="sibTrans" presStyleCnt="0"/>
      <dgm:spPr/>
    </dgm:pt>
    <dgm:pt modelId="{F3C73B13-1B2F-4C6D-9249-D7CAD08C7B0C}" type="pres">
      <dgm:prSet presAssocID="{B1F43FA4-E711-4888-B928-0ED12B9204EB}" presName="node" presStyleLbl="node1" presStyleIdx="3" presStyleCnt="4">
        <dgm:presLayoutVars>
          <dgm:bulletEnabled val="1"/>
        </dgm:presLayoutVars>
      </dgm:prSet>
      <dgm:spPr/>
    </dgm:pt>
  </dgm:ptLst>
  <dgm:cxnLst>
    <dgm:cxn modelId="{014DA701-703B-4186-B98C-947AF90A7F87}" type="presOf" srcId="{C19DDC45-A0C6-4E7C-ABD1-94417D31EF49}" destId="{75A20B09-109A-4C5F-AC47-8E1D1A24DF8A}" srcOrd="0" destOrd="0" presId="urn:microsoft.com/office/officeart/2005/8/layout/hList6"/>
    <dgm:cxn modelId="{CF2A770A-ABE7-4674-942D-D94AB1BB71B6}" srcId="{2BDF2A2C-F244-4881-B649-D7B9D4EA7604}" destId="{C19DDC45-A0C6-4E7C-ABD1-94417D31EF49}" srcOrd="1" destOrd="0" parTransId="{0F084B35-9D17-4C85-ACAD-3317C4278DAF}" sibTransId="{2D692BA4-DD7D-4480-B626-3C97BED31CAC}"/>
    <dgm:cxn modelId="{93EA460E-6DD6-4CBA-ABF2-A645A42C147E}" type="presOf" srcId="{2BDF2A2C-F244-4881-B649-D7B9D4EA7604}" destId="{7BC114E4-B6B9-4B3E-8B54-FBDEF0727C40}" srcOrd="0" destOrd="0" presId="urn:microsoft.com/office/officeart/2005/8/layout/hList6"/>
    <dgm:cxn modelId="{D34E7736-F4DF-44D0-B952-060434A56967}" srcId="{2BDF2A2C-F244-4881-B649-D7B9D4EA7604}" destId="{B1F43FA4-E711-4888-B928-0ED12B9204EB}" srcOrd="3" destOrd="0" parTransId="{CABE2743-260C-4B37-BAD3-5DEA09E171BC}" sibTransId="{B44BD255-DB3C-4FBF-9DCD-B59E67077151}"/>
    <dgm:cxn modelId="{6DE9BB5F-C9F8-4A6C-84B8-7FA500EA7981}" type="presOf" srcId="{B78B572E-4ED9-4CEF-B365-F6BB89C01E4F}" destId="{D74AE9D7-0BB4-4A0E-8B1D-E232D767C81C}" srcOrd="0" destOrd="0" presId="urn:microsoft.com/office/officeart/2005/8/layout/hList6"/>
    <dgm:cxn modelId="{5CF1D26E-3DCC-4EBD-80D2-5F9ACE2031FC}" srcId="{2BDF2A2C-F244-4881-B649-D7B9D4EA7604}" destId="{B78B572E-4ED9-4CEF-B365-F6BB89C01E4F}" srcOrd="2" destOrd="0" parTransId="{64403B4C-2AA6-4549-9343-8B8440512FAD}" sibTransId="{67A5A60E-D0E3-4A8F-A191-FB275364E973}"/>
    <dgm:cxn modelId="{95FA3875-38C7-41E9-BD6A-DEE187B13D28}" type="presOf" srcId="{B1F43FA4-E711-4888-B928-0ED12B9204EB}" destId="{F3C73B13-1B2F-4C6D-9249-D7CAD08C7B0C}" srcOrd="0" destOrd="0" presId="urn:microsoft.com/office/officeart/2005/8/layout/hList6"/>
    <dgm:cxn modelId="{8E21DBB1-AB9A-404E-95B1-782865F195AB}" srcId="{2BDF2A2C-F244-4881-B649-D7B9D4EA7604}" destId="{0E7C9B95-964F-4F18-991F-A91845D33FA2}" srcOrd="0" destOrd="0" parTransId="{32996CC0-DB5B-45A9-982E-90C427B85CF5}" sibTransId="{87EFCB17-FFB8-447F-B055-C529833E7489}"/>
    <dgm:cxn modelId="{8FF342D9-4B20-4CF0-A03E-79E9BD12A5C7}" type="presOf" srcId="{0E7C9B95-964F-4F18-991F-A91845D33FA2}" destId="{BD5B2D2F-A643-4CFB-96AB-9A6436885424}" srcOrd="0" destOrd="0" presId="urn:microsoft.com/office/officeart/2005/8/layout/hList6"/>
    <dgm:cxn modelId="{B136B873-DDD8-45B5-97A8-E803DE5F8991}" type="presParOf" srcId="{7BC114E4-B6B9-4B3E-8B54-FBDEF0727C40}" destId="{BD5B2D2F-A643-4CFB-96AB-9A6436885424}" srcOrd="0" destOrd="0" presId="urn:microsoft.com/office/officeart/2005/8/layout/hList6"/>
    <dgm:cxn modelId="{9EA17C21-512F-4ACC-9998-0377B6346A96}" type="presParOf" srcId="{7BC114E4-B6B9-4B3E-8B54-FBDEF0727C40}" destId="{6D2EB3E0-1973-4B60-9802-5BE0BB577B7A}" srcOrd="1" destOrd="0" presId="urn:microsoft.com/office/officeart/2005/8/layout/hList6"/>
    <dgm:cxn modelId="{B4BAEB55-047A-4B7D-8C3B-91EFCC6D08BD}" type="presParOf" srcId="{7BC114E4-B6B9-4B3E-8B54-FBDEF0727C40}" destId="{75A20B09-109A-4C5F-AC47-8E1D1A24DF8A}" srcOrd="2" destOrd="0" presId="urn:microsoft.com/office/officeart/2005/8/layout/hList6"/>
    <dgm:cxn modelId="{12CD68E5-F1CB-4EDC-9553-3E9E6BF44A63}" type="presParOf" srcId="{7BC114E4-B6B9-4B3E-8B54-FBDEF0727C40}" destId="{56C08CEC-E3F0-4ECE-8CB2-666F95DB1E79}" srcOrd="3" destOrd="0" presId="urn:microsoft.com/office/officeart/2005/8/layout/hList6"/>
    <dgm:cxn modelId="{3DB47067-88E1-450B-9F1E-0487C31CB750}" type="presParOf" srcId="{7BC114E4-B6B9-4B3E-8B54-FBDEF0727C40}" destId="{D74AE9D7-0BB4-4A0E-8B1D-E232D767C81C}" srcOrd="4" destOrd="0" presId="urn:microsoft.com/office/officeart/2005/8/layout/hList6"/>
    <dgm:cxn modelId="{D230EBFF-21B4-4495-B58C-0C98E2BEEB2C}" type="presParOf" srcId="{7BC114E4-B6B9-4B3E-8B54-FBDEF0727C40}" destId="{6E0ADA8C-D2AA-4050-99A8-577BB8279570}" srcOrd="5" destOrd="0" presId="urn:microsoft.com/office/officeart/2005/8/layout/hList6"/>
    <dgm:cxn modelId="{ABFB6C3B-3ED8-43CA-B70C-BECAA92931B8}" type="presParOf" srcId="{7BC114E4-B6B9-4B3E-8B54-FBDEF0727C40}" destId="{F3C73B13-1B2F-4C6D-9249-D7CAD08C7B0C}" srcOrd="6"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717E2A-1C96-4ED5-90DD-4BD9BEE2C97C}"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0867401D-5E10-43E1-98DE-6D26BBE7920B}">
      <dgm:prSet phldrT="[Text]" phldr="0"/>
      <dgm:spPr/>
      <dgm:t>
        <a:bodyPr/>
        <a:lstStyle/>
        <a:p>
          <a:pPr algn="l"/>
          <a:r>
            <a:rPr lang="en-US" b="1">
              <a:solidFill>
                <a:schemeClr val="tx1"/>
              </a:solidFill>
              <a:latin typeface="Calibri"/>
              <a:ea typeface="Calibri"/>
              <a:cs typeface="Calibri"/>
            </a:rPr>
            <a:t>Removing outliers</a:t>
          </a:r>
          <a:r>
            <a:rPr lang="en-US">
              <a:solidFill>
                <a:schemeClr val="tx1"/>
              </a:solidFill>
              <a:latin typeface="Calibri"/>
              <a:ea typeface="Calibri"/>
              <a:cs typeface="Calibri"/>
            </a:rPr>
            <a:t> that fell outside realistic environmental ranges (e.g., PM2.5 &gt; 500).</a:t>
          </a:r>
          <a:endParaRPr lang="en-US">
            <a:solidFill>
              <a:srgbClr val="0F2B1C"/>
            </a:solidFill>
            <a:latin typeface="Calibri"/>
            <a:ea typeface="Calibri"/>
            <a:cs typeface="Calibri"/>
          </a:endParaRPr>
        </a:p>
      </dgm:t>
    </dgm:pt>
    <dgm:pt modelId="{06045B6B-3C4F-468D-9512-D5696D49669D}" type="parTrans" cxnId="{C9666BE7-227B-4AF6-A55B-B95F079B9415}">
      <dgm:prSet/>
      <dgm:spPr/>
      <dgm:t>
        <a:bodyPr/>
        <a:lstStyle/>
        <a:p>
          <a:endParaRPr lang="en-US"/>
        </a:p>
      </dgm:t>
    </dgm:pt>
    <dgm:pt modelId="{2BEA6409-7101-4F2E-83B5-8611CF73AF9F}" type="sibTrans" cxnId="{C9666BE7-227B-4AF6-A55B-B95F079B9415}">
      <dgm:prSet/>
      <dgm:spPr/>
      <dgm:t>
        <a:bodyPr/>
        <a:lstStyle/>
        <a:p>
          <a:endParaRPr lang="en-US"/>
        </a:p>
      </dgm:t>
    </dgm:pt>
    <dgm:pt modelId="{1EC91C38-7FAB-483F-88CE-AF3001ABC890}">
      <dgm:prSet phldrT="[Text]" phldr="0"/>
      <dgm:spPr/>
      <dgm:t>
        <a:bodyPr/>
        <a:lstStyle/>
        <a:p>
          <a:pPr algn="l"/>
          <a:r>
            <a:rPr lang="en-US" b="1">
              <a:solidFill>
                <a:schemeClr val="tx1"/>
              </a:solidFill>
              <a:latin typeface="Calibri"/>
              <a:ea typeface="Calibri"/>
              <a:cs typeface="Calibri"/>
            </a:rPr>
            <a:t>Imputing missing values</a:t>
          </a:r>
          <a:r>
            <a:rPr lang="en-US">
              <a:solidFill>
                <a:schemeClr val="tx1"/>
              </a:solidFill>
              <a:latin typeface="Calibri"/>
              <a:ea typeface="Calibri"/>
              <a:cs typeface="Calibri"/>
            </a:rPr>
            <a:t> using forward-fill and mean methods to avoid data loss.</a:t>
          </a:r>
          <a:endParaRPr lang="en-US">
            <a:solidFill>
              <a:srgbClr val="0F2B1C"/>
            </a:solidFill>
            <a:latin typeface="Calibri"/>
            <a:ea typeface="Calibri"/>
            <a:cs typeface="Calibri"/>
          </a:endParaRPr>
        </a:p>
      </dgm:t>
    </dgm:pt>
    <dgm:pt modelId="{3B66384C-F175-4F98-87CC-7CE0B4A62CA1}" type="parTrans" cxnId="{8B54A35A-8621-40E4-B328-6EAD7C2D0722}">
      <dgm:prSet/>
      <dgm:spPr/>
      <dgm:t>
        <a:bodyPr/>
        <a:lstStyle/>
        <a:p>
          <a:endParaRPr lang="en-US"/>
        </a:p>
      </dgm:t>
    </dgm:pt>
    <dgm:pt modelId="{3423A650-D499-42D1-8C49-697185EA08E4}" type="sibTrans" cxnId="{8B54A35A-8621-40E4-B328-6EAD7C2D0722}">
      <dgm:prSet/>
      <dgm:spPr/>
      <dgm:t>
        <a:bodyPr/>
        <a:lstStyle/>
        <a:p>
          <a:endParaRPr lang="en-US"/>
        </a:p>
      </dgm:t>
    </dgm:pt>
    <dgm:pt modelId="{F1EC4AE0-0E33-4998-87F6-84B9D020927B}">
      <dgm:prSet phldrT="[Text]" phldr="0"/>
      <dgm:spPr/>
      <dgm:t>
        <a:bodyPr/>
        <a:lstStyle/>
        <a:p>
          <a:pPr algn="l"/>
          <a:r>
            <a:rPr lang="en-US" b="1">
              <a:solidFill>
                <a:schemeClr val="tx1"/>
              </a:solidFill>
              <a:latin typeface="Calibri"/>
              <a:ea typeface="Calibri"/>
              <a:cs typeface="Calibri"/>
            </a:rPr>
            <a:t>Filtering invalid sensor records</a:t>
          </a:r>
          <a:r>
            <a:rPr lang="en-US">
              <a:solidFill>
                <a:schemeClr val="tx1"/>
              </a:solidFill>
              <a:latin typeface="Calibri"/>
              <a:ea typeface="Calibri"/>
              <a:cs typeface="Calibri"/>
            </a:rPr>
            <a:t> (e.g., battery errors, empty readings).</a:t>
          </a:r>
          <a:endParaRPr lang="en-US"/>
        </a:p>
      </dgm:t>
    </dgm:pt>
    <dgm:pt modelId="{B3B6141D-86D7-435E-81A5-4FD1F4F7699F}" type="parTrans" cxnId="{0C794474-F9BD-429C-9C0E-359A7C8DE622}">
      <dgm:prSet/>
      <dgm:spPr/>
      <dgm:t>
        <a:bodyPr/>
        <a:lstStyle/>
        <a:p>
          <a:endParaRPr lang="en-US"/>
        </a:p>
      </dgm:t>
    </dgm:pt>
    <dgm:pt modelId="{9F16A4CB-7011-4CC5-9BBE-3D166BF533D4}" type="sibTrans" cxnId="{0C794474-F9BD-429C-9C0E-359A7C8DE622}">
      <dgm:prSet/>
      <dgm:spPr/>
      <dgm:t>
        <a:bodyPr/>
        <a:lstStyle/>
        <a:p>
          <a:endParaRPr lang="en-US"/>
        </a:p>
      </dgm:t>
    </dgm:pt>
    <dgm:pt modelId="{F6B2A4B8-516F-4D04-A67B-E9FB7B720387}" type="pres">
      <dgm:prSet presAssocID="{79717E2A-1C96-4ED5-90DD-4BD9BEE2C97C}" presName="Name0" presStyleCnt="0">
        <dgm:presLayoutVars>
          <dgm:dir/>
          <dgm:resizeHandles val="exact"/>
        </dgm:presLayoutVars>
      </dgm:prSet>
      <dgm:spPr/>
    </dgm:pt>
    <dgm:pt modelId="{0FB55385-AFB7-4879-9E6F-A1BD53C86037}" type="pres">
      <dgm:prSet presAssocID="{0867401D-5E10-43E1-98DE-6D26BBE7920B}" presName="node" presStyleLbl="node1" presStyleIdx="0" presStyleCnt="3">
        <dgm:presLayoutVars>
          <dgm:bulletEnabled val="1"/>
        </dgm:presLayoutVars>
      </dgm:prSet>
      <dgm:spPr/>
    </dgm:pt>
    <dgm:pt modelId="{29F4E210-07E0-4AA1-A113-1B7EDF826FB0}" type="pres">
      <dgm:prSet presAssocID="{2BEA6409-7101-4F2E-83B5-8611CF73AF9F}" presName="sibTrans" presStyleCnt="0"/>
      <dgm:spPr/>
    </dgm:pt>
    <dgm:pt modelId="{CD5065B6-1EF0-46D1-AD5C-BA43803A642F}" type="pres">
      <dgm:prSet presAssocID="{1EC91C38-7FAB-483F-88CE-AF3001ABC890}" presName="node" presStyleLbl="node1" presStyleIdx="1" presStyleCnt="3">
        <dgm:presLayoutVars>
          <dgm:bulletEnabled val="1"/>
        </dgm:presLayoutVars>
      </dgm:prSet>
      <dgm:spPr/>
    </dgm:pt>
    <dgm:pt modelId="{8D56BADC-A627-4584-83F1-E54B7A86689F}" type="pres">
      <dgm:prSet presAssocID="{3423A650-D499-42D1-8C49-697185EA08E4}" presName="sibTrans" presStyleCnt="0"/>
      <dgm:spPr/>
    </dgm:pt>
    <dgm:pt modelId="{9A0295E9-BDE8-47A3-A174-C97502CA90D7}" type="pres">
      <dgm:prSet presAssocID="{F1EC4AE0-0E33-4998-87F6-84B9D020927B}" presName="node" presStyleLbl="node1" presStyleIdx="2" presStyleCnt="3">
        <dgm:presLayoutVars>
          <dgm:bulletEnabled val="1"/>
        </dgm:presLayoutVars>
      </dgm:prSet>
      <dgm:spPr/>
    </dgm:pt>
  </dgm:ptLst>
  <dgm:cxnLst>
    <dgm:cxn modelId="{2BB1EB26-7B21-4128-A437-DD74A65E3FEA}" type="presOf" srcId="{1EC91C38-7FAB-483F-88CE-AF3001ABC890}" destId="{CD5065B6-1EF0-46D1-AD5C-BA43803A642F}" srcOrd="0" destOrd="0" presId="urn:microsoft.com/office/officeart/2005/8/layout/hList6"/>
    <dgm:cxn modelId="{0C794474-F9BD-429C-9C0E-359A7C8DE622}" srcId="{79717E2A-1C96-4ED5-90DD-4BD9BEE2C97C}" destId="{F1EC4AE0-0E33-4998-87F6-84B9D020927B}" srcOrd="2" destOrd="0" parTransId="{B3B6141D-86D7-435E-81A5-4FD1F4F7699F}" sibTransId="{9F16A4CB-7011-4CC5-9BBE-3D166BF533D4}"/>
    <dgm:cxn modelId="{8B54A35A-8621-40E4-B328-6EAD7C2D0722}" srcId="{79717E2A-1C96-4ED5-90DD-4BD9BEE2C97C}" destId="{1EC91C38-7FAB-483F-88CE-AF3001ABC890}" srcOrd="1" destOrd="0" parTransId="{3B66384C-F175-4F98-87CC-7CE0B4A62CA1}" sibTransId="{3423A650-D499-42D1-8C49-697185EA08E4}"/>
    <dgm:cxn modelId="{20B2BE9E-1DCA-4FA2-8968-EB4B6EAC620A}" type="presOf" srcId="{F1EC4AE0-0E33-4998-87F6-84B9D020927B}" destId="{9A0295E9-BDE8-47A3-A174-C97502CA90D7}" srcOrd="0" destOrd="0" presId="urn:microsoft.com/office/officeart/2005/8/layout/hList6"/>
    <dgm:cxn modelId="{7BDFCFD9-EC2D-4B3D-8A3F-BAD20394406B}" type="presOf" srcId="{0867401D-5E10-43E1-98DE-6D26BBE7920B}" destId="{0FB55385-AFB7-4879-9E6F-A1BD53C86037}" srcOrd="0" destOrd="0" presId="urn:microsoft.com/office/officeart/2005/8/layout/hList6"/>
    <dgm:cxn modelId="{9C885DE1-6930-4938-88F8-E92D1A359194}" type="presOf" srcId="{79717E2A-1C96-4ED5-90DD-4BD9BEE2C97C}" destId="{F6B2A4B8-516F-4D04-A67B-E9FB7B720387}" srcOrd="0" destOrd="0" presId="urn:microsoft.com/office/officeart/2005/8/layout/hList6"/>
    <dgm:cxn modelId="{C9666BE7-227B-4AF6-A55B-B95F079B9415}" srcId="{79717E2A-1C96-4ED5-90DD-4BD9BEE2C97C}" destId="{0867401D-5E10-43E1-98DE-6D26BBE7920B}" srcOrd="0" destOrd="0" parTransId="{06045B6B-3C4F-468D-9512-D5696D49669D}" sibTransId="{2BEA6409-7101-4F2E-83B5-8611CF73AF9F}"/>
    <dgm:cxn modelId="{FAA38F31-C8C6-488B-9F83-78024CC2538A}" type="presParOf" srcId="{F6B2A4B8-516F-4D04-A67B-E9FB7B720387}" destId="{0FB55385-AFB7-4879-9E6F-A1BD53C86037}" srcOrd="0" destOrd="0" presId="urn:microsoft.com/office/officeart/2005/8/layout/hList6"/>
    <dgm:cxn modelId="{C9C1DA57-F782-4D50-9F89-03CA5458D3D3}" type="presParOf" srcId="{F6B2A4B8-516F-4D04-A67B-E9FB7B720387}" destId="{29F4E210-07E0-4AA1-A113-1B7EDF826FB0}" srcOrd="1" destOrd="0" presId="urn:microsoft.com/office/officeart/2005/8/layout/hList6"/>
    <dgm:cxn modelId="{7CEC863D-B753-46E7-B220-C526831938A0}" type="presParOf" srcId="{F6B2A4B8-516F-4D04-A67B-E9FB7B720387}" destId="{CD5065B6-1EF0-46D1-AD5C-BA43803A642F}" srcOrd="2" destOrd="0" presId="urn:microsoft.com/office/officeart/2005/8/layout/hList6"/>
    <dgm:cxn modelId="{63990AF8-BD60-43DD-81A7-198B446383C6}" type="presParOf" srcId="{F6B2A4B8-516F-4D04-A67B-E9FB7B720387}" destId="{8D56BADC-A627-4584-83F1-E54B7A86689F}" srcOrd="3" destOrd="0" presId="urn:microsoft.com/office/officeart/2005/8/layout/hList6"/>
    <dgm:cxn modelId="{DCC043D5-218F-4B08-AF27-BDDDD87F1B43}" type="presParOf" srcId="{F6B2A4B8-516F-4D04-A67B-E9FB7B720387}" destId="{9A0295E9-BDE8-47A3-A174-C97502CA90D7}"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2F039DC-058C-42DC-8446-C34DD44E9E4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811D29B-E123-4710-8718-7F3A171583D1}">
      <dgm:prSet phldr="0"/>
      <dgm:spPr/>
      <dgm:t>
        <a:bodyPr/>
        <a:lstStyle/>
        <a:p>
          <a:pPr algn="l" rtl="0"/>
          <a:r>
            <a:rPr lang="en-US" b="0">
              <a:solidFill>
                <a:schemeClr val="bg2">
                  <a:lumMod val="10000"/>
                </a:schemeClr>
              </a:solidFill>
              <a:latin typeface="Consolas"/>
              <a:ea typeface="Calibri"/>
              <a:cs typeface="Calibri"/>
            </a:rPr>
            <a:t>Problem — Sensors Are Everywhere. We collected pollution data from different cities.</a:t>
          </a:r>
          <a:br>
            <a:rPr lang="en-US" b="0">
              <a:solidFill>
                <a:schemeClr val="bg2">
                  <a:lumMod val="10000"/>
                </a:schemeClr>
              </a:solidFill>
              <a:latin typeface="Consolas"/>
              <a:ea typeface="Calibri"/>
              <a:cs typeface="Calibri"/>
            </a:rPr>
          </a:br>
          <a:r>
            <a:rPr lang="en-US" b="0">
              <a:solidFill>
                <a:schemeClr val="bg2">
                  <a:lumMod val="10000"/>
                </a:schemeClr>
              </a:solidFill>
              <a:latin typeface="Consolas"/>
              <a:ea typeface="Calibri"/>
              <a:cs typeface="Calibri"/>
            </a:rPr>
            <a:t> But sensors</a:t>
          </a:r>
          <a:endParaRPr lang="en-US" b="0">
            <a:solidFill>
              <a:schemeClr val="bg2">
                <a:lumMod val="10000"/>
              </a:schemeClr>
            </a:solidFill>
            <a:latin typeface="Consolas"/>
            <a:ea typeface="Calibri"/>
            <a:cs typeface="Arial"/>
          </a:endParaRPr>
        </a:p>
      </dgm:t>
    </dgm:pt>
    <dgm:pt modelId="{6A227E26-3FB9-4B23-A298-577D1DC78915}" type="parTrans" cxnId="{C8683947-93E3-4A1D-9124-F88DAA2F64EE}">
      <dgm:prSet/>
      <dgm:spPr/>
    </dgm:pt>
    <dgm:pt modelId="{3735403C-EB0F-4961-B4BF-AB7807BC3658}" type="sibTrans" cxnId="{C8683947-93E3-4A1D-9124-F88DAA2F64EE}">
      <dgm:prSet/>
      <dgm:spPr/>
    </dgm:pt>
    <dgm:pt modelId="{5000A00A-1D85-417D-B89F-F389CB318E21}">
      <dgm:prSet phldr="0"/>
      <dgm:spPr/>
      <dgm:t>
        <a:bodyPr/>
        <a:lstStyle/>
        <a:p>
          <a:pPr algn="l" rtl="0"/>
          <a:r>
            <a:rPr lang="en-US" b="0">
              <a:solidFill>
                <a:schemeClr val="bg2">
                  <a:lumMod val="10000"/>
                </a:schemeClr>
              </a:solidFill>
              <a:latin typeface="Consolas"/>
              <a:ea typeface="Calibri"/>
              <a:cs typeface="Calibri"/>
            </a:rPr>
            <a:t>We used a tool called H3 to divide each city into equal-sized hexagons. Each hexagon covers around 0.1 km². We selected H3 resolution 9, which generates hexagonal cells of approximately 0.1 km². This size was ideal for urban-scale analysis</a:t>
          </a:r>
          <a:endParaRPr lang="en-US" b="0">
            <a:solidFill>
              <a:schemeClr val="bg2">
                <a:lumMod val="10000"/>
              </a:schemeClr>
            </a:solidFill>
            <a:latin typeface="Consolas"/>
            <a:ea typeface="Calibri"/>
            <a:cs typeface="Arial"/>
          </a:endParaRPr>
        </a:p>
      </dgm:t>
    </dgm:pt>
    <dgm:pt modelId="{0307F030-F076-4386-8563-F2CACE101C92}" type="parTrans" cxnId="{641D47BE-CB74-4637-8E96-3D907EADA0D5}">
      <dgm:prSet/>
      <dgm:spPr/>
    </dgm:pt>
    <dgm:pt modelId="{540DB3EA-D485-4699-9BA9-FF9E5A951017}" type="sibTrans" cxnId="{641D47BE-CB74-4637-8E96-3D907EADA0D5}">
      <dgm:prSet/>
      <dgm:spPr/>
    </dgm:pt>
    <dgm:pt modelId="{9FDB9989-AA08-4939-B70C-672ED602576F}">
      <dgm:prSet phldr="0"/>
      <dgm:spPr/>
      <dgm:t>
        <a:bodyPr/>
        <a:lstStyle/>
        <a:p>
          <a:pPr algn="l" rtl="0"/>
          <a:r>
            <a:rPr lang="en-US" b="0">
              <a:solidFill>
                <a:schemeClr val="bg2">
                  <a:lumMod val="10000"/>
                </a:schemeClr>
              </a:solidFill>
              <a:latin typeface="Consolas"/>
              <a:ea typeface="Calibri"/>
              <a:cs typeface="Calibri"/>
            </a:rPr>
            <a:t>Every reading (with latitude &amp; longitude) is converted into a hexagon ID using H3.Now we know which hexagon each pollution value belongs to.</a:t>
          </a:r>
          <a:endParaRPr lang="en-US" b="0">
            <a:solidFill>
              <a:schemeClr val="bg2">
                <a:lumMod val="10000"/>
              </a:schemeClr>
            </a:solidFill>
            <a:latin typeface="Consolas"/>
            <a:ea typeface="Calibri"/>
            <a:cs typeface="Arial"/>
          </a:endParaRPr>
        </a:p>
      </dgm:t>
    </dgm:pt>
    <dgm:pt modelId="{2C0A4572-71A8-4224-A58A-74A7DCF6DF7B}" type="parTrans" cxnId="{88881FEE-E9E7-4226-88FD-58967D695078}">
      <dgm:prSet/>
      <dgm:spPr/>
    </dgm:pt>
    <dgm:pt modelId="{AA724DA3-9CD1-4FF7-B3B5-F8365351D9A6}" type="sibTrans" cxnId="{88881FEE-E9E7-4226-88FD-58967D695078}">
      <dgm:prSet/>
      <dgm:spPr/>
    </dgm:pt>
    <dgm:pt modelId="{36D2486E-459C-4ED7-84AF-D12AC8EC64E2}" type="pres">
      <dgm:prSet presAssocID="{12F039DC-058C-42DC-8446-C34DD44E9E46}" presName="linear" presStyleCnt="0">
        <dgm:presLayoutVars>
          <dgm:animLvl val="lvl"/>
          <dgm:resizeHandles val="exact"/>
        </dgm:presLayoutVars>
      </dgm:prSet>
      <dgm:spPr/>
    </dgm:pt>
    <dgm:pt modelId="{359F5A07-FE4F-4FEC-AFBB-BA07F2AAC0E0}" type="pres">
      <dgm:prSet presAssocID="{A811D29B-E123-4710-8718-7F3A171583D1}" presName="parentText" presStyleLbl="node1" presStyleIdx="0" presStyleCnt="3">
        <dgm:presLayoutVars>
          <dgm:chMax val="0"/>
          <dgm:bulletEnabled val="1"/>
        </dgm:presLayoutVars>
      </dgm:prSet>
      <dgm:spPr/>
    </dgm:pt>
    <dgm:pt modelId="{FB80E51A-0B89-4AD4-A10B-AF89C57F4D04}" type="pres">
      <dgm:prSet presAssocID="{3735403C-EB0F-4961-B4BF-AB7807BC3658}" presName="spacer" presStyleCnt="0"/>
      <dgm:spPr/>
    </dgm:pt>
    <dgm:pt modelId="{4C34A78B-2B54-41F6-A1A4-501D1D40EC48}" type="pres">
      <dgm:prSet presAssocID="{5000A00A-1D85-417D-B89F-F389CB318E21}" presName="parentText" presStyleLbl="node1" presStyleIdx="1" presStyleCnt="3">
        <dgm:presLayoutVars>
          <dgm:chMax val="0"/>
          <dgm:bulletEnabled val="1"/>
        </dgm:presLayoutVars>
      </dgm:prSet>
      <dgm:spPr/>
    </dgm:pt>
    <dgm:pt modelId="{97E134FC-700C-4A27-AEC3-2FC805D314EB}" type="pres">
      <dgm:prSet presAssocID="{540DB3EA-D485-4699-9BA9-FF9E5A951017}" presName="spacer" presStyleCnt="0"/>
      <dgm:spPr/>
    </dgm:pt>
    <dgm:pt modelId="{F7F012B7-3B55-4DA3-B14D-34DF2C5FDF09}" type="pres">
      <dgm:prSet presAssocID="{9FDB9989-AA08-4939-B70C-672ED602576F}" presName="parentText" presStyleLbl="node1" presStyleIdx="2" presStyleCnt="3">
        <dgm:presLayoutVars>
          <dgm:chMax val="0"/>
          <dgm:bulletEnabled val="1"/>
        </dgm:presLayoutVars>
      </dgm:prSet>
      <dgm:spPr/>
    </dgm:pt>
  </dgm:ptLst>
  <dgm:cxnLst>
    <dgm:cxn modelId="{C8683947-93E3-4A1D-9124-F88DAA2F64EE}" srcId="{12F039DC-058C-42DC-8446-C34DD44E9E46}" destId="{A811D29B-E123-4710-8718-7F3A171583D1}" srcOrd="0" destOrd="0" parTransId="{6A227E26-3FB9-4B23-A298-577D1DC78915}" sibTransId="{3735403C-EB0F-4961-B4BF-AB7807BC3658}"/>
    <dgm:cxn modelId="{5AD9746A-62B7-4016-B16A-2614D460395E}" type="presOf" srcId="{5000A00A-1D85-417D-B89F-F389CB318E21}" destId="{4C34A78B-2B54-41F6-A1A4-501D1D40EC48}" srcOrd="0" destOrd="0" presId="urn:microsoft.com/office/officeart/2005/8/layout/vList2"/>
    <dgm:cxn modelId="{74442F6F-4721-4A11-8843-D42F6AC131F4}" type="presOf" srcId="{A811D29B-E123-4710-8718-7F3A171583D1}" destId="{359F5A07-FE4F-4FEC-AFBB-BA07F2AAC0E0}" srcOrd="0" destOrd="0" presId="urn:microsoft.com/office/officeart/2005/8/layout/vList2"/>
    <dgm:cxn modelId="{641D47BE-CB74-4637-8E96-3D907EADA0D5}" srcId="{12F039DC-058C-42DC-8446-C34DD44E9E46}" destId="{5000A00A-1D85-417D-B89F-F389CB318E21}" srcOrd="1" destOrd="0" parTransId="{0307F030-F076-4386-8563-F2CACE101C92}" sibTransId="{540DB3EA-D485-4699-9BA9-FF9E5A951017}"/>
    <dgm:cxn modelId="{2B5F15E3-24FC-44D3-ADC5-D02AD44CE5AE}" type="presOf" srcId="{9FDB9989-AA08-4939-B70C-672ED602576F}" destId="{F7F012B7-3B55-4DA3-B14D-34DF2C5FDF09}" srcOrd="0" destOrd="0" presId="urn:microsoft.com/office/officeart/2005/8/layout/vList2"/>
    <dgm:cxn modelId="{B98458E7-5E84-43DB-8ACF-5717F86CC141}" type="presOf" srcId="{12F039DC-058C-42DC-8446-C34DD44E9E46}" destId="{36D2486E-459C-4ED7-84AF-D12AC8EC64E2}" srcOrd="0" destOrd="0" presId="urn:microsoft.com/office/officeart/2005/8/layout/vList2"/>
    <dgm:cxn modelId="{88881FEE-E9E7-4226-88FD-58967D695078}" srcId="{12F039DC-058C-42DC-8446-C34DD44E9E46}" destId="{9FDB9989-AA08-4939-B70C-672ED602576F}" srcOrd="2" destOrd="0" parTransId="{2C0A4572-71A8-4224-A58A-74A7DCF6DF7B}" sibTransId="{AA724DA3-9CD1-4FF7-B3B5-F8365351D9A6}"/>
    <dgm:cxn modelId="{89DE1056-B40F-47D6-B1A2-F0A5B72E690C}" type="presParOf" srcId="{36D2486E-459C-4ED7-84AF-D12AC8EC64E2}" destId="{359F5A07-FE4F-4FEC-AFBB-BA07F2AAC0E0}" srcOrd="0" destOrd="0" presId="urn:microsoft.com/office/officeart/2005/8/layout/vList2"/>
    <dgm:cxn modelId="{CBF26C48-7AEE-47EB-B5B1-61DB8E7AF62A}" type="presParOf" srcId="{36D2486E-459C-4ED7-84AF-D12AC8EC64E2}" destId="{FB80E51A-0B89-4AD4-A10B-AF89C57F4D04}" srcOrd="1" destOrd="0" presId="urn:microsoft.com/office/officeart/2005/8/layout/vList2"/>
    <dgm:cxn modelId="{D05675BD-22A6-4CDB-9A73-E85D0DD88914}" type="presParOf" srcId="{36D2486E-459C-4ED7-84AF-D12AC8EC64E2}" destId="{4C34A78B-2B54-41F6-A1A4-501D1D40EC48}" srcOrd="2" destOrd="0" presId="urn:microsoft.com/office/officeart/2005/8/layout/vList2"/>
    <dgm:cxn modelId="{54F74CD8-9C29-410F-A46E-ACF7D9694E58}" type="presParOf" srcId="{36D2486E-459C-4ED7-84AF-D12AC8EC64E2}" destId="{97E134FC-700C-4A27-AEC3-2FC805D314EB}" srcOrd="3" destOrd="0" presId="urn:microsoft.com/office/officeart/2005/8/layout/vList2"/>
    <dgm:cxn modelId="{CD2DBC34-7397-445B-8763-E59AF7B2DD6B}" type="presParOf" srcId="{36D2486E-459C-4ED7-84AF-D12AC8EC64E2}" destId="{F7F012B7-3B55-4DA3-B14D-34DF2C5FDF0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AA63AC2-FC65-428A-BFC2-9251DE1C6EB8}"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E166DA4B-CBED-4D21-8D7A-706C050FAF26}">
      <dgm:prSet phldrT="[Text]" phldr="0"/>
      <dgm:spPr/>
      <dgm:t>
        <a:bodyPr/>
        <a:lstStyle/>
        <a:p>
          <a:pPr algn="l"/>
          <a:r>
            <a:rPr lang="en-US" b="1">
              <a:solidFill>
                <a:schemeClr val="tx1"/>
              </a:solidFill>
              <a:latin typeface="Consolas"/>
              <a:ea typeface="Calibri"/>
              <a:cs typeface="Calibri"/>
            </a:rPr>
            <a:t>Balanced</a:t>
          </a:r>
          <a:r>
            <a:rPr lang="en-US">
              <a:solidFill>
                <a:schemeClr val="tx1"/>
              </a:solidFill>
              <a:latin typeface="Consolas"/>
              <a:ea typeface="Calibri"/>
              <a:cs typeface="Calibri"/>
            </a:rPr>
            <a:t>: features are normalized and consistent in scale</a:t>
          </a:r>
          <a:endParaRPr lang="en-US">
            <a:latin typeface="Consolas"/>
          </a:endParaRPr>
        </a:p>
      </dgm:t>
    </dgm:pt>
    <dgm:pt modelId="{9A23074D-3204-4F79-BE31-349F5CD346EC}" type="parTrans" cxnId="{E565F71D-DE46-48F1-95E1-671EF3E198E5}">
      <dgm:prSet/>
      <dgm:spPr/>
      <dgm:t>
        <a:bodyPr/>
        <a:lstStyle/>
        <a:p>
          <a:endParaRPr lang="en-US"/>
        </a:p>
      </dgm:t>
    </dgm:pt>
    <dgm:pt modelId="{495F626C-CF5D-4850-90ED-9635C3E8BD19}" type="sibTrans" cxnId="{E565F71D-DE46-48F1-95E1-671EF3E198E5}">
      <dgm:prSet/>
      <dgm:spPr/>
      <dgm:t>
        <a:bodyPr/>
        <a:lstStyle/>
        <a:p>
          <a:endParaRPr lang="en-US"/>
        </a:p>
      </dgm:t>
    </dgm:pt>
    <dgm:pt modelId="{2EB88C05-3A67-41F1-B624-821660A84F6B}">
      <dgm:prSet phldr="0"/>
      <dgm:spPr/>
      <dgm:t>
        <a:bodyPr/>
        <a:lstStyle/>
        <a:p>
          <a:pPr algn="l" rtl="0"/>
          <a:r>
            <a:rPr lang="en-US" b="1">
              <a:solidFill>
                <a:schemeClr val="tx1"/>
              </a:solidFill>
              <a:latin typeface="Consolas"/>
              <a:ea typeface="Calibri"/>
              <a:cs typeface="Calibri"/>
            </a:rPr>
            <a:t>Clean:                                        </a:t>
          </a:r>
          <a:r>
            <a:rPr lang="en-US">
              <a:solidFill>
                <a:schemeClr val="tx1"/>
              </a:solidFill>
              <a:latin typeface="Consolas"/>
              <a:ea typeface="Calibri"/>
              <a:cs typeface="Calibri"/>
            </a:rPr>
            <a:t>no missing or noisy values</a:t>
          </a:r>
          <a:endParaRPr lang="en-US" b="1">
            <a:solidFill>
              <a:srgbClr val="0F2B1C"/>
            </a:solidFill>
            <a:latin typeface="Consolas"/>
            <a:ea typeface="Calibri"/>
            <a:cs typeface="Calibri"/>
          </a:endParaRPr>
        </a:p>
      </dgm:t>
    </dgm:pt>
    <dgm:pt modelId="{6BC8EB16-55C1-424D-B9FB-2B7AB958EA7B}" type="parTrans" cxnId="{1B36F688-0148-4C3C-AD0F-365CC044FC12}">
      <dgm:prSet/>
      <dgm:spPr/>
    </dgm:pt>
    <dgm:pt modelId="{16A1E96A-1025-49D9-B47D-26A2FD86FCD8}" type="sibTrans" cxnId="{1B36F688-0148-4C3C-AD0F-365CC044FC12}">
      <dgm:prSet/>
      <dgm:spPr/>
    </dgm:pt>
    <dgm:pt modelId="{17031634-6478-4098-A8F3-AAA500787C56}">
      <dgm:prSet phldr="0"/>
      <dgm:spPr/>
      <dgm:t>
        <a:bodyPr/>
        <a:lstStyle/>
        <a:p>
          <a:pPr algn="l"/>
          <a:r>
            <a:rPr lang="en-US" b="1">
              <a:solidFill>
                <a:schemeClr val="tx1"/>
              </a:solidFill>
              <a:latin typeface="Consolas"/>
              <a:ea typeface="Calibri"/>
              <a:cs typeface="Calibri"/>
            </a:rPr>
            <a:t>Structured</a:t>
          </a:r>
          <a:r>
            <a:rPr lang="en-US">
              <a:solidFill>
                <a:schemeClr val="tx1"/>
              </a:solidFill>
              <a:latin typeface="Consolas"/>
              <a:ea typeface="Calibri"/>
              <a:cs typeface="Calibri"/>
            </a:rPr>
            <a:t>: every cell is meaningful and organized</a:t>
          </a:r>
          <a:endParaRPr lang="en-US">
            <a:solidFill>
              <a:srgbClr val="0F2B1C"/>
            </a:solidFill>
            <a:latin typeface="Consolas"/>
            <a:ea typeface="Calibri"/>
            <a:cs typeface="Calibri"/>
          </a:endParaRPr>
        </a:p>
      </dgm:t>
    </dgm:pt>
    <dgm:pt modelId="{70B9FBE6-D672-4EEA-B4AB-52D67E0473C0}" type="parTrans" cxnId="{3994224A-E823-4EEC-8964-17352845A50F}">
      <dgm:prSet/>
      <dgm:spPr/>
    </dgm:pt>
    <dgm:pt modelId="{218E3C8E-D52F-4480-85AC-107A1492C4D6}" type="sibTrans" cxnId="{3994224A-E823-4EEC-8964-17352845A50F}">
      <dgm:prSet/>
      <dgm:spPr/>
    </dgm:pt>
    <dgm:pt modelId="{724B85D3-4A65-4860-ADB0-45F4877862A2}">
      <dgm:prSet phldr="0"/>
      <dgm:spPr/>
      <dgm:t>
        <a:bodyPr/>
        <a:lstStyle/>
        <a:p>
          <a:pPr algn="l"/>
          <a:r>
            <a:rPr lang="en-US" b="1">
              <a:solidFill>
                <a:schemeClr val="tx1"/>
              </a:solidFill>
              <a:latin typeface="Consolas"/>
              <a:ea typeface="Calibri"/>
              <a:cs typeface="Calibri"/>
            </a:rPr>
            <a:t>Aggregated</a:t>
          </a:r>
          <a:r>
            <a:rPr lang="en-US">
              <a:solidFill>
                <a:schemeClr val="tx1"/>
              </a:solidFill>
              <a:latin typeface="Consolas"/>
              <a:ea typeface="Calibri"/>
              <a:cs typeface="Calibri"/>
            </a:rPr>
            <a:t>: summarizes raw sensor data into useful insights</a:t>
          </a:r>
          <a:endParaRPr lang="en-US">
            <a:solidFill>
              <a:srgbClr val="0F2B1C"/>
            </a:solidFill>
            <a:latin typeface="Consolas"/>
            <a:ea typeface="Calibri"/>
            <a:cs typeface="Calibri"/>
          </a:endParaRPr>
        </a:p>
      </dgm:t>
    </dgm:pt>
    <dgm:pt modelId="{7DC66D21-FDE8-40D6-B3E7-7B6A3F75CB83}" type="parTrans" cxnId="{15F2E3FC-29A5-4FEB-A3FE-F17E3A8C3CD1}">
      <dgm:prSet/>
      <dgm:spPr/>
    </dgm:pt>
    <dgm:pt modelId="{87709DD4-93D9-43D8-9E48-02F9E1413C1D}" type="sibTrans" cxnId="{15F2E3FC-29A5-4FEB-A3FE-F17E3A8C3CD1}">
      <dgm:prSet/>
      <dgm:spPr/>
    </dgm:pt>
    <dgm:pt modelId="{BC81E921-1455-4117-9A5D-2509A836F443}" type="pres">
      <dgm:prSet presAssocID="{2AA63AC2-FC65-428A-BFC2-9251DE1C6EB8}" presName="diagram" presStyleCnt="0">
        <dgm:presLayoutVars>
          <dgm:dir/>
          <dgm:resizeHandles val="exact"/>
        </dgm:presLayoutVars>
      </dgm:prSet>
      <dgm:spPr/>
    </dgm:pt>
    <dgm:pt modelId="{7F6A0D8C-5384-4E2A-ABDA-B065D85E9440}" type="pres">
      <dgm:prSet presAssocID="{2EB88C05-3A67-41F1-B624-821660A84F6B}" presName="node" presStyleLbl="node1" presStyleIdx="0" presStyleCnt="4">
        <dgm:presLayoutVars>
          <dgm:bulletEnabled val="1"/>
        </dgm:presLayoutVars>
      </dgm:prSet>
      <dgm:spPr/>
    </dgm:pt>
    <dgm:pt modelId="{42364E6E-21E5-4AC8-9822-704DD03C7B5A}" type="pres">
      <dgm:prSet presAssocID="{16A1E96A-1025-49D9-B47D-26A2FD86FCD8}" presName="sibTrans" presStyleCnt="0"/>
      <dgm:spPr/>
    </dgm:pt>
    <dgm:pt modelId="{EBF49FDD-CF2D-4E43-984F-8D87DBFAEF25}" type="pres">
      <dgm:prSet presAssocID="{17031634-6478-4098-A8F3-AAA500787C56}" presName="node" presStyleLbl="node1" presStyleIdx="1" presStyleCnt="4">
        <dgm:presLayoutVars>
          <dgm:bulletEnabled val="1"/>
        </dgm:presLayoutVars>
      </dgm:prSet>
      <dgm:spPr/>
    </dgm:pt>
    <dgm:pt modelId="{852916EA-A395-457A-A275-B01251229B0B}" type="pres">
      <dgm:prSet presAssocID="{218E3C8E-D52F-4480-85AC-107A1492C4D6}" presName="sibTrans" presStyleCnt="0"/>
      <dgm:spPr/>
    </dgm:pt>
    <dgm:pt modelId="{BF3F9A7A-713B-4234-B960-EE94392AD63B}" type="pres">
      <dgm:prSet presAssocID="{724B85D3-4A65-4860-ADB0-45F4877862A2}" presName="node" presStyleLbl="node1" presStyleIdx="2" presStyleCnt="4">
        <dgm:presLayoutVars>
          <dgm:bulletEnabled val="1"/>
        </dgm:presLayoutVars>
      </dgm:prSet>
      <dgm:spPr/>
    </dgm:pt>
    <dgm:pt modelId="{492A9218-92A4-4813-BC97-5FA2FF32549E}" type="pres">
      <dgm:prSet presAssocID="{87709DD4-93D9-43D8-9E48-02F9E1413C1D}" presName="sibTrans" presStyleCnt="0"/>
      <dgm:spPr/>
    </dgm:pt>
    <dgm:pt modelId="{6035B9F6-668D-43CA-8A3B-C413C80885E8}" type="pres">
      <dgm:prSet presAssocID="{E166DA4B-CBED-4D21-8D7A-706C050FAF26}" presName="node" presStyleLbl="node1" presStyleIdx="3" presStyleCnt="4">
        <dgm:presLayoutVars>
          <dgm:bulletEnabled val="1"/>
        </dgm:presLayoutVars>
      </dgm:prSet>
      <dgm:spPr/>
    </dgm:pt>
  </dgm:ptLst>
  <dgm:cxnLst>
    <dgm:cxn modelId="{E565F71D-DE46-48F1-95E1-671EF3E198E5}" srcId="{2AA63AC2-FC65-428A-BFC2-9251DE1C6EB8}" destId="{E166DA4B-CBED-4D21-8D7A-706C050FAF26}" srcOrd="3" destOrd="0" parTransId="{9A23074D-3204-4F79-BE31-349F5CD346EC}" sibTransId="{495F626C-CF5D-4850-90ED-9635C3E8BD19}"/>
    <dgm:cxn modelId="{1E30F136-56AC-407A-A6AE-2C87B58BB9CA}" type="presOf" srcId="{724B85D3-4A65-4860-ADB0-45F4877862A2}" destId="{BF3F9A7A-713B-4234-B960-EE94392AD63B}" srcOrd="0" destOrd="0" presId="urn:microsoft.com/office/officeart/2005/8/layout/default"/>
    <dgm:cxn modelId="{3994224A-E823-4EEC-8964-17352845A50F}" srcId="{2AA63AC2-FC65-428A-BFC2-9251DE1C6EB8}" destId="{17031634-6478-4098-A8F3-AAA500787C56}" srcOrd="1" destOrd="0" parTransId="{70B9FBE6-D672-4EEA-B4AB-52D67E0473C0}" sibTransId="{218E3C8E-D52F-4480-85AC-107A1492C4D6}"/>
    <dgm:cxn modelId="{54AE8077-1AA4-4681-BFAC-80A8B8681414}" type="presOf" srcId="{17031634-6478-4098-A8F3-AAA500787C56}" destId="{EBF49FDD-CF2D-4E43-984F-8D87DBFAEF25}" srcOrd="0" destOrd="0" presId="urn:microsoft.com/office/officeart/2005/8/layout/default"/>
    <dgm:cxn modelId="{1B36F688-0148-4C3C-AD0F-365CC044FC12}" srcId="{2AA63AC2-FC65-428A-BFC2-9251DE1C6EB8}" destId="{2EB88C05-3A67-41F1-B624-821660A84F6B}" srcOrd="0" destOrd="0" parTransId="{6BC8EB16-55C1-424D-B9FB-2B7AB958EA7B}" sibTransId="{16A1E96A-1025-49D9-B47D-26A2FD86FCD8}"/>
    <dgm:cxn modelId="{3E3BF094-FEB3-4C0D-AD8E-F2318521A77E}" type="presOf" srcId="{E166DA4B-CBED-4D21-8D7A-706C050FAF26}" destId="{6035B9F6-668D-43CA-8A3B-C413C80885E8}" srcOrd="0" destOrd="0" presId="urn:microsoft.com/office/officeart/2005/8/layout/default"/>
    <dgm:cxn modelId="{8AD6AB97-82CD-40C3-8C1A-7C90D9773189}" type="presOf" srcId="{2EB88C05-3A67-41F1-B624-821660A84F6B}" destId="{7F6A0D8C-5384-4E2A-ABDA-B065D85E9440}" srcOrd="0" destOrd="0" presId="urn:microsoft.com/office/officeart/2005/8/layout/default"/>
    <dgm:cxn modelId="{1DD254ED-2F53-4EB9-A17B-42394BBF3F52}" type="presOf" srcId="{2AA63AC2-FC65-428A-BFC2-9251DE1C6EB8}" destId="{BC81E921-1455-4117-9A5D-2509A836F443}" srcOrd="0" destOrd="0" presId="urn:microsoft.com/office/officeart/2005/8/layout/default"/>
    <dgm:cxn modelId="{15F2E3FC-29A5-4FEB-A3FE-F17E3A8C3CD1}" srcId="{2AA63AC2-FC65-428A-BFC2-9251DE1C6EB8}" destId="{724B85D3-4A65-4860-ADB0-45F4877862A2}" srcOrd="2" destOrd="0" parTransId="{7DC66D21-FDE8-40D6-B3E7-7B6A3F75CB83}" sibTransId="{87709DD4-93D9-43D8-9E48-02F9E1413C1D}"/>
    <dgm:cxn modelId="{13883CEE-03A8-412D-B330-82C379A62115}" type="presParOf" srcId="{BC81E921-1455-4117-9A5D-2509A836F443}" destId="{7F6A0D8C-5384-4E2A-ABDA-B065D85E9440}" srcOrd="0" destOrd="0" presId="urn:microsoft.com/office/officeart/2005/8/layout/default"/>
    <dgm:cxn modelId="{41044E24-45B7-4E24-8955-8E29EE365834}" type="presParOf" srcId="{BC81E921-1455-4117-9A5D-2509A836F443}" destId="{42364E6E-21E5-4AC8-9822-704DD03C7B5A}" srcOrd="1" destOrd="0" presId="urn:microsoft.com/office/officeart/2005/8/layout/default"/>
    <dgm:cxn modelId="{A7697DCE-DB97-4D85-85F3-D42A076F65A6}" type="presParOf" srcId="{BC81E921-1455-4117-9A5D-2509A836F443}" destId="{EBF49FDD-CF2D-4E43-984F-8D87DBFAEF25}" srcOrd="2" destOrd="0" presId="urn:microsoft.com/office/officeart/2005/8/layout/default"/>
    <dgm:cxn modelId="{EF72603D-1981-49B3-8A2A-B5B3CE7FD99F}" type="presParOf" srcId="{BC81E921-1455-4117-9A5D-2509A836F443}" destId="{852916EA-A395-457A-A275-B01251229B0B}" srcOrd="3" destOrd="0" presId="urn:microsoft.com/office/officeart/2005/8/layout/default"/>
    <dgm:cxn modelId="{A43EF532-16A7-43BB-97D0-521C39D9FE27}" type="presParOf" srcId="{BC81E921-1455-4117-9A5D-2509A836F443}" destId="{BF3F9A7A-713B-4234-B960-EE94392AD63B}" srcOrd="4" destOrd="0" presId="urn:microsoft.com/office/officeart/2005/8/layout/default"/>
    <dgm:cxn modelId="{704D6350-0E66-4951-83A7-F1BC73464A43}" type="presParOf" srcId="{BC81E921-1455-4117-9A5D-2509A836F443}" destId="{492A9218-92A4-4813-BC97-5FA2FF32549E}" srcOrd="5" destOrd="0" presId="urn:microsoft.com/office/officeart/2005/8/layout/default"/>
    <dgm:cxn modelId="{D6860EE6-0674-4A5A-A72C-C8631F50BB51}" type="presParOf" srcId="{BC81E921-1455-4117-9A5D-2509A836F443}" destId="{6035B9F6-668D-43CA-8A3B-C413C80885E8}"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FB7DA42-680E-41C1-A441-76032951F065}" type="doc">
      <dgm:prSet loTypeId="urn:microsoft.com/office/officeart/2005/8/layout/arrow2" loCatId="process" qsTypeId="urn:microsoft.com/office/officeart/2005/8/quickstyle/simple1" qsCatId="simple" csTypeId="urn:microsoft.com/office/officeart/2005/8/colors/accent1_2" csCatId="accent1" phldr="1"/>
      <dgm:spPr/>
    </dgm:pt>
    <dgm:pt modelId="{239CEA96-72F9-4750-8D84-A64F7B7DC81B}">
      <dgm:prSet phldr="0"/>
      <dgm:spPr/>
      <dgm:t>
        <a:bodyPr/>
        <a:lstStyle/>
        <a:p>
          <a:pPr algn="l" rtl="0"/>
          <a:r>
            <a:rPr lang="en-US" b="1">
              <a:solidFill>
                <a:srgbClr val="000000"/>
              </a:solidFill>
              <a:latin typeface="Arial"/>
            </a:rPr>
            <a:t>Input Data Sources</a:t>
          </a:r>
          <a:endParaRPr lang="en-US">
            <a:solidFill>
              <a:srgbClr val="444444"/>
            </a:solidFill>
            <a:latin typeface="Arial"/>
          </a:endParaRPr>
        </a:p>
      </dgm:t>
    </dgm:pt>
    <dgm:pt modelId="{F5DC36B9-40FB-4CB8-872A-A1D94A819B61}" type="parTrans" cxnId="{544453E7-7254-4371-8E10-32684D9E5E27}">
      <dgm:prSet/>
      <dgm:spPr/>
    </dgm:pt>
    <dgm:pt modelId="{7CBBE81B-B756-43AA-852A-6F813DF1596E}" type="sibTrans" cxnId="{544453E7-7254-4371-8E10-32684D9E5E27}">
      <dgm:prSet/>
      <dgm:spPr/>
      <dgm:t>
        <a:bodyPr/>
        <a:lstStyle/>
        <a:p>
          <a:endParaRPr lang="en-US"/>
        </a:p>
      </dgm:t>
    </dgm:pt>
    <dgm:pt modelId="{D07825B7-5262-46F2-AFE4-B67D152648C7}">
      <dgm:prSet phldr="0"/>
      <dgm:spPr/>
      <dgm:t>
        <a:bodyPr/>
        <a:lstStyle/>
        <a:p>
          <a:pPr algn="l" rtl="0"/>
          <a:r>
            <a:rPr lang="en-US" b="1">
              <a:solidFill>
                <a:srgbClr val="000000"/>
              </a:solidFill>
              <a:latin typeface="Arial"/>
            </a:rPr>
            <a:t>Data Collection &amp; Preprocessing</a:t>
          </a:r>
          <a:endParaRPr lang="en-US">
            <a:solidFill>
              <a:srgbClr val="444444"/>
            </a:solidFill>
            <a:latin typeface="Arial"/>
          </a:endParaRPr>
        </a:p>
      </dgm:t>
    </dgm:pt>
    <dgm:pt modelId="{43386472-33F1-41BC-A88E-8958E152D1C8}" type="parTrans" cxnId="{7F34DE1A-D2C3-4D30-B5A0-041A6812F06B}">
      <dgm:prSet/>
      <dgm:spPr/>
    </dgm:pt>
    <dgm:pt modelId="{AC5914A6-5D9F-469D-ADB1-26D858D275BE}" type="sibTrans" cxnId="{7F34DE1A-D2C3-4D30-B5A0-041A6812F06B}">
      <dgm:prSet/>
      <dgm:spPr/>
      <dgm:t>
        <a:bodyPr/>
        <a:lstStyle/>
        <a:p>
          <a:endParaRPr lang="en-US"/>
        </a:p>
      </dgm:t>
    </dgm:pt>
    <dgm:pt modelId="{0405D849-B559-494F-A9E3-5890CBABC325}">
      <dgm:prSet phldr="0"/>
      <dgm:spPr/>
      <dgm:t>
        <a:bodyPr/>
        <a:lstStyle/>
        <a:p>
          <a:pPr rtl="0"/>
          <a:r>
            <a:rPr lang="en-US" b="1">
              <a:solidFill>
                <a:srgbClr val="000000"/>
              </a:solidFill>
              <a:latin typeface="Arial"/>
            </a:rPr>
            <a:t>Spatial Aggregation (H3 Indexing)</a:t>
          </a:r>
          <a:endParaRPr lang="en-US">
            <a:solidFill>
              <a:srgbClr val="000000"/>
            </a:solidFill>
            <a:latin typeface="Arial"/>
          </a:endParaRPr>
        </a:p>
      </dgm:t>
    </dgm:pt>
    <dgm:pt modelId="{34B04C24-FF59-4FDF-BC39-87037190E9EA}" type="parTrans" cxnId="{3310B437-4717-4943-B2B1-57CE465A53A0}">
      <dgm:prSet/>
      <dgm:spPr/>
    </dgm:pt>
    <dgm:pt modelId="{84D4C225-893D-4B43-BEC0-86F1E902C693}" type="sibTrans" cxnId="{3310B437-4717-4943-B2B1-57CE465A53A0}">
      <dgm:prSet/>
      <dgm:spPr/>
      <dgm:t>
        <a:bodyPr/>
        <a:lstStyle/>
        <a:p>
          <a:endParaRPr lang="en-US"/>
        </a:p>
      </dgm:t>
    </dgm:pt>
    <dgm:pt modelId="{6CB0AAA0-47E7-4AA5-BB5C-9D955F871C6F}">
      <dgm:prSet phldr="0"/>
      <dgm:spPr/>
      <dgm:t>
        <a:bodyPr/>
        <a:lstStyle/>
        <a:p>
          <a:pPr algn="l" rtl="0"/>
          <a:r>
            <a:rPr lang="en-US" b="1">
              <a:solidFill>
                <a:srgbClr val="000000"/>
              </a:solidFill>
              <a:latin typeface="Arial"/>
            </a:rPr>
            <a:t>Spatial Analysis &amp; Clustering</a:t>
          </a:r>
          <a:endParaRPr lang="en-US">
            <a:solidFill>
              <a:srgbClr val="444444"/>
            </a:solidFill>
            <a:latin typeface="Arial"/>
          </a:endParaRPr>
        </a:p>
      </dgm:t>
    </dgm:pt>
    <dgm:pt modelId="{2F6AFE11-ECE1-4AA4-9185-1C1478FA874A}" type="parTrans" cxnId="{47EE22D7-1FF0-48D3-93F1-708991895830}">
      <dgm:prSet/>
      <dgm:spPr/>
    </dgm:pt>
    <dgm:pt modelId="{846D9DEB-6671-4659-8D14-24D7BE8F29F2}" type="sibTrans" cxnId="{47EE22D7-1FF0-48D3-93F1-708991895830}">
      <dgm:prSet/>
      <dgm:spPr/>
      <dgm:t>
        <a:bodyPr/>
        <a:lstStyle/>
        <a:p>
          <a:endParaRPr lang="en-US"/>
        </a:p>
      </dgm:t>
    </dgm:pt>
    <dgm:pt modelId="{75A1E185-B748-4F86-8C00-9A377FB783C9}">
      <dgm:prSet phldr="0"/>
      <dgm:spPr/>
      <dgm:t>
        <a:bodyPr/>
        <a:lstStyle/>
        <a:p>
          <a:pPr algn="l" rtl="0"/>
          <a:r>
            <a:rPr lang="en-US" b="1">
              <a:solidFill>
                <a:srgbClr val="000000"/>
              </a:solidFill>
              <a:latin typeface="Arial"/>
            </a:rPr>
            <a:t>Predictive Modeling</a:t>
          </a:r>
          <a:endParaRPr lang="en-US">
            <a:solidFill>
              <a:srgbClr val="444444"/>
            </a:solidFill>
            <a:latin typeface="Arial"/>
          </a:endParaRPr>
        </a:p>
      </dgm:t>
    </dgm:pt>
    <dgm:pt modelId="{8DD866BB-E945-4D05-8CD7-F797D1F4E9F9}" type="parTrans" cxnId="{24EA8762-58A8-47D9-BBC1-4AF816E78CAE}">
      <dgm:prSet/>
      <dgm:spPr/>
    </dgm:pt>
    <dgm:pt modelId="{A2D01F65-C665-4F7D-ABD7-6BA13B70956B}" type="sibTrans" cxnId="{24EA8762-58A8-47D9-BBC1-4AF816E78CAE}">
      <dgm:prSet/>
      <dgm:spPr/>
      <dgm:t>
        <a:bodyPr/>
        <a:lstStyle/>
        <a:p>
          <a:endParaRPr lang="en-US"/>
        </a:p>
      </dgm:t>
    </dgm:pt>
    <dgm:pt modelId="{EA198111-42AA-48DD-8F6D-93C9AF2AA035}">
      <dgm:prSet phldr="0"/>
      <dgm:spPr/>
      <dgm:t>
        <a:bodyPr/>
        <a:lstStyle/>
        <a:p>
          <a:endParaRPr lang="en-US"/>
        </a:p>
      </dgm:t>
    </dgm:pt>
    <dgm:pt modelId="{801571E2-BDD6-4966-8679-56D577BDB9E2}" type="parTrans" cxnId="{518C910C-B934-4720-A77A-1D6D1249CC61}">
      <dgm:prSet/>
      <dgm:spPr/>
    </dgm:pt>
    <dgm:pt modelId="{890B26D0-A9D1-4233-AFA1-2F4880779345}" type="sibTrans" cxnId="{518C910C-B934-4720-A77A-1D6D1249CC61}">
      <dgm:prSet/>
      <dgm:spPr/>
      <dgm:t>
        <a:bodyPr/>
        <a:lstStyle/>
        <a:p>
          <a:endParaRPr lang="en-US"/>
        </a:p>
      </dgm:t>
    </dgm:pt>
    <dgm:pt modelId="{0FD8BC2B-0DB4-4BBD-8913-995AF1CFA0AC}">
      <dgm:prSet phldr="0"/>
      <dgm:spPr/>
      <dgm:t>
        <a:bodyPr/>
        <a:lstStyle/>
        <a:p>
          <a:endParaRPr lang="en-US"/>
        </a:p>
      </dgm:t>
    </dgm:pt>
    <dgm:pt modelId="{D5CD7F61-E5A6-4C2D-968E-3B43A99DFC55}" type="parTrans" cxnId="{F595E8ED-16B4-46D7-9850-34CEDB4B432B}">
      <dgm:prSet/>
      <dgm:spPr/>
    </dgm:pt>
    <dgm:pt modelId="{A790B231-F464-469D-9874-022DDA97A5F0}" type="sibTrans" cxnId="{F595E8ED-16B4-46D7-9850-34CEDB4B432B}">
      <dgm:prSet/>
      <dgm:spPr/>
      <dgm:t>
        <a:bodyPr/>
        <a:lstStyle/>
        <a:p>
          <a:endParaRPr lang="en-US"/>
        </a:p>
      </dgm:t>
    </dgm:pt>
    <dgm:pt modelId="{1E9CF51B-8A45-464B-9D08-142D56B98F5D}" type="pres">
      <dgm:prSet presAssocID="{9FB7DA42-680E-41C1-A441-76032951F065}" presName="arrowDiagram" presStyleCnt="0">
        <dgm:presLayoutVars>
          <dgm:chMax val="5"/>
          <dgm:dir/>
          <dgm:resizeHandles val="exact"/>
        </dgm:presLayoutVars>
      </dgm:prSet>
      <dgm:spPr/>
    </dgm:pt>
    <dgm:pt modelId="{CDB4D1DD-AE80-4819-922A-4B09F7DA8739}" type="pres">
      <dgm:prSet presAssocID="{9FB7DA42-680E-41C1-A441-76032951F065}" presName="arrow" presStyleLbl="bgShp" presStyleIdx="0" presStyleCnt="1"/>
      <dgm:spPr/>
    </dgm:pt>
    <dgm:pt modelId="{BEA5CA56-B16C-4DAF-A76F-EEF6D795E814}" type="pres">
      <dgm:prSet presAssocID="{9FB7DA42-680E-41C1-A441-76032951F065}" presName="arrowDiagram5" presStyleCnt="0"/>
      <dgm:spPr/>
    </dgm:pt>
    <dgm:pt modelId="{68F6B104-889F-466A-BE9F-662568CB1018}" type="pres">
      <dgm:prSet presAssocID="{239CEA96-72F9-4750-8D84-A64F7B7DC81B}" presName="bullet5a" presStyleLbl="node1" presStyleIdx="0" presStyleCnt="5"/>
      <dgm:spPr/>
    </dgm:pt>
    <dgm:pt modelId="{77D7F160-C57A-49CB-929F-14830CE5A152}" type="pres">
      <dgm:prSet presAssocID="{239CEA96-72F9-4750-8D84-A64F7B7DC81B}" presName="textBox5a" presStyleLbl="revTx" presStyleIdx="0" presStyleCnt="5">
        <dgm:presLayoutVars>
          <dgm:bulletEnabled val="1"/>
        </dgm:presLayoutVars>
      </dgm:prSet>
      <dgm:spPr/>
    </dgm:pt>
    <dgm:pt modelId="{812169A7-AA1E-4916-9AA3-F2B86DD0490D}" type="pres">
      <dgm:prSet presAssocID="{D07825B7-5262-46F2-AFE4-B67D152648C7}" presName="bullet5b" presStyleLbl="node1" presStyleIdx="1" presStyleCnt="5"/>
      <dgm:spPr/>
    </dgm:pt>
    <dgm:pt modelId="{AFC49F1F-566A-42C9-B5B3-D93237913A05}" type="pres">
      <dgm:prSet presAssocID="{D07825B7-5262-46F2-AFE4-B67D152648C7}" presName="textBox5b" presStyleLbl="revTx" presStyleIdx="1" presStyleCnt="5">
        <dgm:presLayoutVars>
          <dgm:bulletEnabled val="1"/>
        </dgm:presLayoutVars>
      </dgm:prSet>
      <dgm:spPr/>
    </dgm:pt>
    <dgm:pt modelId="{0395B9DF-FA6E-43CC-94B7-01FEF7399963}" type="pres">
      <dgm:prSet presAssocID="{0405D849-B559-494F-A9E3-5890CBABC325}" presName="bullet5c" presStyleLbl="node1" presStyleIdx="2" presStyleCnt="5"/>
      <dgm:spPr/>
    </dgm:pt>
    <dgm:pt modelId="{E43B8987-9797-4BEE-9B72-ED242D7A7652}" type="pres">
      <dgm:prSet presAssocID="{0405D849-B559-494F-A9E3-5890CBABC325}" presName="textBox5c" presStyleLbl="revTx" presStyleIdx="2" presStyleCnt="5">
        <dgm:presLayoutVars>
          <dgm:bulletEnabled val="1"/>
        </dgm:presLayoutVars>
      </dgm:prSet>
      <dgm:spPr/>
    </dgm:pt>
    <dgm:pt modelId="{ACFE2338-C501-4410-9140-E924DED5BF4F}" type="pres">
      <dgm:prSet presAssocID="{6CB0AAA0-47E7-4AA5-BB5C-9D955F871C6F}" presName="bullet5d" presStyleLbl="node1" presStyleIdx="3" presStyleCnt="5"/>
      <dgm:spPr/>
    </dgm:pt>
    <dgm:pt modelId="{F03C175D-6783-4D99-AF62-7173429A79B1}" type="pres">
      <dgm:prSet presAssocID="{6CB0AAA0-47E7-4AA5-BB5C-9D955F871C6F}" presName="textBox5d" presStyleLbl="revTx" presStyleIdx="3" presStyleCnt="5">
        <dgm:presLayoutVars>
          <dgm:bulletEnabled val="1"/>
        </dgm:presLayoutVars>
      </dgm:prSet>
      <dgm:spPr/>
    </dgm:pt>
    <dgm:pt modelId="{26980443-5BF3-4945-98AD-605A40C0B282}" type="pres">
      <dgm:prSet presAssocID="{75A1E185-B748-4F86-8C00-9A377FB783C9}" presName="bullet5e" presStyleLbl="node1" presStyleIdx="4" presStyleCnt="5"/>
      <dgm:spPr/>
    </dgm:pt>
    <dgm:pt modelId="{7F214A11-D9CB-4E7E-A8E6-6A51D2C8257A}" type="pres">
      <dgm:prSet presAssocID="{75A1E185-B748-4F86-8C00-9A377FB783C9}" presName="textBox5e" presStyleLbl="revTx" presStyleIdx="4" presStyleCnt="5">
        <dgm:presLayoutVars>
          <dgm:bulletEnabled val="1"/>
        </dgm:presLayoutVars>
      </dgm:prSet>
      <dgm:spPr/>
    </dgm:pt>
  </dgm:ptLst>
  <dgm:cxnLst>
    <dgm:cxn modelId="{518C910C-B934-4720-A77A-1D6D1249CC61}" srcId="{9FB7DA42-680E-41C1-A441-76032951F065}" destId="{EA198111-42AA-48DD-8F6D-93C9AF2AA035}" srcOrd="5" destOrd="0" parTransId="{801571E2-BDD6-4966-8679-56D577BDB9E2}" sibTransId="{890B26D0-A9D1-4233-AFA1-2F4880779345}"/>
    <dgm:cxn modelId="{7F34DE1A-D2C3-4D30-B5A0-041A6812F06B}" srcId="{9FB7DA42-680E-41C1-A441-76032951F065}" destId="{D07825B7-5262-46F2-AFE4-B67D152648C7}" srcOrd="1" destOrd="0" parTransId="{43386472-33F1-41BC-A88E-8958E152D1C8}" sibTransId="{AC5914A6-5D9F-469D-ADB1-26D858D275BE}"/>
    <dgm:cxn modelId="{09FDDF29-4C51-474E-861A-A24AF04DA362}" type="presOf" srcId="{6CB0AAA0-47E7-4AA5-BB5C-9D955F871C6F}" destId="{F03C175D-6783-4D99-AF62-7173429A79B1}" srcOrd="0" destOrd="0" presId="urn:microsoft.com/office/officeart/2005/8/layout/arrow2"/>
    <dgm:cxn modelId="{3310B437-4717-4943-B2B1-57CE465A53A0}" srcId="{9FB7DA42-680E-41C1-A441-76032951F065}" destId="{0405D849-B559-494F-A9E3-5890CBABC325}" srcOrd="2" destOrd="0" parTransId="{34B04C24-FF59-4FDF-BC39-87037190E9EA}" sibTransId="{84D4C225-893D-4B43-BEC0-86F1E902C693}"/>
    <dgm:cxn modelId="{24EA8762-58A8-47D9-BBC1-4AF816E78CAE}" srcId="{9FB7DA42-680E-41C1-A441-76032951F065}" destId="{75A1E185-B748-4F86-8C00-9A377FB783C9}" srcOrd="4" destOrd="0" parTransId="{8DD866BB-E945-4D05-8CD7-F797D1F4E9F9}" sibTransId="{A2D01F65-C665-4F7D-ABD7-6BA13B70956B}"/>
    <dgm:cxn modelId="{65C50246-2F4B-4352-BCEE-DDEF3BA4BFA7}" type="presOf" srcId="{D07825B7-5262-46F2-AFE4-B67D152648C7}" destId="{AFC49F1F-566A-42C9-B5B3-D93237913A05}" srcOrd="0" destOrd="0" presId="urn:microsoft.com/office/officeart/2005/8/layout/arrow2"/>
    <dgm:cxn modelId="{DE26A4BC-81DE-4FA2-A430-3FD2EB7A1401}" type="presOf" srcId="{0405D849-B559-494F-A9E3-5890CBABC325}" destId="{E43B8987-9797-4BEE-9B72-ED242D7A7652}" srcOrd="0" destOrd="0" presId="urn:microsoft.com/office/officeart/2005/8/layout/arrow2"/>
    <dgm:cxn modelId="{0F03F9CE-9137-4A36-A376-63226E7FB0DF}" type="presOf" srcId="{239CEA96-72F9-4750-8D84-A64F7B7DC81B}" destId="{77D7F160-C57A-49CB-929F-14830CE5A152}" srcOrd="0" destOrd="0" presId="urn:microsoft.com/office/officeart/2005/8/layout/arrow2"/>
    <dgm:cxn modelId="{47EE22D7-1FF0-48D3-93F1-708991895830}" srcId="{9FB7DA42-680E-41C1-A441-76032951F065}" destId="{6CB0AAA0-47E7-4AA5-BB5C-9D955F871C6F}" srcOrd="3" destOrd="0" parTransId="{2F6AFE11-ECE1-4AA4-9185-1C1478FA874A}" sibTransId="{846D9DEB-6671-4659-8D14-24D7BE8F29F2}"/>
    <dgm:cxn modelId="{544453E7-7254-4371-8E10-32684D9E5E27}" srcId="{9FB7DA42-680E-41C1-A441-76032951F065}" destId="{239CEA96-72F9-4750-8D84-A64F7B7DC81B}" srcOrd="0" destOrd="0" parTransId="{F5DC36B9-40FB-4CB8-872A-A1D94A819B61}" sibTransId="{7CBBE81B-B756-43AA-852A-6F813DF1596E}"/>
    <dgm:cxn modelId="{BB17D7E8-2630-450C-9C17-7CE3467EAE4D}" type="presOf" srcId="{75A1E185-B748-4F86-8C00-9A377FB783C9}" destId="{7F214A11-D9CB-4E7E-A8E6-6A51D2C8257A}" srcOrd="0" destOrd="0" presId="urn:microsoft.com/office/officeart/2005/8/layout/arrow2"/>
    <dgm:cxn modelId="{F595E8ED-16B4-46D7-9850-34CEDB4B432B}" srcId="{9FB7DA42-680E-41C1-A441-76032951F065}" destId="{0FD8BC2B-0DB4-4BBD-8913-995AF1CFA0AC}" srcOrd="6" destOrd="0" parTransId="{D5CD7F61-E5A6-4C2D-968E-3B43A99DFC55}" sibTransId="{A790B231-F464-469D-9874-022DDA97A5F0}"/>
    <dgm:cxn modelId="{3E5A88EE-B67B-4807-93EC-C1B31732FB94}" type="presOf" srcId="{9FB7DA42-680E-41C1-A441-76032951F065}" destId="{1E9CF51B-8A45-464B-9D08-142D56B98F5D}" srcOrd="0" destOrd="0" presId="urn:microsoft.com/office/officeart/2005/8/layout/arrow2"/>
    <dgm:cxn modelId="{0EF20549-58EC-4865-8481-E2A478756F5F}" type="presParOf" srcId="{1E9CF51B-8A45-464B-9D08-142D56B98F5D}" destId="{CDB4D1DD-AE80-4819-922A-4B09F7DA8739}" srcOrd="0" destOrd="0" presId="urn:microsoft.com/office/officeart/2005/8/layout/arrow2"/>
    <dgm:cxn modelId="{D95D8286-6B10-42A0-81C9-8608A671A58E}" type="presParOf" srcId="{1E9CF51B-8A45-464B-9D08-142D56B98F5D}" destId="{BEA5CA56-B16C-4DAF-A76F-EEF6D795E814}" srcOrd="1" destOrd="0" presId="urn:microsoft.com/office/officeart/2005/8/layout/arrow2"/>
    <dgm:cxn modelId="{A4F4A773-E581-44C9-B704-F1CAC70C5862}" type="presParOf" srcId="{BEA5CA56-B16C-4DAF-A76F-EEF6D795E814}" destId="{68F6B104-889F-466A-BE9F-662568CB1018}" srcOrd="0" destOrd="0" presId="urn:microsoft.com/office/officeart/2005/8/layout/arrow2"/>
    <dgm:cxn modelId="{CB90FE37-8CBE-4D58-BB8B-9486E1A4F37C}" type="presParOf" srcId="{BEA5CA56-B16C-4DAF-A76F-EEF6D795E814}" destId="{77D7F160-C57A-49CB-929F-14830CE5A152}" srcOrd="1" destOrd="0" presId="urn:microsoft.com/office/officeart/2005/8/layout/arrow2"/>
    <dgm:cxn modelId="{E9570B43-A7E3-4418-9A50-BF1890CDE773}" type="presParOf" srcId="{BEA5CA56-B16C-4DAF-A76F-EEF6D795E814}" destId="{812169A7-AA1E-4916-9AA3-F2B86DD0490D}" srcOrd="2" destOrd="0" presId="urn:microsoft.com/office/officeart/2005/8/layout/arrow2"/>
    <dgm:cxn modelId="{7EE82723-23F3-4CA3-B99D-76995E874A19}" type="presParOf" srcId="{BEA5CA56-B16C-4DAF-A76F-EEF6D795E814}" destId="{AFC49F1F-566A-42C9-B5B3-D93237913A05}" srcOrd="3" destOrd="0" presId="urn:microsoft.com/office/officeart/2005/8/layout/arrow2"/>
    <dgm:cxn modelId="{CC0564F0-F917-418D-A9DC-BAF948BF1B5A}" type="presParOf" srcId="{BEA5CA56-B16C-4DAF-A76F-EEF6D795E814}" destId="{0395B9DF-FA6E-43CC-94B7-01FEF7399963}" srcOrd="4" destOrd="0" presId="urn:microsoft.com/office/officeart/2005/8/layout/arrow2"/>
    <dgm:cxn modelId="{2E2E50C3-5AFF-478F-8139-EFA8713C48BC}" type="presParOf" srcId="{BEA5CA56-B16C-4DAF-A76F-EEF6D795E814}" destId="{E43B8987-9797-4BEE-9B72-ED242D7A7652}" srcOrd="5" destOrd="0" presId="urn:microsoft.com/office/officeart/2005/8/layout/arrow2"/>
    <dgm:cxn modelId="{1BDAFECB-06DC-4857-B5D7-E43135D70F3B}" type="presParOf" srcId="{BEA5CA56-B16C-4DAF-A76F-EEF6D795E814}" destId="{ACFE2338-C501-4410-9140-E924DED5BF4F}" srcOrd="6" destOrd="0" presId="urn:microsoft.com/office/officeart/2005/8/layout/arrow2"/>
    <dgm:cxn modelId="{9F1D8702-73CE-48DF-A74E-E93D67667274}" type="presParOf" srcId="{BEA5CA56-B16C-4DAF-A76F-EEF6D795E814}" destId="{F03C175D-6783-4D99-AF62-7173429A79B1}" srcOrd="7" destOrd="0" presId="urn:microsoft.com/office/officeart/2005/8/layout/arrow2"/>
    <dgm:cxn modelId="{B8A31411-9E41-4923-9104-926AA7F45CAC}" type="presParOf" srcId="{BEA5CA56-B16C-4DAF-A76F-EEF6D795E814}" destId="{26980443-5BF3-4945-98AD-605A40C0B282}" srcOrd="8" destOrd="0" presId="urn:microsoft.com/office/officeart/2005/8/layout/arrow2"/>
    <dgm:cxn modelId="{2B907C5B-173E-4238-A190-C85F50854949}" type="presParOf" srcId="{BEA5CA56-B16C-4DAF-A76F-EEF6D795E814}" destId="{7F214A11-D9CB-4E7E-A8E6-6A51D2C8257A}" srcOrd="9"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5B2D2F-A643-4CFB-96AB-9A6436885424}">
      <dsp:nvSpPr>
        <dsp:cNvPr id="0" name=""/>
        <dsp:cNvSpPr/>
      </dsp:nvSpPr>
      <dsp:spPr>
        <a:xfrm rot="16200000">
          <a:off x="-998282" y="1000081"/>
          <a:ext cx="3765430" cy="1765266"/>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2873" bIns="0" numCol="1" spcCol="1270" anchor="ctr" anchorCtr="0">
          <a:noAutofit/>
        </a:bodyPr>
        <a:lstStyle/>
        <a:p>
          <a:pPr marL="0" lvl="0" indent="0" algn="l" defTabSz="844550" rtl="0">
            <a:lnSpc>
              <a:spcPct val="90000"/>
            </a:lnSpc>
            <a:spcBef>
              <a:spcPct val="0"/>
            </a:spcBef>
            <a:spcAft>
              <a:spcPct val="35000"/>
            </a:spcAft>
            <a:buNone/>
          </a:pPr>
          <a:r>
            <a:rPr lang="en-US" sz="1900" b="1" kern="1200">
              <a:solidFill>
                <a:srgbClr val="000000"/>
              </a:solidFill>
              <a:latin typeface="Calibri"/>
              <a:ea typeface="Calibri"/>
              <a:cs typeface="Calibri"/>
            </a:rPr>
            <a:t>How does air pollution differ across New York City, Boston, and Chicago?</a:t>
          </a:r>
          <a:endParaRPr lang="en-US" sz="1900" kern="1200">
            <a:latin typeface="Arial"/>
          </a:endParaRPr>
        </a:p>
      </dsp:txBody>
      <dsp:txXfrm rot="5400000">
        <a:off x="1800" y="753085"/>
        <a:ext cx="1765266" cy="2259258"/>
      </dsp:txXfrm>
    </dsp:sp>
    <dsp:sp modelId="{75A20B09-109A-4C5F-AC47-8E1D1A24DF8A}">
      <dsp:nvSpPr>
        <dsp:cNvPr id="0" name=""/>
        <dsp:cNvSpPr/>
      </dsp:nvSpPr>
      <dsp:spPr>
        <a:xfrm rot="16200000">
          <a:off x="899378" y="1000081"/>
          <a:ext cx="3765430" cy="1765266"/>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2873" bIns="0" numCol="1" spcCol="1270" anchor="ctr" anchorCtr="0">
          <a:noAutofit/>
        </a:bodyPr>
        <a:lstStyle/>
        <a:p>
          <a:pPr marL="0" lvl="0" indent="0" algn="l" defTabSz="844550">
            <a:lnSpc>
              <a:spcPct val="90000"/>
            </a:lnSpc>
            <a:spcBef>
              <a:spcPct val="0"/>
            </a:spcBef>
            <a:spcAft>
              <a:spcPct val="35000"/>
            </a:spcAft>
            <a:buNone/>
          </a:pPr>
          <a:r>
            <a:rPr lang="en-US" sz="1900" b="1" kern="1200">
              <a:solidFill>
                <a:srgbClr val="000000"/>
              </a:solidFill>
              <a:latin typeface="Calibri"/>
              <a:ea typeface="Calibri"/>
              <a:cs typeface="Calibri"/>
            </a:rPr>
            <a:t>Which urban zones experience the highest levels of PM2.5 pollution?</a:t>
          </a:r>
          <a:endParaRPr lang="en-US" sz="1900" kern="1200"/>
        </a:p>
      </dsp:txBody>
      <dsp:txXfrm rot="5400000">
        <a:off x="1899460" y="753085"/>
        <a:ext cx="1765266" cy="2259258"/>
      </dsp:txXfrm>
    </dsp:sp>
    <dsp:sp modelId="{D74AE9D7-0BB4-4A0E-8B1D-E232D767C81C}">
      <dsp:nvSpPr>
        <dsp:cNvPr id="0" name=""/>
        <dsp:cNvSpPr/>
      </dsp:nvSpPr>
      <dsp:spPr>
        <a:xfrm rot="16200000">
          <a:off x="2797039" y="1000081"/>
          <a:ext cx="3765430" cy="1765266"/>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2873" bIns="0" numCol="1" spcCol="1270" anchor="ctr" anchorCtr="0">
          <a:noAutofit/>
        </a:bodyPr>
        <a:lstStyle/>
        <a:p>
          <a:pPr marL="0" lvl="0" indent="0" algn="l" defTabSz="844550">
            <a:lnSpc>
              <a:spcPct val="90000"/>
            </a:lnSpc>
            <a:spcBef>
              <a:spcPct val="0"/>
            </a:spcBef>
            <a:spcAft>
              <a:spcPct val="35000"/>
            </a:spcAft>
            <a:buNone/>
          </a:pPr>
          <a:r>
            <a:rPr lang="en-US" sz="1900" b="1" kern="1200">
              <a:solidFill>
                <a:srgbClr val="000000"/>
              </a:solidFill>
              <a:latin typeface="Calibri"/>
              <a:ea typeface="Calibri"/>
              <a:cs typeface="Calibri"/>
            </a:rPr>
            <a:t>What weather conditions most significantly influence air quality?</a:t>
          </a:r>
          <a:endParaRPr lang="en-US" sz="1900" kern="1200"/>
        </a:p>
      </dsp:txBody>
      <dsp:txXfrm rot="5400000">
        <a:off x="3797121" y="753085"/>
        <a:ext cx="1765266" cy="2259258"/>
      </dsp:txXfrm>
    </dsp:sp>
    <dsp:sp modelId="{F3C73B13-1B2F-4C6D-9249-D7CAD08C7B0C}">
      <dsp:nvSpPr>
        <dsp:cNvPr id="0" name=""/>
        <dsp:cNvSpPr/>
      </dsp:nvSpPr>
      <dsp:spPr>
        <a:xfrm rot="16200000">
          <a:off x="4694700" y="1000081"/>
          <a:ext cx="3765430" cy="1765266"/>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2873" bIns="0" numCol="1" spcCol="1270" anchor="ctr" anchorCtr="0">
          <a:noAutofit/>
        </a:bodyPr>
        <a:lstStyle/>
        <a:p>
          <a:pPr marL="0" lvl="0" indent="0" algn="l" defTabSz="844550">
            <a:lnSpc>
              <a:spcPct val="90000"/>
            </a:lnSpc>
            <a:spcBef>
              <a:spcPct val="0"/>
            </a:spcBef>
            <a:spcAft>
              <a:spcPct val="35000"/>
            </a:spcAft>
            <a:buNone/>
          </a:pPr>
          <a:r>
            <a:rPr lang="en-US" sz="1900" b="1" kern="1200">
              <a:solidFill>
                <a:srgbClr val="000000"/>
              </a:solidFill>
              <a:latin typeface="Calibri"/>
              <a:ea typeface="Calibri"/>
              <a:cs typeface="Calibri"/>
            </a:rPr>
            <a:t>Can spatial techniques like H3 indexing improve the comparability of pollution data across cities?</a:t>
          </a:r>
          <a:endParaRPr lang="en-US" sz="1900" kern="1200"/>
        </a:p>
      </dsp:txBody>
      <dsp:txXfrm rot="5400000">
        <a:off x="5694782" y="753085"/>
        <a:ext cx="1765266" cy="22592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B55385-AFB7-4879-9E6F-A1BD53C86037}">
      <dsp:nvSpPr>
        <dsp:cNvPr id="0" name=""/>
        <dsp:cNvSpPr/>
      </dsp:nvSpPr>
      <dsp:spPr>
        <a:xfrm rot="16200000">
          <a:off x="-1102704" y="1103262"/>
          <a:ext cx="3657600" cy="1451074"/>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0" rIns="100955" bIns="0" numCol="1" spcCol="1270" anchor="ctr" anchorCtr="0">
          <a:noAutofit/>
        </a:bodyPr>
        <a:lstStyle/>
        <a:p>
          <a:pPr marL="0" lvl="0" indent="0" algn="l" defTabSz="711200">
            <a:lnSpc>
              <a:spcPct val="90000"/>
            </a:lnSpc>
            <a:spcBef>
              <a:spcPct val="0"/>
            </a:spcBef>
            <a:spcAft>
              <a:spcPct val="35000"/>
            </a:spcAft>
            <a:buNone/>
          </a:pPr>
          <a:r>
            <a:rPr lang="en-US" sz="1600" b="1" kern="1200">
              <a:solidFill>
                <a:schemeClr val="tx1"/>
              </a:solidFill>
              <a:latin typeface="Calibri"/>
              <a:ea typeface="Calibri"/>
              <a:cs typeface="Calibri"/>
            </a:rPr>
            <a:t>Removing outliers</a:t>
          </a:r>
          <a:r>
            <a:rPr lang="en-US" sz="1600" kern="1200">
              <a:solidFill>
                <a:schemeClr val="tx1"/>
              </a:solidFill>
              <a:latin typeface="Calibri"/>
              <a:ea typeface="Calibri"/>
              <a:cs typeface="Calibri"/>
            </a:rPr>
            <a:t> that fell outside realistic environmental ranges (e.g., PM2.5 &gt; 500).</a:t>
          </a:r>
          <a:endParaRPr lang="en-US" sz="1600" kern="1200">
            <a:solidFill>
              <a:srgbClr val="0F2B1C"/>
            </a:solidFill>
            <a:latin typeface="Calibri"/>
            <a:ea typeface="Calibri"/>
            <a:cs typeface="Calibri"/>
          </a:endParaRPr>
        </a:p>
      </dsp:txBody>
      <dsp:txXfrm rot="5400000">
        <a:off x="559" y="731519"/>
        <a:ext cx="1451074" cy="2194560"/>
      </dsp:txXfrm>
    </dsp:sp>
    <dsp:sp modelId="{CD5065B6-1EF0-46D1-AD5C-BA43803A642F}">
      <dsp:nvSpPr>
        <dsp:cNvPr id="0" name=""/>
        <dsp:cNvSpPr/>
      </dsp:nvSpPr>
      <dsp:spPr>
        <a:xfrm rot="16200000">
          <a:off x="457200" y="1103262"/>
          <a:ext cx="3657600" cy="1451074"/>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0" rIns="100955" bIns="0" numCol="1" spcCol="1270" anchor="ctr" anchorCtr="0">
          <a:noAutofit/>
        </a:bodyPr>
        <a:lstStyle/>
        <a:p>
          <a:pPr marL="0" lvl="0" indent="0" algn="l" defTabSz="711200">
            <a:lnSpc>
              <a:spcPct val="90000"/>
            </a:lnSpc>
            <a:spcBef>
              <a:spcPct val="0"/>
            </a:spcBef>
            <a:spcAft>
              <a:spcPct val="35000"/>
            </a:spcAft>
            <a:buNone/>
          </a:pPr>
          <a:r>
            <a:rPr lang="en-US" sz="1600" b="1" kern="1200">
              <a:solidFill>
                <a:schemeClr val="tx1"/>
              </a:solidFill>
              <a:latin typeface="Calibri"/>
              <a:ea typeface="Calibri"/>
              <a:cs typeface="Calibri"/>
            </a:rPr>
            <a:t>Imputing missing values</a:t>
          </a:r>
          <a:r>
            <a:rPr lang="en-US" sz="1600" kern="1200">
              <a:solidFill>
                <a:schemeClr val="tx1"/>
              </a:solidFill>
              <a:latin typeface="Calibri"/>
              <a:ea typeface="Calibri"/>
              <a:cs typeface="Calibri"/>
            </a:rPr>
            <a:t> using forward-fill and mean methods to avoid data loss.</a:t>
          </a:r>
          <a:endParaRPr lang="en-US" sz="1600" kern="1200">
            <a:solidFill>
              <a:srgbClr val="0F2B1C"/>
            </a:solidFill>
            <a:latin typeface="Calibri"/>
            <a:ea typeface="Calibri"/>
            <a:cs typeface="Calibri"/>
          </a:endParaRPr>
        </a:p>
      </dsp:txBody>
      <dsp:txXfrm rot="5400000">
        <a:off x="1560463" y="731519"/>
        <a:ext cx="1451074" cy="2194560"/>
      </dsp:txXfrm>
    </dsp:sp>
    <dsp:sp modelId="{9A0295E9-BDE8-47A3-A174-C97502CA90D7}">
      <dsp:nvSpPr>
        <dsp:cNvPr id="0" name=""/>
        <dsp:cNvSpPr/>
      </dsp:nvSpPr>
      <dsp:spPr>
        <a:xfrm rot="16200000">
          <a:off x="2017104" y="1103262"/>
          <a:ext cx="3657600" cy="1451074"/>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0" rIns="100955" bIns="0" numCol="1" spcCol="1270" anchor="ctr" anchorCtr="0">
          <a:noAutofit/>
        </a:bodyPr>
        <a:lstStyle/>
        <a:p>
          <a:pPr marL="0" lvl="0" indent="0" algn="l" defTabSz="711200">
            <a:lnSpc>
              <a:spcPct val="90000"/>
            </a:lnSpc>
            <a:spcBef>
              <a:spcPct val="0"/>
            </a:spcBef>
            <a:spcAft>
              <a:spcPct val="35000"/>
            </a:spcAft>
            <a:buNone/>
          </a:pPr>
          <a:r>
            <a:rPr lang="en-US" sz="1600" b="1" kern="1200">
              <a:solidFill>
                <a:schemeClr val="tx1"/>
              </a:solidFill>
              <a:latin typeface="Calibri"/>
              <a:ea typeface="Calibri"/>
              <a:cs typeface="Calibri"/>
            </a:rPr>
            <a:t>Filtering invalid sensor records</a:t>
          </a:r>
          <a:r>
            <a:rPr lang="en-US" sz="1600" kern="1200">
              <a:solidFill>
                <a:schemeClr val="tx1"/>
              </a:solidFill>
              <a:latin typeface="Calibri"/>
              <a:ea typeface="Calibri"/>
              <a:cs typeface="Calibri"/>
            </a:rPr>
            <a:t> (e.g., battery errors, empty readings).</a:t>
          </a:r>
          <a:endParaRPr lang="en-US" sz="1600" kern="1200"/>
        </a:p>
      </dsp:txBody>
      <dsp:txXfrm rot="5400000">
        <a:off x="3120367" y="731519"/>
        <a:ext cx="1451074" cy="21945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9F5A07-FE4F-4FEC-AFBB-BA07F2AAC0E0}">
      <dsp:nvSpPr>
        <dsp:cNvPr id="0" name=""/>
        <dsp:cNvSpPr/>
      </dsp:nvSpPr>
      <dsp:spPr>
        <a:xfrm>
          <a:off x="0" y="290168"/>
          <a:ext cx="6710942" cy="96539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b="0" kern="1200">
              <a:solidFill>
                <a:schemeClr val="bg2">
                  <a:lumMod val="10000"/>
                </a:schemeClr>
              </a:solidFill>
              <a:latin typeface="Consolas"/>
              <a:ea typeface="Calibri"/>
              <a:cs typeface="Calibri"/>
            </a:rPr>
            <a:t>Problem — Sensors Are Everywhere. We collected pollution data from different cities.</a:t>
          </a:r>
          <a:br>
            <a:rPr lang="en-US" sz="1400" b="0" kern="1200">
              <a:solidFill>
                <a:schemeClr val="bg2">
                  <a:lumMod val="10000"/>
                </a:schemeClr>
              </a:solidFill>
              <a:latin typeface="Consolas"/>
              <a:ea typeface="Calibri"/>
              <a:cs typeface="Calibri"/>
            </a:rPr>
          </a:br>
          <a:r>
            <a:rPr lang="en-US" sz="1400" b="0" kern="1200">
              <a:solidFill>
                <a:schemeClr val="bg2">
                  <a:lumMod val="10000"/>
                </a:schemeClr>
              </a:solidFill>
              <a:latin typeface="Consolas"/>
              <a:ea typeface="Calibri"/>
              <a:cs typeface="Calibri"/>
            </a:rPr>
            <a:t> But sensors</a:t>
          </a:r>
          <a:endParaRPr lang="en-US" sz="1400" b="0" kern="1200">
            <a:solidFill>
              <a:schemeClr val="bg2">
                <a:lumMod val="10000"/>
              </a:schemeClr>
            </a:solidFill>
            <a:latin typeface="Consolas"/>
            <a:ea typeface="Calibri"/>
            <a:cs typeface="Arial"/>
          </a:endParaRPr>
        </a:p>
      </dsp:txBody>
      <dsp:txXfrm>
        <a:off x="47127" y="337295"/>
        <a:ext cx="6616688" cy="871142"/>
      </dsp:txXfrm>
    </dsp:sp>
    <dsp:sp modelId="{4C34A78B-2B54-41F6-A1A4-501D1D40EC48}">
      <dsp:nvSpPr>
        <dsp:cNvPr id="0" name=""/>
        <dsp:cNvSpPr/>
      </dsp:nvSpPr>
      <dsp:spPr>
        <a:xfrm>
          <a:off x="0" y="1295884"/>
          <a:ext cx="6710942" cy="96539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b="0" kern="1200">
              <a:solidFill>
                <a:schemeClr val="bg2">
                  <a:lumMod val="10000"/>
                </a:schemeClr>
              </a:solidFill>
              <a:latin typeface="Consolas"/>
              <a:ea typeface="Calibri"/>
              <a:cs typeface="Calibri"/>
            </a:rPr>
            <a:t>We used a tool called H3 to divide each city into equal-sized hexagons. Each hexagon covers around 0.1 km². We selected H3 resolution 9, which generates hexagonal cells of approximately 0.1 km². This size was ideal for urban-scale analysis</a:t>
          </a:r>
          <a:endParaRPr lang="en-US" sz="1400" b="0" kern="1200">
            <a:solidFill>
              <a:schemeClr val="bg2">
                <a:lumMod val="10000"/>
              </a:schemeClr>
            </a:solidFill>
            <a:latin typeface="Consolas"/>
            <a:ea typeface="Calibri"/>
            <a:cs typeface="Arial"/>
          </a:endParaRPr>
        </a:p>
      </dsp:txBody>
      <dsp:txXfrm>
        <a:off x="47127" y="1343011"/>
        <a:ext cx="6616688" cy="871142"/>
      </dsp:txXfrm>
    </dsp:sp>
    <dsp:sp modelId="{F7F012B7-3B55-4DA3-B14D-34DF2C5FDF09}">
      <dsp:nvSpPr>
        <dsp:cNvPr id="0" name=""/>
        <dsp:cNvSpPr/>
      </dsp:nvSpPr>
      <dsp:spPr>
        <a:xfrm>
          <a:off x="0" y="2301600"/>
          <a:ext cx="6710942" cy="96539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b="0" kern="1200">
              <a:solidFill>
                <a:schemeClr val="bg2">
                  <a:lumMod val="10000"/>
                </a:schemeClr>
              </a:solidFill>
              <a:latin typeface="Consolas"/>
              <a:ea typeface="Calibri"/>
              <a:cs typeface="Calibri"/>
            </a:rPr>
            <a:t>Every reading (with latitude &amp; longitude) is converted into a hexagon ID using H3.Now we know which hexagon each pollution value belongs to.</a:t>
          </a:r>
          <a:endParaRPr lang="en-US" sz="1400" b="0" kern="1200">
            <a:solidFill>
              <a:schemeClr val="bg2">
                <a:lumMod val="10000"/>
              </a:schemeClr>
            </a:solidFill>
            <a:latin typeface="Consolas"/>
            <a:ea typeface="Calibri"/>
            <a:cs typeface="Arial"/>
          </a:endParaRPr>
        </a:p>
      </dsp:txBody>
      <dsp:txXfrm>
        <a:off x="47127" y="2348727"/>
        <a:ext cx="6616688" cy="87114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6A0D8C-5384-4E2A-ABDA-B065D85E9440}">
      <dsp:nvSpPr>
        <dsp:cNvPr id="0" name=""/>
        <dsp:cNvSpPr/>
      </dsp:nvSpPr>
      <dsp:spPr>
        <a:xfrm>
          <a:off x="647" y="90054"/>
          <a:ext cx="2525690" cy="151541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b="1" kern="1200">
              <a:solidFill>
                <a:schemeClr val="tx1"/>
              </a:solidFill>
              <a:latin typeface="Consolas"/>
              <a:ea typeface="Calibri"/>
              <a:cs typeface="Calibri"/>
            </a:rPr>
            <a:t>Clean:                                        </a:t>
          </a:r>
          <a:r>
            <a:rPr lang="en-US" sz="2000" kern="1200">
              <a:solidFill>
                <a:schemeClr val="tx1"/>
              </a:solidFill>
              <a:latin typeface="Consolas"/>
              <a:ea typeface="Calibri"/>
              <a:cs typeface="Calibri"/>
            </a:rPr>
            <a:t>no missing or noisy values</a:t>
          </a:r>
          <a:endParaRPr lang="en-US" sz="2000" b="1" kern="1200">
            <a:solidFill>
              <a:srgbClr val="0F2B1C"/>
            </a:solidFill>
            <a:latin typeface="Consolas"/>
            <a:ea typeface="Calibri"/>
            <a:cs typeface="Calibri"/>
          </a:endParaRPr>
        </a:p>
      </dsp:txBody>
      <dsp:txXfrm>
        <a:off x="647" y="90054"/>
        <a:ext cx="2525690" cy="1515414"/>
      </dsp:txXfrm>
    </dsp:sp>
    <dsp:sp modelId="{EBF49FDD-CF2D-4E43-984F-8D87DBFAEF25}">
      <dsp:nvSpPr>
        <dsp:cNvPr id="0" name=""/>
        <dsp:cNvSpPr/>
      </dsp:nvSpPr>
      <dsp:spPr>
        <a:xfrm>
          <a:off x="2778907" y="90054"/>
          <a:ext cx="2525690" cy="151541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solidFill>
                <a:schemeClr val="tx1"/>
              </a:solidFill>
              <a:latin typeface="Consolas"/>
              <a:ea typeface="Calibri"/>
              <a:cs typeface="Calibri"/>
            </a:rPr>
            <a:t>Structured</a:t>
          </a:r>
          <a:r>
            <a:rPr lang="en-US" sz="2000" kern="1200">
              <a:solidFill>
                <a:schemeClr val="tx1"/>
              </a:solidFill>
              <a:latin typeface="Consolas"/>
              <a:ea typeface="Calibri"/>
              <a:cs typeface="Calibri"/>
            </a:rPr>
            <a:t>: every cell is meaningful and organized</a:t>
          </a:r>
          <a:endParaRPr lang="en-US" sz="2000" kern="1200">
            <a:solidFill>
              <a:srgbClr val="0F2B1C"/>
            </a:solidFill>
            <a:latin typeface="Consolas"/>
            <a:ea typeface="Calibri"/>
            <a:cs typeface="Calibri"/>
          </a:endParaRPr>
        </a:p>
      </dsp:txBody>
      <dsp:txXfrm>
        <a:off x="2778907" y="90054"/>
        <a:ext cx="2525690" cy="1515414"/>
      </dsp:txXfrm>
    </dsp:sp>
    <dsp:sp modelId="{BF3F9A7A-713B-4234-B960-EE94392AD63B}">
      <dsp:nvSpPr>
        <dsp:cNvPr id="0" name=""/>
        <dsp:cNvSpPr/>
      </dsp:nvSpPr>
      <dsp:spPr>
        <a:xfrm>
          <a:off x="647" y="1858037"/>
          <a:ext cx="2525690" cy="151541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solidFill>
                <a:schemeClr val="tx1"/>
              </a:solidFill>
              <a:latin typeface="Consolas"/>
              <a:ea typeface="Calibri"/>
              <a:cs typeface="Calibri"/>
            </a:rPr>
            <a:t>Aggregated</a:t>
          </a:r>
          <a:r>
            <a:rPr lang="en-US" sz="2000" kern="1200">
              <a:solidFill>
                <a:schemeClr val="tx1"/>
              </a:solidFill>
              <a:latin typeface="Consolas"/>
              <a:ea typeface="Calibri"/>
              <a:cs typeface="Calibri"/>
            </a:rPr>
            <a:t>: summarizes raw sensor data into useful insights</a:t>
          </a:r>
          <a:endParaRPr lang="en-US" sz="2000" kern="1200">
            <a:solidFill>
              <a:srgbClr val="0F2B1C"/>
            </a:solidFill>
            <a:latin typeface="Consolas"/>
            <a:ea typeface="Calibri"/>
            <a:cs typeface="Calibri"/>
          </a:endParaRPr>
        </a:p>
      </dsp:txBody>
      <dsp:txXfrm>
        <a:off x="647" y="1858037"/>
        <a:ext cx="2525690" cy="1515414"/>
      </dsp:txXfrm>
    </dsp:sp>
    <dsp:sp modelId="{6035B9F6-668D-43CA-8A3B-C413C80885E8}">
      <dsp:nvSpPr>
        <dsp:cNvPr id="0" name=""/>
        <dsp:cNvSpPr/>
      </dsp:nvSpPr>
      <dsp:spPr>
        <a:xfrm>
          <a:off x="2778907" y="1858037"/>
          <a:ext cx="2525690" cy="151541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solidFill>
                <a:schemeClr val="tx1"/>
              </a:solidFill>
              <a:latin typeface="Consolas"/>
              <a:ea typeface="Calibri"/>
              <a:cs typeface="Calibri"/>
            </a:rPr>
            <a:t>Balanced</a:t>
          </a:r>
          <a:r>
            <a:rPr lang="en-US" sz="2000" kern="1200">
              <a:solidFill>
                <a:schemeClr val="tx1"/>
              </a:solidFill>
              <a:latin typeface="Consolas"/>
              <a:ea typeface="Calibri"/>
              <a:cs typeface="Calibri"/>
            </a:rPr>
            <a:t>: features are normalized and consistent in scale</a:t>
          </a:r>
          <a:endParaRPr lang="en-US" sz="2000" kern="1200">
            <a:latin typeface="Consolas"/>
          </a:endParaRPr>
        </a:p>
      </dsp:txBody>
      <dsp:txXfrm>
        <a:off x="2778907" y="1858037"/>
        <a:ext cx="2525690" cy="151541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B4D1DD-AE80-4819-922A-4B09F7DA8739}">
      <dsp:nvSpPr>
        <dsp:cNvPr id="0" name=""/>
        <dsp:cNvSpPr/>
      </dsp:nvSpPr>
      <dsp:spPr>
        <a:xfrm>
          <a:off x="0" y="400049"/>
          <a:ext cx="4572000" cy="2857500"/>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F6B104-889F-466A-BE9F-662568CB1018}">
      <dsp:nvSpPr>
        <dsp:cNvPr id="0" name=""/>
        <dsp:cNvSpPr/>
      </dsp:nvSpPr>
      <dsp:spPr>
        <a:xfrm>
          <a:off x="450341" y="2524887"/>
          <a:ext cx="105156" cy="10515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D7F160-C57A-49CB-929F-14830CE5A152}">
      <dsp:nvSpPr>
        <dsp:cNvPr id="0" name=""/>
        <dsp:cNvSpPr/>
      </dsp:nvSpPr>
      <dsp:spPr>
        <a:xfrm>
          <a:off x="502919" y="2577465"/>
          <a:ext cx="598932" cy="680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720" tIns="0" rIns="0" bIns="0" numCol="1" spcCol="1270" anchor="t" anchorCtr="0">
          <a:noAutofit/>
        </a:bodyPr>
        <a:lstStyle/>
        <a:p>
          <a:pPr marL="0" lvl="0" indent="0" algn="l" defTabSz="311150" rtl="0">
            <a:lnSpc>
              <a:spcPct val="90000"/>
            </a:lnSpc>
            <a:spcBef>
              <a:spcPct val="0"/>
            </a:spcBef>
            <a:spcAft>
              <a:spcPct val="35000"/>
            </a:spcAft>
            <a:buNone/>
          </a:pPr>
          <a:r>
            <a:rPr lang="en-US" sz="700" b="1" kern="1200">
              <a:solidFill>
                <a:srgbClr val="000000"/>
              </a:solidFill>
              <a:latin typeface="Arial"/>
            </a:rPr>
            <a:t>Input Data Sources</a:t>
          </a:r>
          <a:endParaRPr lang="en-US" sz="700" kern="1200">
            <a:solidFill>
              <a:srgbClr val="444444"/>
            </a:solidFill>
            <a:latin typeface="Arial"/>
          </a:endParaRPr>
        </a:p>
      </dsp:txBody>
      <dsp:txXfrm>
        <a:off x="502919" y="2577465"/>
        <a:ext cx="598932" cy="680085"/>
      </dsp:txXfrm>
    </dsp:sp>
    <dsp:sp modelId="{812169A7-AA1E-4916-9AA3-F2B86DD0490D}">
      <dsp:nvSpPr>
        <dsp:cNvPr id="0" name=""/>
        <dsp:cNvSpPr/>
      </dsp:nvSpPr>
      <dsp:spPr>
        <a:xfrm>
          <a:off x="1019555" y="1977961"/>
          <a:ext cx="164592" cy="16459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C49F1F-566A-42C9-B5B3-D93237913A05}">
      <dsp:nvSpPr>
        <dsp:cNvPr id="0" name=""/>
        <dsp:cNvSpPr/>
      </dsp:nvSpPr>
      <dsp:spPr>
        <a:xfrm>
          <a:off x="1101851" y="2060257"/>
          <a:ext cx="758952" cy="1197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214" tIns="0" rIns="0" bIns="0" numCol="1" spcCol="1270" anchor="t" anchorCtr="0">
          <a:noAutofit/>
        </a:bodyPr>
        <a:lstStyle/>
        <a:p>
          <a:pPr marL="0" lvl="0" indent="0" algn="l" defTabSz="311150" rtl="0">
            <a:lnSpc>
              <a:spcPct val="90000"/>
            </a:lnSpc>
            <a:spcBef>
              <a:spcPct val="0"/>
            </a:spcBef>
            <a:spcAft>
              <a:spcPct val="35000"/>
            </a:spcAft>
            <a:buNone/>
          </a:pPr>
          <a:r>
            <a:rPr lang="en-US" sz="700" b="1" kern="1200">
              <a:solidFill>
                <a:srgbClr val="000000"/>
              </a:solidFill>
              <a:latin typeface="Arial"/>
            </a:rPr>
            <a:t>Data Collection &amp; Preprocessing</a:t>
          </a:r>
          <a:endParaRPr lang="en-US" sz="700" kern="1200">
            <a:solidFill>
              <a:srgbClr val="444444"/>
            </a:solidFill>
            <a:latin typeface="Arial"/>
          </a:endParaRPr>
        </a:p>
      </dsp:txBody>
      <dsp:txXfrm>
        <a:off x="1101851" y="2060257"/>
        <a:ext cx="758952" cy="1197292"/>
      </dsp:txXfrm>
    </dsp:sp>
    <dsp:sp modelId="{0395B9DF-FA6E-43CC-94B7-01FEF7399963}">
      <dsp:nvSpPr>
        <dsp:cNvPr id="0" name=""/>
        <dsp:cNvSpPr/>
      </dsp:nvSpPr>
      <dsp:spPr>
        <a:xfrm>
          <a:off x="1751076" y="1541906"/>
          <a:ext cx="219456" cy="21945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3B8987-9797-4BEE-9B72-ED242D7A7652}">
      <dsp:nvSpPr>
        <dsp:cNvPr id="0" name=""/>
        <dsp:cNvSpPr/>
      </dsp:nvSpPr>
      <dsp:spPr>
        <a:xfrm>
          <a:off x="1860804" y="1651634"/>
          <a:ext cx="882396" cy="160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285" tIns="0" rIns="0" bIns="0" numCol="1" spcCol="1270" anchor="t" anchorCtr="0">
          <a:noAutofit/>
        </a:bodyPr>
        <a:lstStyle/>
        <a:p>
          <a:pPr marL="0" lvl="0" indent="0" algn="l" defTabSz="311150" rtl="0">
            <a:lnSpc>
              <a:spcPct val="90000"/>
            </a:lnSpc>
            <a:spcBef>
              <a:spcPct val="0"/>
            </a:spcBef>
            <a:spcAft>
              <a:spcPct val="35000"/>
            </a:spcAft>
            <a:buNone/>
          </a:pPr>
          <a:r>
            <a:rPr lang="en-US" sz="700" b="1" kern="1200">
              <a:solidFill>
                <a:srgbClr val="000000"/>
              </a:solidFill>
              <a:latin typeface="Arial"/>
            </a:rPr>
            <a:t>Spatial Aggregation (H3 Indexing)</a:t>
          </a:r>
          <a:endParaRPr lang="en-US" sz="700" kern="1200">
            <a:solidFill>
              <a:srgbClr val="000000"/>
            </a:solidFill>
            <a:latin typeface="Arial"/>
          </a:endParaRPr>
        </a:p>
      </dsp:txBody>
      <dsp:txXfrm>
        <a:off x="1860804" y="1651634"/>
        <a:ext cx="882396" cy="1605915"/>
      </dsp:txXfrm>
    </dsp:sp>
    <dsp:sp modelId="{ACFE2338-C501-4410-9140-E924DED5BF4F}">
      <dsp:nvSpPr>
        <dsp:cNvPr id="0" name=""/>
        <dsp:cNvSpPr/>
      </dsp:nvSpPr>
      <dsp:spPr>
        <a:xfrm>
          <a:off x="2601468" y="1201292"/>
          <a:ext cx="283464" cy="28346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3C175D-6783-4D99-AF62-7173429A79B1}">
      <dsp:nvSpPr>
        <dsp:cNvPr id="0" name=""/>
        <dsp:cNvSpPr/>
      </dsp:nvSpPr>
      <dsp:spPr>
        <a:xfrm>
          <a:off x="2743200" y="1343024"/>
          <a:ext cx="914400" cy="1914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202" tIns="0" rIns="0" bIns="0" numCol="1" spcCol="1270" anchor="t" anchorCtr="0">
          <a:noAutofit/>
        </a:bodyPr>
        <a:lstStyle/>
        <a:p>
          <a:pPr marL="0" lvl="0" indent="0" algn="l" defTabSz="311150" rtl="0">
            <a:lnSpc>
              <a:spcPct val="90000"/>
            </a:lnSpc>
            <a:spcBef>
              <a:spcPct val="0"/>
            </a:spcBef>
            <a:spcAft>
              <a:spcPct val="35000"/>
            </a:spcAft>
            <a:buNone/>
          </a:pPr>
          <a:r>
            <a:rPr lang="en-US" sz="700" b="1" kern="1200">
              <a:solidFill>
                <a:srgbClr val="000000"/>
              </a:solidFill>
              <a:latin typeface="Arial"/>
            </a:rPr>
            <a:t>Spatial Analysis &amp; Clustering</a:t>
          </a:r>
          <a:endParaRPr lang="en-US" sz="700" kern="1200">
            <a:solidFill>
              <a:srgbClr val="444444"/>
            </a:solidFill>
            <a:latin typeface="Arial"/>
          </a:endParaRPr>
        </a:p>
      </dsp:txBody>
      <dsp:txXfrm>
        <a:off x="2743200" y="1343024"/>
        <a:ext cx="914400" cy="1914525"/>
      </dsp:txXfrm>
    </dsp:sp>
    <dsp:sp modelId="{26980443-5BF3-4945-98AD-605A40C0B282}">
      <dsp:nvSpPr>
        <dsp:cNvPr id="0" name=""/>
        <dsp:cNvSpPr/>
      </dsp:nvSpPr>
      <dsp:spPr>
        <a:xfrm>
          <a:off x="3477006" y="973835"/>
          <a:ext cx="361188" cy="36118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214A11-D9CB-4E7E-A8E6-6A51D2C8257A}">
      <dsp:nvSpPr>
        <dsp:cNvPr id="0" name=""/>
        <dsp:cNvSpPr/>
      </dsp:nvSpPr>
      <dsp:spPr>
        <a:xfrm>
          <a:off x="3657600" y="1154429"/>
          <a:ext cx="914400" cy="2103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1386" tIns="0" rIns="0" bIns="0" numCol="1" spcCol="1270" anchor="t" anchorCtr="0">
          <a:noAutofit/>
        </a:bodyPr>
        <a:lstStyle/>
        <a:p>
          <a:pPr marL="0" lvl="0" indent="0" algn="l" defTabSz="311150" rtl="0">
            <a:lnSpc>
              <a:spcPct val="90000"/>
            </a:lnSpc>
            <a:spcBef>
              <a:spcPct val="0"/>
            </a:spcBef>
            <a:spcAft>
              <a:spcPct val="35000"/>
            </a:spcAft>
            <a:buNone/>
          </a:pPr>
          <a:r>
            <a:rPr lang="en-US" sz="700" b="1" kern="1200">
              <a:solidFill>
                <a:srgbClr val="000000"/>
              </a:solidFill>
              <a:latin typeface="Arial"/>
            </a:rPr>
            <a:t>Predictive Modeling</a:t>
          </a:r>
          <a:endParaRPr lang="en-US" sz="700" kern="1200">
            <a:solidFill>
              <a:srgbClr val="444444"/>
            </a:solidFill>
            <a:latin typeface="Arial"/>
          </a:endParaRPr>
        </a:p>
      </dsp:txBody>
      <dsp:txXfrm>
        <a:off x="3657600" y="1154429"/>
        <a:ext cx="914400" cy="2103120"/>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1003d90df77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1003d90df77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a:extLst>
            <a:ext uri="{FF2B5EF4-FFF2-40B4-BE49-F238E27FC236}">
              <a16:creationId xmlns:a16="http://schemas.microsoft.com/office/drawing/2014/main" id="{FCC1A1E5-843B-F3F9-C9FD-9C5B42C291DA}"/>
            </a:ext>
          </a:extLst>
        </p:cNvPr>
        <p:cNvGrpSpPr/>
        <p:nvPr/>
      </p:nvGrpSpPr>
      <p:grpSpPr>
        <a:xfrm>
          <a:off x="0" y="0"/>
          <a:ext cx="0" cy="0"/>
          <a:chOff x="0" y="0"/>
          <a:chExt cx="0" cy="0"/>
        </a:xfrm>
      </p:grpSpPr>
      <p:sp>
        <p:nvSpPr>
          <p:cNvPr id="534" name="Google Shape;534;g1185c551acd_0_44:notes">
            <a:extLst>
              <a:ext uri="{FF2B5EF4-FFF2-40B4-BE49-F238E27FC236}">
                <a16:creationId xmlns:a16="http://schemas.microsoft.com/office/drawing/2014/main" id="{3E4EB6B5-F507-AB3B-4312-88DF172177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1185c551acd_0_44:notes">
            <a:extLst>
              <a:ext uri="{FF2B5EF4-FFF2-40B4-BE49-F238E27FC236}">
                <a16:creationId xmlns:a16="http://schemas.microsoft.com/office/drawing/2014/main" id="{79622C35-86DF-49B4-2BDF-8A8CFA7F54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24583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1185c551acd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1185c551acd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Speaker Notes (Nawaf):</a:t>
            </a:r>
            <a:br>
              <a:rPr lang="en-US" b="1"/>
            </a:br>
            <a:r>
              <a:rPr lang="en-US" b="1"/>
              <a:t> Urban air pollution poses severe health risks and environmental issues globally. Particulate matter such as PM2.5 and PM10 can deeply penetrate lungs, causing chronic illnesses and higher mortality rates. Recognizing that cities differ significantly in layout, industrial activities, and weather patterns, we set out to conduct a comparative analysis of urban air quality specifically for three major U.S. metropolitan cities—New York City, Boston, and Chicago. Our research leverages advanced geospatial tools, particularly GIS combined with H3 spatial indexing, along with clustering algorithms and multivariate regression models. The overarching goal is to provide policymakers with precise, data-driven insights for improving urban air quality.</a:t>
            </a:r>
            <a:endParaRPr lang="en-US"/>
          </a:p>
        </p:txBody>
      </p:sp>
    </p:spTree>
    <p:extLst>
      <p:ext uri="{BB962C8B-B14F-4D97-AF65-F5344CB8AC3E}">
        <p14:creationId xmlns:p14="http://schemas.microsoft.com/office/powerpoint/2010/main" val="1304523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a:extLst>
            <a:ext uri="{FF2B5EF4-FFF2-40B4-BE49-F238E27FC236}">
              <a16:creationId xmlns:a16="http://schemas.microsoft.com/office/drawing/2014/main" id="{98BE2BB8-9F42-B951-A8D8-2961AAD0834A}"/>
            </a:ext>
          </a:extLst>
        </p:cNvPr>
        <p:cNvGrpSpPr/>
        <p:nvPr/>
      </p:nvGrpSpPr>
      <p:grpSpPr>
        <a:xfrm>
          <a:off x="0" y="0"/>
          <a:ext cx="0" cy="0"/>
          <a:chOff x="0" y="0"/>
          <a:chExt cx="0" cy="0"/>
        </a:xfrm>
      </p:grpSpPr>
      <p:sp>
        <p:nvSpPr>
          <p:cNvPr id="534" name="Google Shape;534;g1185c551acd_0_44:notes">
            <a:extLst>
              <a:ext uri="{FF2B5EF4-FFF2-40B4-BE49-F238E27FC236}">
                <a16:creationId xmlns:a16="http://schemas.microsoft.com/office/drawing/2014/main" id="{5C42608E-1764-1EEE-4215-C3E09F20B9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1185c551acd_0_44:notes">
            <a:extLst>
              <a:ext uri="{FF2B5EF4-FFF2-40B4-BE49-F238E27FC236}">
                <a16:creationId xmlns:a16="http://schemas.microsoft.com/office/drawing/2014/main" id="{8D05BD25-C7B2-7DC1-44A5-B958225E72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2075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ED38A-F8FC-C516-A38D-2EA1A0AF1C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7B80A1-1BAC-D37B-2BEC-CD71B13AABB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70200B5-78CF-2615-D9FF-B67A811058AF}"/>
              </a:ext>
            </a:extLst>
          </p:cNvPr>
          <p:cNvSpPr>
            <a:spLocks noGrp="1"/>
          </p:cNvSpPr>
          <p:nvPr>
            <p:ph type="body" idx="1"/>
          </p:nvPr>
        </p:nvSpPr>
        <p:spPr/>
        <p:txBody>
          <a:bodyPr/>
          <a:lstStyle/>
          <a:p>
            <a:pPr>
              <a:buNone/>
            </a:pPr>
            <a:r>
              <a:rPr lang="en-US" b="1"/>
              <a:t>Speaker Notes:</a:t>
            </a:r>
            <a:br>
              <a:rPr lang="en-US" b="1"/>
            </a:br>
            <a:r>
              <a:rPr lang="en-US" b="1"/>
              <a:t> Our research addresses four central questions critical to understanding urban air pollution dynamics: First, we investigate how air pollution concentration patterns vary spatially across New York City, Boston, and Chicago. Secondly, we identify which city experiences the greatest PM2.5 pollution burden. Thirdly, we explore weather-related factors that significantly influence urban air quality, particularly temperature and humidity. Finally, we examine whether the integration of GIS-based spatial indexing and machine learning algorithms can facilitate more accurate and standardized comparisons of air quality between diverse urban environments.</a:t>
            </a:r>
            <a:endParaRPr lang="en-US"/>
          </a:p>
        </p:txBody>
      </p:sp>
    </p:spTree>
    <p:extLst>
      <p:ext uri="{BB962C8B-B14F-4D97-AF65-F5344CB8AC3E}">
        <p14:creationId xmlns:p14="http://schemas.microsoft.com/office/powerpoint/2010/main" val="13497428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a:extLst>
            <a:ext uri="{FF2B5EF4-FFF2-40B4-BE49-F238E27FC236}">
              <a16:creationId xmlns:a16="http://schemas.microsoft.com/office/drawing/2014/main" id="{A5C7A305-4EA4-8142-E6D5-B5FC29A964E5}"/>
            </a:ext>
          </a:extLst>
        </p:cNvPr>
        <p:cNvGrpSpPr/>
        <p:nvPr/>
      </p:nvGrpSpPr>
      <p:grpSpPr>
        <a:xfrm>
          <a:off x="0" y="0"/>
          <a:ext cx="0" cy="0"/>
          <a:chOff x="0" y="0"/>
          <a:chExt cx="0" cy="0"/>
        </a:xfrm>
      </p:grpSpPr>
      <p:sp>
        <p:nvSpPr>
          <p:cNvPr id="534" name="Google Shape;534;g1185c551acd_0_44:notes">
            <a:extLst>
              <a:ext uri="{FF2B5EF4-FFF2-40B4-BE49-F238E27FC236}">
                <a16:creationId xmlns:a16="http://schemas.microsoft.com/office/drawing/2014/main" id="{542F4491-DFD5-3A14-F1DB-C20F8ACB45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1185c551acd_0_44:notes">
            <a:extLst>
              <a:ext uri="{FF2B5EF4-FFF2-40B4-BE49-F238E27FC236}">
                <a16:creationId xmlns:a16="http://schemas.microsoft.com/office/drawing/2014/main" id="{D69D25AE-7F23-7E09-46D8-3EB29B4E9A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24333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E7DDE-DEE1-146E-E6F0-FF4C9B25B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CD3655-379E-9DBC-3C41-F13422F4BC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536BFF-2E30-F001-2602-EEEFC1880D6A}"/>
              </a:ext>
            </a:extLst>
          </p:cNvPr>
          <p:cNvSpPr>
            <a:spLocks noGrp="1"/>
          </p:cNvSpPr>
          <p:nvPr>
            <p:ph type="body" idx="1"/>
          </p:nvPr>
        </p:nvSpPr>
        <p:spPr/>
        <p:txBody>
          <a:bodyPr/>
          <a:lstStyle/>
          <a:p>
            <a:pPr>
              <a:buNone/>
            </a:pPr>
            <a:r>
              <a:rPr lang="en-US" b="1"/>
              <a:t>Speaker Notes:</a:t>
            </a:r>
            <a:br>
              <a:rPr lang="en-US" b="1"/>
            </a:br>
            <a:r>
              <a:rPr lang="en-US" b="1"/>
              <a:t> Existing research has extensively explored the integration of urban mobility patterns with air pollution analysis. Notably, Al </a:t>
            </a:r>
            <a:r>
              <a:rPr lang="en-US" b="1" err="1"/>
              <a:t>Jawarneh</a:t>
            </a:r>
            <a:r>
              <a:rPr lang="en-US" b="1"/>
              <a:t> et al. developed methods for handling heterogeneous mobility data and real-time analytics, foundational for our comparative approach. Additional relevant research includes Bandeira’s study on land-use impacts, Austin’s application of clustering techniques to air quality data, and Ross’s spatial-temporal estimation modeling in New York. These studies collectively underscore the necessity of advanced spatial and analytical methods—informing our methodological approach to comparing urban air quality.</a:t>
            </a:r>
            <a:endParaRPr lang="en-US"/>
          </a:p>
          <a:p>
            <a:pPr>
              <a:buNone/>
            </a:pPr>
            <a:endParaRPr lang="en-US" b="1"/>
          </a:p>
        </p:txBody>
      </p:sp>
    </p:spTree>
    <p:extLst>
      <p:ext uri="{BB962C8B-B14F-4D97-AF65-F5344CB8AC3E}">
        <p14:creationId xmlns:p14="http://schemas.microsoft.com/office/powerpoint/2010/main" val="18434995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1185c551acd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1185c551acd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29944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1185c551acd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1185c551acd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endParaRPr lang="en-US"/>
          </a:p>
        </p:txBody>
      </p:sp>
    </p:spTree>
    <p:extLst>
      <p:ext uri="{BB962C8B-B14F-4D97-AF65-F5344CB8AC3E}">
        <p14:creationId xmlns:p14="http://schemas.microsoft.com/office/powerpoint/2010/main" val="28869784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a:extLst>
            <a:ext uri="{FF2B5EF4-FFF2-40B4-BE49-F238E27FC236}">
              <a16:creationId xmlns:a16="http://schemas.microsoft.com/office/drawing/2014/main" id="{65AA2CCF-EB1C-1E18-5FD1-459EDAB3D64A}"/>
            </a:ext>
          </a:extLst>
        </p:cNvPr>
        <p:cNvGrpSpPr/>
        <p:nvPr/>
      </p:nvGrpSpPr>
      <p:grpSpPr>
        <a:xfrm>
          <a:off x="0" y="0"/>
          <a:ext cx="0" cy="0"/>
          <a:chOff x="0" y="0"/>
          <a:chExt cx="0" cy="0"/>
        </a:xfrm>
      </p:grpSpPr>
      <p:sp>
        <p:nvSpPr>
          <p:cNvPr id="629" name="Google Shape;629;g1185c551acd_0_50:notes">
            <a:extLst>
              <a:ext uri="{FF2B5EF4-FFF2-40B4-BE49-F238E27FC236}">
                <a16:creationId xmlns:a16="http://schemas.microsoft.com/office/drawing/2014/main" id="{17398207-464D-3890-C1C8-032B76AB56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1185c551acd_0_50:notes">
            <a:extLst>
              <a:ext uri="{FF2B5EF4-FFF2-40B4-BE49-F238E27FC236}">
                <a16:creationId xmlns:a16="http://schemas.microsoft.com/office/drawing/2014/main" id="{6F059DBA-9FDC-C1B7-CD6F-2BE9685FC7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29125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a:extLst>
            <a:ext uri="{FF2B5EF4-FFF2-40B4-BE49-F238E27FC236}">
              <a16:creationId xmlns:a16="http://schemas.microsoft.com/office/drawing/2014/main" id="{D1B25A27-13CF-616A-CA67-A951806C3418}"/>
            </a:ext>
          </a:extLst>
        </p:cNvPr>
        <p:cNvGrpSpPr/>
        <p:nvPr/>
      </p:nvGrpSpPr>
      <p:grpSpPr>
        <a:xfrm>
          <a:off x="0" y="0"/>
          <a:ext cx="0" cy="0"/>
          <a:chOff x="0" y="0"/>
          <a:chExt cx="0" cy="0"/>
        </a:xfrm>
      </p:grpSpPr>
      <p:sp>
        <p:nvSpPr>
          <p:cNvPr id="629" name="Google Shape;629;g1185c551acd_0_50:notes">
            <a:extLst>
              <a:ext uri="{FF2B5EF4-FFF2-40B4-BE49-F238E27FC236}">
                <a16:creationId xmlns:a16="http://schemas.microsoft.com/office/drawing/2014/main" id="{D975B33A-4CB5-5362-1434-FE2846F199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1185c551acd_0_50:notes">
            <a:extLst>
              <a:ext uri="{FF2B5EF4-FFF2-40B4-BE49-F238E27FC236}">
                <a16:creationId xmlns:a16="http://schemas.microsoft.com/office/drawing/2014/main" id="{582150D5-D729-AE45-4081-A15C231CA0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77247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a:extLst>
            <a:ext uri="{FF2B5EF4-FFF2-40B4-BE49-F238E27FC236}">
              <a16:creationId xmlns:a16="http://schemas.microsoft.com/office/drawing/2014/main" id="{FB6D8446-562D-02C9-1AB6-BFE8FC412F48}"/>
            </a:ext>
          </a:extLst>
        </p:cNvPr>
        <p:cNvGrpSpPr/>
        <p:nvPr/>
      </p:nvGrpSpPr>
      <p:grpSpPr>
        <a:xfrm>
          <a:off x="0" y="0"/>
          <a:ext cx="0" cy="0"/>
          <a:chOff x="0" y="0"/>
          <a:chExt cx="0" cy="0"/>
        </a:xfrm>
      </p:grpSpPr>
      <p:sp>
        <p:nvSpPr>
          <p:cNvPr id="629" name="Google Shape;629;g1185c551acd_0_50:notes">
            <a:extLst>
              <a:ext uri="{FF2B5EF4-FFF2-40B4-BE49-F238E27FC236}">
                <a16:creationId xmlns:a16="http://schemas.microsoft.com/office/drawing/2014/main" id="{CF17272A-8193-59DA-9464-043869AEFB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1185c551acd_0_50:notes">
            <a:extLst>
              <a:ext uri="{FF2B5EF4-FFF2-40B4-BE49-F238E27FC236}">
                <a16:creationId xmlns:a16="http://schemas.microsoft.com/office/drawing/2014/main" id="{BD795B99-9AF4-886E-55D2-20F16E27A8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42656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a:extLst>
            <a:ext uri="{FF2B5EF4-FFF2-40B4-BE49-F238E27FC236}">
              <a16:creationId xmlns:a16="http://schemas.microsoft.com/office/drawing/2014/main" id="{00431744-1DC4-4528-FDEE-A78484FD23A0}"/>
            </a:ext>
          </a:extLst>
        </p:cNvPr>
        <p:cNvGrpSpPr/>
        <p:nvPr/>
      </p:nvGrpSpPr>
      <p:grpSpPr>
        <a:xfrm>
          <a:off x="0" y="0"/>
          <a:ext cx="0" cy="0"/>
          <a:chOff x="0" y="0"/>
          <a:chExt cx="0" cy="0"/>
        </a:xfrm>
      </p:grpSpPr>
      <p:sp>
        <p:nvSpPr>
          <p:cNvPr id="629" name="Google Shape;629;g1185c551acd_0_50:notes">
            <a:extLst>
              <a:ext uri="{FF2B5EF4-FFF2-40B4-BE49-F238E27FC236}">
                <a16:creationId xmlns:a16="http://schemas.microsoft.com/office/drawing/2014/main" id="{7B0C4D1A-33F6-4346-B7E0-16321A2A00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1185c551acd_0_50:notes">
            <a:extLst>
              <a:ext uri="{FF2B5EF4-FFF2-40B4-BE49-F238E27FC236}">
                <a16:creationId xmlns:a16="http://schemas.microsoft.com/office/drawing/2014/main" id="{EC95239F-0581-5D74-185B-3A40E941CD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34774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1185c551acd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1185c551acd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2970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0784E-4604-968D-55AB-CB9B1074C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71CDC3-E1C9-C693-F8BD-1B7DB50901E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AE6768F-084A-A25C-E4EE-1C9FB1470530}"/>
              </a:ext>
            </a:extLst>
          </p:cNvPr>
          <p:cNvSpPr>
            <a:spLocks noGrp="1"/>
          </p:cNvSpPr>
          <p:nvPr>
            <p:ph type="body" idx="1"/>
          </p:nvPr>
        </p:nvSpPr>
        <p:spPr/>
        <p:txBody>
          <a:bodyPr/>
          <a:lstStyle/>
          <a:p>
            <a:pPr>
              <a:buNone/>
            </a:pPr>
            <a:r>
              <a:rPr lang="en-US" b="1"/>
              <a:t>Speaker Notes:</a:t>
            </a:r>
            <a:br>
              <a:rPr lang="en-US" b="1"/>
            </a:br>
            <a:r>
              <a:rPr lang="en-US" b="1"/>
              <a:t> To ensure the robustness and reliability of our predictive modeling, we employed rigorous validation techniques, specifically bootstrapping and Root Mean Square Error (RMSE). Bootstrapping involved repeatedly resampling our dataset to evaluate the stability of our regression coefficients, providing confidence in our findings. Meanwhile, RMSE assessed predictive accuracy, quantifying the difference between observed and predicted values to verify model precision and reliability across diverse urban environments.</a:t>
            </a:r>
            <a:endParaRPr lang="en-US"/>
          </a:p>
        </p:txBody>
      </p:sp>
    </p:spTree>
    <p:extLst>
      <p:ext uri="{BB962C8B-B14F-4D97-AF65-F5344CB8AC3E}">
        <p14:creationId xmlns:p14="http://schemas.microsoft.com/office/powerpoint/2010/main" val="11849294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A7524-0D43-23A5-DE42-D4DC683CEA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2F63B1-D573-508F-DC13-C4E243C69F1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93C5FF3-CA80-4E88-9532-C2ED3A2EE865}"/>
              </a:ext>
            </a:extLst>
          </p:cNvPr>
          <p:cNvSpPr>
            <a:spLocks noGrp="1"/>
          </p:cNvSpPr>
          <p:nvPr>
            <p:ph type="body" idx="1"/>
          </p:nvPr>
        </p:nvSpPr>
        <p:spPr/>
        <p:txBody>
          <a:bodyPr/>
          <a:lstStyle/>
          <a:p>
            <a:pPr>
              <a:buNone/>
            </a:pPr>
            <a:r>
              <a:rPr lang="en-US" b="1"/>
              <a:t>Speaker Notes:</a:t>
            </a:r>
            <a:br>
              <a:rPr lang="en-US" b="1"/>
            </a:br>
            <a:r>
              <a:rPr lang="en-US" b="1"/>
              <a:t> To ensure the robustness and reliability of our predictive modeling, we employed rigorous validation techniques, specifically bootstrapping and Root Mean Square Error (RMSE). Bootstrapping involved repeatedly resampling our dataset to evaluate the stability of our regression coefficients, providing confidence in our findings. Meanwhile, RMSE assessed predictive accuracy, quantifying the difference between observed and predicted values to verify model precision and reliability across diverse urban environments.</a:t>
            </a:r>
            <a:endParaRPr lang="en-US"/>
          </a:p>
        </p:txBody>
      </p:sp>
    </p:spTree>
    <p:extLst>
      <p:ext uri="{BB962C8B-B14F-4D97-AF65-F5344CB8AC3E}">
        <p14:creationId xmlns:p14="http://schemas.microsoft.com/office/powerpoint/2010/main" val="23281124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DFF55-5235-557E-534A-A6E9A464E4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31AF37-3503-7583-84E8-600C605DCF5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60D1826-A4B9-0F0B-D7BD-7FFB428A303D}"/>
              </a:ext>
            </a:extLst>
          </p:cNvPr>
          <p:cNvSpPr>
            <a:spLocks noGrp="1"/>
          </p:cNvSpPr>
          <p:nvPr>
            <p:ph type="body" idx="1"/>
          </p:nvPr>
        </p:nvSpPr>
        <p:spPr/>
        <p:txBody>
          <a:bodyPr/>
          <a:lstStyle/>
          <a:p>
            <a:pPr>
              <a:buNone/>
            </a:pPr>
            <a:r>
              <a:rPr lang="en-US" b="1"/>
              <a:t>Speaker Notes:</a:t>
            </a:r>
            <a:br>
              <a:rPr lang="en-US" b="1"/>
            </a:br>
            <a:r>
              <a:rPr lang="en-US" b="1"/>
              <a:t> To ensure the robustness and reliability of our predictive modeling, we employed rigorous validation techniques, specifically bootstrapping and Root Mean Square Error (RMSE). Bootstrapping involved repeatedly resampling our dataset to evaluate the stability of our regression coefficients, providing confidence in our findings. Meanwhile, RMSE assessed predictive accuracy, quantifying the difference between observed and predicted values to verify model precision and reliability across diverse urban environments.</a:t>
            </a:r>
            <a:endParaRPr lang="en-US"/>
          </a:p>
        </p:txBody>
      </p:sp>
    </p:spTree>
    <p:extLst>
      <p:ext uri="{BB962C8B-B14F-4D97-AF65-F5344CB8AC3E}">
        <p14:creationId xmlns:p14="http://schemas.microsoft.com/office/powerpoint/2010/main" val="36899566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1185c551acd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1185c551acd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99540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D1303-291B-2D7F-2421-3CBA574834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02EDD8-38F4-6A52-D5E1-070F7DA444B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7159FED-C38E-405F-D0D8-8FA0B4109DAD}"/>
              </a:ext>
            </a:extLst>
          </p:cNvPr>
          <p:cNvSpPr>
            <a:spLocks noGrp="1"/>
          </p:cNvSpPr>
          <p:nvPr>
            <p:ph type="body" idx="1"/>
          </p:nvPr>
        </p:nvSpPr>
        <p:spPr/>
        <p:txBody>
          <a:bodyPr/>
          <a:lstStyle/>
          <a:p>
            <a:pPr>
              <a:buNone/>
            </a:pPr>
            <a:r>
              <a:rPr lang="en-US" b="1"/>
              <a:t>Speaker Notes:</a:t>
            </a:r>
            <a:endParaRPr lang="en-US"/>
          </a:p>
          <a:p>
            <a:pPr>
              <a:buNone/>
            </a:pPr>
            <a:r>
              <a:rPr lang="en-US" b="1"/>
              <a:t>Our comprehensive analysis revealed significant variations in air quality among the three cities.</a:t>
            </a:r>
            <a:endParaRPr lang="en-US"/>
          </a:p>
          <a:p>
            <a:pPr>
              <a:buNone/>
            </a:pPr>
            <a:endParaRPr lang="en-US" b="1"/>
          </a:p>
          <a:p>
            <a:pPr>
              <a:buNone/>
            </a:pPr>
            <a:r>
              <a:rPr lang="en-US" b="1"/>
              <a:t>Chicago exhibited notably higher average PM2.5 concentrations compared to New York City and Boston,</a:t>
            </a:r>
            <a:endParaRPr lang="en-US"/>
          </a:p>
          <a:p>
            <a:pPr>
              <a:buNone/>
            </a:pPr>
            <a:r>
              <a:rPr lang="en-US" b="1"/>
              <a:t>Indicating specific urban dynamics influencing pollution levels.</a:t>
            </a:r>
            <a:endParaRPr lang="en-US"/>
          </a:p>
          <a:p>
            <a:pPr>
              <a:buNone/>
            </a:pPr>
            <a:endParaRPr lang="en-US" b="1"/>
          </a:p>
          <a:p>
            <a:pPr>
              <a:buNone/>
            </a:pPr>
            <a:r>
              <a:rPr lang="en-US" b="1"/>
              <a:t>Pollution clusters identified through spatial indexing predominantly align with transportation and industrial activities.</a:t>
            </a:r>
            <a:endParaRPr lang="en-US"/>
          </a:p>
          <a:p>
            <a:pPr>
              <a:buNone/>
            </a:pPr>
            <a:endParaRPr lang="en-US" b="1"/>
          </a:p>
          <a:p>
            <a:pPr>
              <a:buNone/>
            </a:pPr>
            <a:r>
              <a:rPr lang="en-US" b="1"/>
              <a:t>Meteorological conditions, particularly temperature and humidity, substantially influence PM2.5 concentrations,</a:t>
            </a:r>
            <a:endParaRPr lang="en-US"/>
          </a:p>
          <a:p>
            <a:pPr>
              <a:buNone/>
            </a:pPr>
            <a:r>
              <a:rPr lang="en-US" b="1"/>
              <a:t>highlighting the importance of seasonal strategies for air quality management.</a:t>
            </a:r>
            <a:endParaRPr lang="en-US"/>
          </a:p>
          <a:p>
            <a:pPr>
              <a:buNone/>
            </a:pPr>
            <a:endParaRPr lang="en-US" b="1"/>
          </a:p>
          <a:p>
            <a:pPr>
              <a:buNone/>
            </a:pPr>
            <a:r>
              <a:rPr lang="en-US" b="1"/>
              <a:t>The utilization of GIS-based H3 indexing was critical for enabling fair and standardized spatial comparisons across cities,</a:t>
            </a:r>
            <a:endParaRPr lang="en-US"/>
          </a:p>
          <a:p>
            <a:pPr>
              <a:buNone/>
            </a:pPr>
            <a:r>
              <a:rPr lang="en-US" b="1"/>
              <a:t>despite their intrinsic structural differences.</a:t>
            </a:r>
            <a:endParaRPr lang="en-US"/>
          </a:p>
        </p:txBody>
      </p:sp>
    </p:spTree>
    <p:extLst>
      <p:ext uri="{BB962C8B-B14F-4D97-AF65-F5344CB8AC3E}">
        <p14:creationId xmlns:p14="http://schemas.microsoft.com/office/powerpoint/2010/main" val="15800191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a:extLst>
            <a:ext uri="{FF2B5EF4-FFF2-40B4-BE49-F238E27FC236}">
              <a16:creationId xmlns:a16="http://schemas.microsoft.com/office/drawing/2014/main" id="{8F6C6EED-7D36-E26E-B21D-53CEBED6E09A}"/>
            </a:ext>
          </a:extLst>
        </p:cNvPr>
        <p:cNvGrpSpPr/>
        <p:nvPr/>
      </p:nvGrpSpPr>
      <p:grpSpPr>
        <a:xfrm>
          <a:off x="0" y="0"/>
          <a:ext cx="0" cy="0"/>
          <a:chOff x="0" y="0"/>
          <a:chExt cx="0" cy="0"/>
        </a:xfrm>
      </p:grpSpPr>
      <p:sp>
        <p:nvSpPr>
          <p:cNvPr id="534" name="Google Shape;534;g1185c551acd_0_44:notes">
            <a:extLst>
              <a:ext uri="{FF2B5EF4-FFF2-40B4-BE49-F238E27FC236}">
                <a16:creationId xmlns:a16="http://schemas.microsoft.com/office/drawing/2014/main" id="{107A5065-F378-EB62-C1D7-36AABADB0A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1185c551acd_0_44:notes">
            <a:extLst>
              <a:ext uri="{FF2B5EF4-FFF2-40B4-BE49-F238E27FC236}">
                <a16:creationId xmlns:a16="http://schemas.microsoft.com/office/drawing/2014/main" id="{5644F3AD-A348-443A-826A-D57A03FDDF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86401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4CF2F-4968-9E52-2BF9-3774B6C477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C8E8F6-C580-4427-55A5-68EA5507381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83C4CE8-1EDD-490A-E088-311C2D9A4028}"/>
              </a:ext>
            </a:extLst>
          </p:cNvPr>
          <p:cNvSpPr>
            <a:spLocks noGrp="1"/>
          </p:cNvSpPr>
          <p:nvPr>
            <p:ph type="body" idx="1"/>
          </p:nvPr>
        </p:nvSpPr>
        <p:spPr/>
        <p:txBody>
          <a:bodyPr/>
          <a:lstStyle/>
          <a:p>
            <a:pPr>
              <a:buNone/>
            </a:pPr>
            <a:r>
              <a:rPr lang="en-US" b="1"/>
              <a:t>Speaker Notes:</a:t>
            </a:r>
            <a:endParaRPr lang="en-US"/>
          </a:p>
          <a:p>
            <a:pPr>
              <a:buNone/>
            </a:pPr>
            <a:r>
              <a:rPr lang="en-US" b="1"/>
              <a:t>Given our findings, we propose several targeted policy recommendations.</a:t>
            </a:r>
            <a:endParaRPr lang="en-US"/>
          </a:p>
          <a:p>
            <a:pPr>
              <a:buNone/>
            </a:pPr>
            <a:endParaRPr lang="en-US" b="1"/>
          </a:p>
          <a:p>
            <a:pPr>
              <a:buNone/>
            </a:pPr>
            <a:r>
              <a:rPr lang="en-US" b="1"/>
              <a:t>First, regulations must be city-specific, reflecting unique local pollution patterns.</a:t>
            </a:r>
            <a:endParaRPr lang="en-US"/>
          </a:p>
          <a:p>
            <a:pPr>
              <a:buNone/>
            </a:pPr>
            <a:endParaRPr lang="en-US" b="1"/>
          </a:p>
          <a:p>
            <a:pPr>
              <a:buNone/>
            </a:pPr>
            <a:r>
              <a:rPr lang="en-US" b="1"/>
              <a:t>Second, urban planners should focus on reducing vehicle emissions in identified high-pollution zones</a:t>
            </a:r>
            <a:endParaRPr lang="en-US"/>
          </a:p>
          <a:p>
            <a:pPr>
              <a:buNone/>
            </a:pPr>
            <a:r>
              <a:rPr lang="en-US" b="1"/>
              <a:t>through improved traffic management strategies.</a:t>
            </a:r>
            <a:endParaRPr lang="en-US"/>
          </a:p>
          <a:p>
            <a:pPr>
              <a:buNone/>
            </a:pPr>
            <a:endParaRPr lang="en-US" b="1"/>
          </a:p>
          <a:p>
            <a:pPr>
              <a:buNone/>
            </a:pPr>
            <a:r>
              <a:rPr lang="en-US" b="1"/>
              <a:t>Third, integrating weather forecasting into air quality prediction systems could significantly enhance the precision </a:t>
            </a:r>
            <a:endParaRPr lang="en-US"/>
          </a:p>
          <a:p>
            <a:pPr>
              <a:buNone/>
            </a:pPr>
            <a:r>
              <a:rPr lang="en-US" b="1"/>
              <a:t>Of public health warnings, ensuring timely and effective responses to potential air quality deteriorations.</a:t>
            </a:r>
            <a:endParaRPr lang="en-US"/>
          </a:p>
        </p:txBody>
      </p:sp>
    </p:spTree>
    <p:extLst>
      <p:ext uri="{BB962C8B-B14F-4D97-AF65-F5344CB8AC3E}">
        <p14:creationId xmlns:p14="http://schemas.microsoft.com/office/powerpoint/2010/main" val="42738444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a:extLst>
            <a:ext uri="{FF2B5EF4-FFF2-40B4-BE49-F238E27FC236}">
              <a16:creationId xmlns:a16="http://schemas.microsoft.com/office/drawing/2014/main" id="{C2913290-3E55-86B3-1743-3363D0289AA3}"/>
            </a:ext>
          </a:extLst>
        </p:cNvPr>
        <p:cNvGrpSpPr/>
        <p:nvPr/>
      </p:nvGrpSpPr>
      <p:grpSpPr>
        <a:xfrm>
          <a:off x="0" y="0"/>
          <a:ext cx="0" cy="0"/>
          <a:chOff x="0" y="0"/>
          <a:chExt cx="0" cy="0"/>
        </a:xfrm>
      </p:grpSpPr>
      <p:sp>
        <p:nvSpPr>
          <p:cNvPr id="534" name="Google Shape;534;g1185c551acd_0_44:notes">
            <a:extLst>
              <a:ext uri="{FF2B5EF4-FFF2-40B4-BE49-F238E27FC236}">
                <a16:creationId xmlns:a16="http://schemas.microsoft.com/office/drawing/2014/main" id="{A01B4E2E-362F-7D1B-A496-320E0FFA27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1185c551acd_0_44:notes">
            <a:extLst>
              <a:ext uri="{FF2B5EF4-FFF2-40B4-BE49-F238E27FC236}">
                <a16:creationId xmlns:a16="http://schemas.microsoft.com/office/drawing/2014/main" id="{C5849A34-0BC1-6824-0920-BDB834E9C1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56466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7972E-75CB-A17E-A150-52276DFA34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36805-4F8D-630D-A296-743B20154D2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B36E3DF-2529-AA3E-BA86-D0A40786F17F}"/>
              </a:ext>
            </a:extLst>
          </p:cNvPr>
          <p:cNvSpPr>
            <a:spLocks noGrp="1"/>
          </p:cNvSpPr>
          <p:nvPr>
            <p:ph type="body" idx="1"/>
          </p:nvPr>
        </p:nvSpPr>
        <p:spPr/>
        <p:txBody>
          <a:bodyPr/>
          <a:lstStyle/>
          <a:p>
            <a:pPr marL="171450" indent="-171450"/>
            <a:r>
              <a:rPr lang="en-US" b="1"/>
              <a:t>Input Data Sources</a:t>
            </a:r>
            <a:endParaRPr lang="en-US"/>
          </a:p>
          <a:p>
            <a:pPr marL="1085850" lvl="1" indent="-171450"/>
            <a:r>
              <a:rPr lang="en-US"/>
              <a:t>PM2.5, PM10, NO2</a:t>
            </a:r>
          </a:p>
          <a:p>
            <a:pPr marL="1085850" lvl="1" indent="-171450"/>
            <a:r>
              <a:rPr lang="en-US"/>
              <a:t>Temperature, Humidity</a:t>
            </a:r>
          </a:p>
          <a:p>
            <a:pPr marL="1085850" lvl="1" indent="-171450"/>
            <a:r>
              <a:rPr lang="en-US"/>
              <a:t>Sensor locations (coordinates)</a:t>
            </a:r>
          </a:p>
          <a:p>
            <a:pPr lvl="1" indent="0">
              <a:buNone/>
            </a:pPr>
            <a:r>
              <a:rPr lang="en-US"/>
              <a:t>⬇️ (arrow pointing downward)</a:t>
            </a:r>
          </a:p>
          <a:p>
            <a:pPr marL="171450" indent="-171450"/>
            <a:r>
              <a:rPr lang="en-US" b="1"/>
              <a:t>Data Collection &amp; Preprocessing</a:t>
            </a:r>
            <a:endParaRPr lang="en-US"/>
          </a:p>
          <a:p>
            <a:pPr marL="1085850" lvl="1" indent="-171450"/>
            <a:r>
              <a:rPr lang="en-US"/>
              <a:t>Time synchronization</a:t>
            </a:r>
          </a:p>
          <a:p>
            <a:pPr marL="1085850" lvl="1" indent="-171450"/>
            <a:r>
              <a:rPr lang="en-US"/>
              <a:t>Missing value handling</a:t>
            </a:r>
          </a:p>
          <a:p>
            <a:pPr marL="1085850" lvl="1" indent="-171450"/>
            <a:r>
              <a:rPr lang="en-US"/>
              <a:t>Outlier detection and removal</a:t>
            </a:r>
          </a:p>
          <a:p>
            <a:pPr lvl="1" indent="0">
              <a:buNone/>
            </a:pPr>
            <a:r>
              <a:rPr lang="en-US"/>
              <a:t>⬇️</a:t>
            </a:r>
          </a:p>
          <a:p>
            <a:pPr lvl="1" indent="0">
              <a:buNone/>
            </a:pPr>
            <a:r>
              <a:rPr lang="en-US" b="1"/>
              <a:t>Spatial Aggregation (H3 Indexing)</a:t>
            </a:r>
            <a:endParaRPr lang="en-US"/>
          </a:p>
          <a:p>
            <a:pPr marL="1085850" lvl="1" indent="-171450"/>
            <a:r>
              <a:rPr lang="en-US"/>
              <a:t>Hexagonal spatial indexing</a:t>
            </a:r>
          </a:p>
          <a:p>
            <a:pPr marL="1085850" lvl="1" indent="-171450"/>
            <a:r>
              <a:rPr lang="en-US"/>
              <a:t>Feature engineering</a:t>
            </a:r>
          </a:p>
          <a:p>
            <a:pPr marL="1085850" lvl="1" indent="-171450"/>
            <a:r>
              <a:rPr lang="en-US"/>
              <a:t>Standardization of data (Resolution 9)</a:t>
            </a:r>
          </a:p>
          <a:p>
            <a:pPr lvl="1" indent="0">
              <a:buNone/>
            </a:pPr>
            <a:r>
              <a:rPr lang="en-US"/>
              <a:t>⬇️</a:t>
            </a:r>
          </a:p>
          <a:p>
            <a:pPr marL="171450" indent="-171450"/>
            <a:r>
              <a:rPr lang="en-US" b="1"/>
              <a:t>Spatial Analysis &amp; Clustering</a:t>
            </a:r>
            <a:endParaRPr lang="en-US"/>
          </a:p>
          <a:p>
            <a:pPr marL="1085850" lvl="1" indent="-171450"/>
            <a:r>
              <a:rPr lang="en-US"/>
              <a:t>K-Means clustering</a:t>
            </a:r>
          </a:p>
          <a:p>
            <a:pPr marL="1085850" lvl="1" indent="-171450"/>
            <a:r>
              <a:rPr lang="en-US"/>
              <a:t>Identification of pollution zones</a:t>
            </a:r>
          </a:p>
          <a:p>
            <a:pPr marL="1085850" lvl="1" indent="-171450"/>
            <a:r>
              <a:rPr lang="en-US"/>
              <a:t>Cluster profiling (low, medium, high pollution)</a:t>
            </a:r>
          </a:p>
          <a:p>
            <a:pPr lvl="1" indent="0">
              <a:buNone/>
            </a:pPr>
            <a:r>
              <a:rPr lang="en-US"/>
              <a:t>⬇️</a:t>
            </a:r>
          </a:p>
          <a:p>
            <a:pPr marL="171450" indent="-171450"/>
            <a:r>
              <a:rPr lang="en-US" b="1"/>
              <a:t>Predictive Modeling</a:t>
            </a:r>
            <a:endParaRPr lang="en-US"/>
          </a:p>
          <a:p>
            <a:pPr marL="1085850" lvl="1" indent="-171450"/>
            <a:r>
              <a:rPr lang="en-US"/>
              <a:t>Multivariate regression (PM2.5 predicted by weather factors)</a:t>
            </a:r>
          </a:p>
          <a:p>
            <a:pPr marL="1085850" lvl="1" indent="-171450"/>
            <a:r>
              <a:rPr lang="en-US"/>
              <a:t>Validation methods (Bootstrapping, RMSE)</a:t>
            </a:r>
          </a:p>
          <a:p>
            <a:pPr lvl="1" indent="0">
              <a:buNone/>
            </a:pPr>
            <a:r>
              <a:rPr lang="en-US"/>
              <a:t>⬇️</a:t>
            </a:r>
          </a:p>
          <a:p>
            <a:pPr marL="171450" indent="-171450"/>
            <a:r>
              <a:rPr lang="en-US" b="1"/>
              <a:t>Interpretation of Results</a:t>
            </a:r>
            <a:endParaRPr lang="en-US"/>
          </a:p>
          <a:p>
            <a:pPr marL="1085850" lvl="1" indent="-171450"/>
            <a:r>
              <a:rPr lang="en-US"/>
              <a:t>Comparative analysis</a:t>
            </a:r>
          </a:p>
          <a:p>
            <a:pPr marL="1085850" lvl="1" indent="-171450"/>
            <a:r>
              <a:rPr lang="en-US"/>
              <a:t>Hotspot identification</a:t>
            </a:r>
          </a:p>
          <a:p>
            <a:pPr marL="1085850" lvl="1" indent="-171450"/>
            <a:r>
              <a:rPr lang="en-US"/>
              <a:t>Weather impact analysis</a:t>
            </a:r>
          </a:p>
          <a:p>
            <a:pPr lvl="1" indent="0">
              <a:buNone/>
            </a:pPr>
            <a:r>
              <a:rPr lang="en-US"/>
              <a:t>⬇️</a:t>
            </a:r>
          </a:p>
          <a:p>
            <a:pPr marL="171450" indent="-171450"/>
            <a:r>
              <a:rPr lang="en-US" b="1"/>
              <a:t>Policy Recommendations</a:t>
            </a:r>
            <a:endParaRPr lang="en-US"/>
          </a:p>
          <a:p>
            <a:pPr marL="1085850" lvl="1" indent="-171450"/>
            <a:r>
              <a:rPr lang="en-US"/>
              <a:t>City-specific strategies</a:t>
            </a:r>
          </a:p>
          <a:p>
            <a:pPr marL="1085850" lvl="1" indent="-171450"/>
            <a:r>
              <a:rPr lang="en-US"/>
              <a:t>Traffic emission management</a:t>
            </a:r>
          </a:p>
          <a:p>
            <a:pPr marL="1085850" lvl="1" indent="-171450"/>
            <a:r>
              <a:rPr lang="en-US"/>
              <a:t>Integration with weather forecasts for air quality alerts</a:t>
            </a:r>
          </a:p>
          <a:p>
            <a:pPr>
              <a:buNone/>
            </a:pPr>
            <a:endParaRPr lang="en-US" b="1"/>
          </a:p>
          <a:p>
            <a:pPr>
              <a:buNone/>
            </a:pPr>
            <a:endParaRPr lang="en-US" b="1"/>
          </a:p>
          <a:p>
            <a:pPr>
              <a:buNone/>
            </a:pPr>
            <a:r>
              <a:rPr lang="en-US" b="1"/>
              <a:t>Speaker Notes:</a:t>
            </a:r>
            <a:endParaRPr lang="en-US"/>
          </a:p>
          <a:p>
            <a:pPr>
              <a:buNone/>
            </a:pPr>
            <a:r>
              <a:rPr lang="en-US" b="1"/>
              <a:t>In conclusion, our study underscores the critical importance of localized air quality management strategies, supported by</a:t>
            </a:r>
            <a:endParaRPr lang="en-US"/>
          </a:p>
          <a:p>
            <a:pPr>
              <a:buNone/>
            </a:pPr>
            <a:r>
              <a:rPr lang="en-US" b="1"/>
              <a:t>robust geospatial analytics and predictive modeling techniques.</a:t>
            </a:r>
            <a:endParaRPr lang="en-US"/>
          </a:p>
          <a:p>
            <a:pPr>
              <a:buNone/>
            </a:pPr>
            <a:endParaRPr lang="en-US" b="1"/>
          </a:p>
          <a:p>
            <a:pPr>
              <a:buNone/>
            </a:pPr>
            <a:r>
              <a:rPr lang="en-US" b="1"/>
              <a:t>Significant intercity differences necessitate tailored approaches rather than broad national policies.</a:t>
            </a:r>
            <a:endParaRPr lang="en-US"/>
          </a:p>
          <a:p>
            <a:pPr>
              <a:buNone/>
            </a:pPr>
            <a:endParaRPr lang="en-US" b="1"/>
          </a:p>
          <a:p>
            <a:pPr>
              <a:buNone/>
            </a:pPr>
            <a:r>
              <a:rPr lang="en-US" b="1"/>
              <a:t>Moving forward, expanding this analytical framework to additional cities and incorporating broader environmental factors</a:t>
            </a:r>
            <a:endParaRPr lang="en-US"/>
          </a:p>
          <a:p>
            <a:pPr>
              <a:buNone/>
            </a:pPr>
            <a:r>
              <a:rPr lang="en-US" b="1"/>
              <a:t>like urban mobility could further refine understanding and improve policy effectiveness.</a:t>
            </a:r>
            <a:endParaRPr lang="en-US"/>
          </a:p>
          <a:p>
            <a:pPr>
              <a:buNone/>
            </a:pPr>
            <a:endParaRPr lang="en-US" b="1"/>
          </a:p>
          <a:p>
            <a:pPr>
              <a:buNone/>
            </a:pPr>
            <a:r>
              <a:rPr lang="en-US" b="1"/>
              <a:t>Longitudinal studies to track changes over time are highly recommended,</a:t>
            </a:r>
            <a:endParaRPr lang="en-US"/>
          </a:p>
          <a:p>
            <a:pPr>
              <a:buNone/>
            </a:pPr>
            <a:r>
              <a:rPr lang="en-US" b="1"/>
              <a:t>providing deeper insights into the evolving nature of urban air pollution and supporting sustained improvements in</a:t>
            </a:r>
            <a:endParaRPr lang="en-US"/>
          </a:p>
          <a:p>
            <a:pPr>
              <a:buNone/>
            </a:pPr>
            <a:r>
              <a:rPr lang="en-US" b="1"/>
              <a:t>public health and environmental quality.</a:t>
            </a:r>
            <a:endParaRPr lang="en-US"/>
          </a:p>
        </p:txBody>
      </p:sp>
    </p:spTree>
    <p:extLst>
      <p:ext uri="{BB962C8B-B14F-4D97-AF65-F5344CB8AC3E}">
        <p14:creationId xmlns:p14="http://schemas.microsoft.com/office/powerpoint/2010/main" val="10299879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a:extLst>
            <a:ext uri="{FF2B5EF4-FFF2-40B4-BE49-F238E27FC236}">
              <a16:creationId xmlns:a16="http://schemas.microsoft.com/office/drawing/2014/main" id="{381D5AE1-C937-2AEE-2313-661501016636}"/>
            </a:ext>
          </a:extLst>
        </p:cNvPr>
        <p:cNvGrpSpPr/>
        <p:nvPr/>
      </p:nvGrpSpPr>
      <p:grpSpPr>
        <a:xfrm>
          <a:off x="0" y="0"/>
          <a:ext cx="0" cy="0"/>
          <a:chOff x="0" y="0"/>
          <a:chExt cx="0" cy="0"/>
        </a:xfrm>
      </p:grpSpPr>
      <p:sp>
        <p:nvSpPr>
          <p:cNvPr id="534" name="Google Shape;534;g1185c551acd_0_44:notes">
            <a:extLst>
              <a:ext uri="{FF2B5EF4-FFF2-40B4-BE49-F238E27FC236}">
                <a16:creationId xmlns:a16="http://schemas.microsoft.com/office/drawing/2014/main" id="{F874F6C5-6A4F-5F1A-8E9E-6207461F7C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1185c551acd_0_44:notes">
            <a:extLst>
              <a:ext uri="{FF2B5EF4-FFF2-40B4-BE49-F238E27FC236}">
                <a16:creationId xmlns:a16="http://schemas.microsoft.com/office/drawing/2014/main" id="{767F5D31-C9BE-D3B3-AA1F-F99DA966C6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8918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rot="-455">
            <a:off x="2307136" y="3667531"/>
            <a:ext cx="4529400" cy="4263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0" name="Google Shape;10;p2"/>
          <p:cNvSpPr txBox="1">
            <a:spLocks noGrp="1"/>
          </p:cNvSpPr>
          <p:nvPr>
            <p:ph type="ctrTitle"/>
          </p:nvPr>
        </p:nvSpPr>
        <p:spPr>
          <a:xfrm>
            <a:off x="719850" y="1049363"/>
            <a:ext cx="7704300" cy="26178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191919"/>
              </a:buClr>
              <a:buSzPts val="5200"/>
              <a:buNone/>
              <a:defRPr sz="6000" b="1">
                <a:latin typeface="Arima"/>
                <a:ea typeface="Arima"/>
                <a:cs typeface="Arima"/>
                <a:sym typeface="Arima"/>
              </a:defRPr>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grpSp>
        <p:nvGrpSpPr>
          <p:cNvPr id="11" name="Google Shape;11;p2"/>
          <p:cNvGrpSpPr/>
          <p:nvPr/>
        </p:nvGrpSpPr>
        <p:grpSpPr>
          <a:xfrm>
            <a:off x="-12" y="5"/>
            <a:ext cx="9144012" cy="5203793"/>
            <a:chOff x="-12" y="5"/>
            <a:chExt cx="9144012" cy="5203793"/>
          </a:xfrm>
        </p:grpSpPr>
        <p:sp>
          <p:nvSpPr>
            <p:cNvPr id="12" name="Google Shape;12;p2"/>
            <p:cNvSpPr/>
            <p:nvPr/>
          </p:nvSpPr>
          <p:spPr>
            <a:xfrm>
              <a:off x="7589141" y="4360718"/>
              <a:ext cx="186673" cy="386357"/>
            </a:xfrm>
            <a:custGeom>
              <a:avLst/>
              <a:gdLst/>
              <a:ahLst/>
              <a:cxnLst/>
              <a:rect l="l" t="t" r="r" b="b"/>
              <a:pathLst>
                <a:path w="6442" h="13333" extrusionOk="0">
                  <a:moveTo>
                    <a:pt x="3221" y="1"/>
                  </a:moveTo>
                  <a:cubicBezTo>
                    <a:pt x="1442" y="1"/>
                    <a:pt x="0" y="1442"/>
                    <a:pt x="0" y="3221"/>
                  </a:cubicBezTo>
                  <a:lnTo>
                    <a:pt x="0" y="10112"/>
                  </a:lnTo>
                  <a:cubicBezTo>
                    <a:pt x="0" y="11890"/>
                    <a:pt x="1442" y="13332"/>
                    <a:pt x="3221" y="13332"/>
                  </a:cubicBezTo>
                  <a:cubicBezTo>
                    <a:pt x="4999" y="13332"/>
                    <a:pt x="6441" y="11890"/>
                    <a:pt x="6441" y="10112"/>
                  </a:cubicBezTo>
                  <a:lnTo>
                    <a:pt x="6441" y="3221"/>
                  </a:lnTo>
                  <a:cubicBezTo>
                    <a:pt x="6441" y="1442"/>
                    <a:pt x="4999" y="1"/>
                    <a:pt x="32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208904" y="75498"/>
              <a:ext cx="280068" cy="280068"/>
            </a:xfrm>
            <a:custGeom>
              <a:avLst/>
              <a:gdLst/>
              <a:ahLst/>
              <a:cxnLst/>
              <a:rect l="l" t="t" r="r" b="b"/>
              <a:pathLst>
                <a:path w="9665" h="9665" extrusionOk="0">
                  <a:moveTo>
                    <a:pt x="4832" y="1"/>
                  </a:moveTo>
                  <a:cubicBezTo>
                    <a:pt x="3550" y="1"/>
                    <a:pt x="2321" y="510"/>
                    <a:pt x="1415" y="1416"/>
                  </a:cubicBezTo>
                  <a:cubicBezTo>
                    <a:pt x="509" y="2323"/>
                    <a:pt x="0" y="3551"/>
                    <a:pt x="0" y="4833"/>
                  </a:cubicBezTo>
                  <a:cubicBezTo>
                    <a:pt x="0" y="6114"/>
                    <a:pt x="509" y="7344"/>
                    <a:pt x="1415" y="8249"/>
                  </a:cubicBezTo>
                  <a:cubicBezTo>
                    <a:pt x="2321" y="9156"/>
                    <a:pt x="3550" y="9665"/>
                    <a:pt x="4832" y="9665"/>
                  </a:cubicBezTo>
                  <a:cubicBezTo>
                    <a:pt x="6114" y="9665"/>
                    <a:pt x="7342" y="9156"/>
                    <a:pt x="8249" y="8249"/>
                  </a:cubicBezTo>
                  <a:cubicBezTo>
                    <a:pt x="9155" y="7344"/>
                    <a:pt x="9664" y="6114"/>
                    <a:pt x="9664" y="4833"/>
                  </a:cubicBezTo>
                  <a:cubicBezTo>
                    <a:pt x="9664" y="3551"/>
                    <a:pt x="9155" y="2323"/>
                    <a:pt x="8249" y="1416"/>
                  </a:cubicBezTo>
                  <a:cubicBezTo>
                    <a:pt x="7342" y="510"/>
                    <a:pt x="6114" y="1"/>
                    <a:pt x="48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250132" y="2542141"/>
              <a:ext cx="347730" cy="370217"/>
            </a:xfrm>
            <a:custGeom>
              <a:avLst/>
              <a:gdLst/>
              <a:ahLst/>
              <a:cxnLst/>
              <a:rect l="l" t="t" r="r" b="b"/>
              <a:pathLst>
                <a:path w="12000" h="12776" extrusionOk="0">
                  <a:moveTo>
                    <a:pt x="781" y="0"/>
                  </a:moveTo>
                  <a:cubicBezTo>
                    <a:pt x="350" y="0"/>
                    <a:pt x="0" y="350"/>
                    <a:pt x="0" y="781"/>
                  </a:cubicBezTo>
                  <a:cubicBezTo>
                    <a:pt x="0" y="1213"/>
                    <a:pt x="350" y="1563"/>
                    <a:pt x="781" y="1563"/>
                  </a:cubicBezTo>
                  <a:lnTo>
                    <a:pt x="7161" y="1563"/>
                  </a:lnTo>
                  <a:cubicBezTo>
                    <a:pt x="8968" y="1563"/>
                    <a:pt x="10440" y="3033"/>
                    <a:pt x="10440" y="4842"/>
                  </a:cubicBezTo>
                  <a:cubicBezTo>
                    <a:pt x="10440" y="6650"/>
                    <a:pt x="8968" y="8121"/>
                    <a:pt x="7161" y="8121"/>
                  </a:cubicBezTo>
                  <a:lnTo>
                    <a:pt x="2329" y="8121"/>
                  </a:lnTo>
                  <a:cubicBezTo>
                    <a:pt x="1045" y="8121"/>
                    <a:pt x="1" y="9165"/>
                    <a:pt x="1" y="10448"/>
                  </a:cubicBezTo>
                  <a:cubicBezTo>
                    <a:pt x="1" y="11730"/>
                    <a:pt x="1045" y="12775"/>
                    <a:pt x="2329" y="12775"/>
                  </a:cubicBezTo>
                  <a:lnTo>
                    <a:pt x="7161" y="12775"/>
                  </a:lnTo>
                  <a:cubicBezTo>
                    <a:pt x="7591" y="12775"/>
                    <a:pt x="7941" y="12425"/>
                    <a:pt x="7941" y="11994"/>
                  </a:cubicBezTo>
                  <a:cubicBezTo>
                    <a:pt x="7941" y="11563"/>
                    <a:pt x="7591" y="11213"/>
                    <a:pt x="7161" y="11213"/>
                  </a:cubicBezTo>
                  <a:lnTo>
                    <a:pt x="2329" y="11213"/>
                  </a:lnTo>
                  <a:cubicBezTo>
                    <a:pt x="1905" y="11213"/>
                    <a:pt x="1561" y="10868"/>
                    <a:pt x="1561" y="10446"/>
                  </a:cubicBezTo>
                  <a:cubicBezTo>
                    <a:pt x="1561" y="10023"/>
                    <a:pt x="1906" y="9680"/>
                    <a:pt x="2329" y="9680"/>
                  </a:cubicBezTo>
                  <a:lnTo>
                    <a:pt x="7161" y="9680"/>
                  </a:lnTo>
                  <a:cubicBezTo>
                    <a:pt x="9830" y="9680"/>
                    <a:pt x="12000" y="7509"/>
                    <a:pt x="12000" y="4840"/>
                  </a:cubicBezTo>
                  <a:cubicBezTo>
                    <a:pt x="12000" y="2172"/>
                    <a:pt x="9830" y="0"/>
                    <a:pt x="7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12" y="1970685"/>
              <a:ext cx="237123" cy="237123"/>
            </a:xfrm>
            <a:custGeom>
              <a:avLst/>
              <a:gdLst/>
              <a:ahLst/>
              <a:cxnLst/>
              <a:rect l="l" t="t" r="r" b="b"/>
              <a:pathLst>
                <a:path w="8183" h="8183" extrusionOk="0">
                  <a:moveTo>
                    <a:pt x="0" y="0"/>
                  </a:moveTo>
                  <a:lnTo>
                    <a:pt x="0" y="8183"/>
                  </a:lnTo>
                  <a:lnTo>
                    <a:pt x="4091" y="8183"/>
                  </a:lnTo>
                  <a:cubicBezTo>
                    <a:pt x="6350" y="8183"/>
                    <a:pt x="8182" y="6351"/>
                    <a:pt x="8182" y="4091"/>
                  </a:cubicBezTo>
                  <a:cubicBezTo>
                    <a:pt x="8182" y="1832"/>
                    <a:pt x="6351" y="0"/>
                    <a:pt x="40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691881" y="298970"/>
              <a:ext cx="401686" cy="241035"/>
            </a:xfrm>
            <a:custGeom>
              <a:avLst/>
              <a:gdLst/>
              <a:ahLst/>
              <a:cxnLst/>
              <a:rect l="l" t="t" r="r" b="b"/>
              <a:pathLst>
                <a:path w="13862" h="8318" extrusionOk="0">
                  <a:moveTo>
                    <a:pt x="6931" y="1"/>
                  </a:moveTo>
                  <a:cubicBezTo>
                    <a:pt x="3103" y="1"/>
                    <a:pt x="0" y="3103"/>
                    <a:pt x="0" y="6932"/>
                  </a:cubicBezTo>
                  <a:lnTo>
                    <a:pt x="0" y="8317"/>
                  </a:lnTo>
                  <a:lnTo>
                    <a:pt x="13861" y="8317"/>
                  </a:lnTo>
                  <a:lnTo>
                    <a:pt x="13861" y="6932"/>
                  </a:lnTo>
                  <a:cubicBezTo>
                    <a:pt x="13861" y="3103"/>
                    <a:pt x="10759" y="1"/>
                    <a:pt x="69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6565332" y="341048"/>
              <a:ext cx="172213" cy="156884"/>
            </a:xfrm>
            <a:custGeom>
              <a:avLst/>
              <a:gdLst/>
              <a:ahLst/>
              <a:cxnLst/>
              <a:rect l="l" t="t" r="r" b="b"/>
              <a:pathLst>
                <a:path w="5943" h="5414" extrusionOk="0">
                  <a:moveTo>
                    <a:pt x="2972" y="0"/>
                  </a:moveTo>
                  <a:cubicBezTo>
                    <a:pt x="2279" y="0"/>
                    <a:pt x="1587" y="264"/>
                    <a:pt x="1058" y="793"/>
                  </a:cubicBezTo>
                  <a:cubicBezTo>
                    <a:pt x="1" y="1850"/>
                    <a:pt x="1" y="3563"/>
                    <a:pt x="1058" y="4620"/>
                  </a:cubicBezTo>
                  <a:cubicBezTo>
                    <a:pt x="1587" y="5149"/>
                    <a:pt x="2279" y="5413"/>
                    <a:pt x="2972" y="5413"/>
                  </a:cubicBezTo>
                  <a:cubicBezTo>
                    <a:pt x="3664" y="5413"/>
                    <a:pt x="4357" y="5149"/>
                    <a:pt x="4885" y="4620"/>
                  </a:cubicBezTo>
                  <a:cubicBezTo>
                    <a:pt x="5943" y="3563"/>
                    <a:pt x="5943" y="1850"/>
                    <a:pt x="4885" y="793"/>
                  </a:cubicBezTo>
                  <a:cubicBezTo>
                    <a:pt x="4357" y="264"/>
                    <a:pt x="3664" y="0"/>
                    <a:pt x="29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909919" y="5"/>
              <a:ext cx="9765" cy="1142409"/>
            </a:xfrm>
            <a:custGeom>
              <a:avLst/>
              <a:gdLst/>
              <a:ahLst/>
              <a:cxnLst/>
              <a:rect l="l" t="t" r="r" b="b"/>
              <a:pathLst>
                <a:path w="337" h="39424" extrusionOk="0">
                  <a:moveTo>
                    <a:pt x="1" y="1"/>
                  </a:moveTo>
                  <a:lnTo>
                    <a:pt x="1" y="39424"/>
                  </a:lnTo>
                  <a:lnTo>
                    <a:pt x="336" y="39424"/>
                  </a:lnTo>
                  <a:lnTo>
                    <a:pt x="3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331574" y="8"/>
              <a:ext cx="388414" cy="868832"/>
            </a:xfrm>
            <a:custGeom>
              <a:avLst/>
              <a:gdLst/>
              <a:ahLst/>
              <a:cxnLst/>
              <a:rect l="l" t="t" r="r" b="b"/>
              <a:pathLst>
                <a:path w="13404" h="29983" extrusionOk="0">
                  <a:moveTo>
                    <a:pt x="1" y="1"/>
                  </a:moveTo>
                  <a:lnTo>
                    <a:pt x="1" y="23281"/>
                  </a:lnTo>
                  <a:cubicBezTo>
                    <a:pt x="1" y="26981"/>
                    <a:pt x="3000" y="29982"/>
                    <a:pt x="6701" y="29982"/>
                  </a:cubicBezTo>
                  <a:cubicBezTo>
                    <a:pt x="10403" y="29982"/>
                    <a:pt x="13403" y="26983"/>
                    <a:pt x="13402" y="23281"/>
                  </a:cubicBezTo>
                  <a:lnTo>
                    <a:pt x="134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65489" y="540005"/>
              <a:ext cx="878511" cy="599139"/>
            </a:xfrm>
            <a:custGeom>
              <a:avLst/>
              <a:gdLst/>
              <a:ahLst/>
              <a:cxnLst/>
              <a:rect l="l" t="t" r="r" b="b"/>
              <a:pathLst>
                <a:path w="30317" h="20676" extrusionOk="0">
                  <a:moveTo>
                    <a:pt x="29981" y="336"/>
                  </a:moveTo>
                  <a:lnTo>
                    <a:pt x="29981" y="20339"/>
                  </a:lnTo>
                  <a:lnTo>
                    <a:pt x="10337" y="20339"/>
                  </a:lnTo>
                  <a:cubicBezTo>
                    <a:pt x="8988" y="20339"/>
                    <a:pt x="7677" y="20073"/>
                    <a:pt x="6445" y="19552"/>
                  </a:cubicBezTo>
                  <a:cubicBezTo>
                    <a:pt x="5253" y="19048"/>
                    <a:pt x="4184" y="18327"/>
                    <a:pt x="3266" y="17408"/>
                  </a:cubicBezTo>
                  <a:cubicBezTo>
                    <a:pt x="2347" y="16489"/>
                    <a:pt x="1626" y="15421"/>
                    <a:pt x="1122" y="14229"/>
                  </a:cubicBezTo>
                  <a:cubicBezTo>
                    <a:pt x="601" y="12998"/>
                    <a:pt x="336" y="11687"/>
                    <a:pt x="336" y="10337"/>
                  </a:cubicBezTo>
                  <a:cubicBezTo>
                    <a:pt x="336" y="8987"/>
                    <a:pt x="601" y="7677"/>
                    <a:pt x="1122" y="6444"/>
                  </a:cubicBezTo>
                  <a:cubicBezTo>
                    <a:pt x="1627" y="5254"/>
                    <a:pt x="2347" y="4184"/>
                    <a:pt x="3266" y="3266"/>
                  </a:cubicBezTo>
                  <a:cubicBezTo>
                    <a:pt x="4184" y="2348"/>
                    <a:pt x="5253" y="1626"/>
                    <a:pt x="6445" y="1122"/>
                  </a:cubicBezTo>
                  <a:cubicBezTo>
                    <a:pt x="7677" y="601"/>
                    <a:pt x="8988" y="336"/>
                    <a:pt x="10337" y="336"/>
                  </a:cubicBezTo>
                  <a:close/>
                  <a:moveTo>
                    <a:pt x="10337" y="1"/>
                  </a:moveTo>
                  <a:cubicBezTo>
                    <a:pt x="8941" y="1"/>
                    <a:pt x="7589" y="273"/>
                    <a:pt x="6313" y="812"/>
                  </a:cubicBezTo>
                  <a:cubicBezTo>
                    <a:pt x="5082" y="1333"/>
                    <a:pt x="3977" y="2077"/>
                    <a:pt x="3027" y="3027"/>
                  </a:cubicBezTo>
                  <a:cubicBezTo>
                    <a:pt x="2078" y="3977"/>
                    <a:pt x="1333" y="5082"/>
                    <a:pt x="812" y="6313"/>
                  </a:cubicBezTo>
                  <a:cubicBezTo>
                    <a:pt x="274" y="7588"/>
                    <a:pt x="1" y="8942"/>
                    <a:pt x="1" y="10337"/>
                  </a:cubicBezTo>
                  <a:cubicBezTo>
                    <a:pt x="1" y="11734"/>
                    <a:pt x="273" y="13086"/>
                    <a:pt x="812" y="14362"/>
                  </a:cubicBezTo>
                  <a:cubicBezTo>
                    <a:pt x="1333" y="15592"/>
                    <a:pt x="2077" y="16697"/>
                    <a:pt x="3027" y="17647"/>
                  </a:cubicBezTo>
                  <a:cubicBezTo>
                    <a:pt x="3977" y="18596"/>
                    <a:pt x="5082" y="19342"/>
                    <a:pt x="6313" y="19862"/>
                  </a:cubicBezTo>
                  <a:cubicBezTo>
                    <a:pt x="7589" y="20400"/>
                    <a:pt x="8942" y="20674"/>
                    <a:pt x="10337" y="20674"/>
                  </a:cubicBezTo>
                  <a:lnTo>
                    <a:pt x="10337" y="20675"/>
                  </a:lnTo>
                  <a:lnTo>
                    <a:pt x="30317" y="20675"/>
                  </a:lnTo>
                  <a:lnTo>
                    <a:pt x="30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 name="Google Shape;21;p2"/>
            <p:cNvGrpSpPr/>
            <p:nvPr/>
          </p:nvGrpSpPr>
          <p:grpSpPr>
            <a:xfrm>
              <a:off x="231110" y="3904749"/>
              <a:ext cx="977788" cy="1238759"/>
              <a:chOff x="227223" y="1681074"/>
              <a:chExt cx="977788" cy="1238759"/>
            </a:xfrm>
          </p:grpSpPr>
          <p:sp>
            <p:nvSpPr>
              <p:cNvPr id="22" name="Google Shape;22;p2"/>
              <p:cNvSpPr/>
              <p:nvPr/>
            </p:nvSpPr>
            <p:spPr>
              <a:xfrm>
                <a:off x="283700" y="1737638"/>
                <a:ext cx="864805" cy="1168054"/>
              </a:xfrm>
              <a:custGeom>
                <a:avLst/>
                <a:gdLst/>
                <a:ahLst/>
                <a:cxnLst/>
                <a:rect l="l" t="t" r="r" b="b"/>
                <a:pathLst>
                  <a:path w="29844" h="40309" extrusionOk="0">
                    <a:moveTo>
                      <a:pt x="14922" y="0"/>
                    </a:moveTo>
                    <a:cubicBezTo>
                      <a:pt x="6694" y="0"/>
                      <a:pt x="0" y="6694"/>
                      <a:pt x="0" y="14921"/>
                    </a:cubicBezTo>
                    <a:lnTo>
                      <a:pt x="0" y="40308"/>
                    </a:lnTo>
                    <a:lnTo>
                      <a:pt x="976" y="40308"/>
                    </a:lnTo>
                    <a:lnTo>
                      <a:pt x="976" y="14921"/>
                    </a:lnTo>
                    <a:cubicBezTo>
                      <a:pt x="976" y="7232"/>
                      <a:pt x="7233" y="976"/>
                      <a:pt x="14923" y="976"/>
                    </a:cubicBezTo>
                    <a:cubicBezTo>
                      <a:pt x="22612" y="976"/>
                      <a:pt x="28868" y="7232"/>
                      <a:pt x="28868" y="14921"/>
                    </a:cubicBezTo>
                    <a:lnTo>
                      <a:pt x="28868" y="40308"/>
                    </a:lnTo>
                    <a:lnTo>
                      <a:pt x="29843" y="40308"/>
                    </a:lnTo>
                    <a:lnTo>
                      <a:pt x="29843" y="14921"/>
                    </a:lnTo>
                    <a:cubicBezTo>
                      <a:pt x="29843" y="6694"/>
                      <a:pt x="23149" y="0"/>
                      <a:pt x="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227223" y="1681074"/>
                <a:ext cx="977788" cy="1238759"/>
              </a:xfrm>
              <a:custGeom>
                <a:avLst/>
                <a:gdLst/>
                <a:ahLst/>
                <a:cxnLst/>
                <a:rect l="l" t="t" r="r" b="b"/>
                <a:pathLst>
                  <a:path w="33743" h="42749" extrusionOk="0">
                    <a:moveTo>
                      <a:pt x="16871" y="976"/>
                    </a:moveTo>
                    <a:cubicBezTo>
                      <a:pt x="25637" y="976"/>
                      <a:pt x="32767" y="8108"/>
                      <a:pt x="32767" y="16873"/>
                    </a:cubicBezTo>
                    <a:lnTo>
                      <a:pt x="32767" y="41773"/>
                    </a:lnTo>
                    <a:lnTo>
                      <a:pt x="29841" y="41773"/>
                    </a:lnTo>
                    <a:lnTo>
                      <a:pt x="29841" y="16873"/>
                    </a:lnTo>
                    <a:cubicBezTo>
                      <a:pt x="29841" y="9721"/>
                      <a:pt x="24022" y="3903"/>
                      <a:pt x="16871" y="3903"/>
                    </a:cubicBezTo>
                    <a:cubicBezTo>
                      <a:pt x="9719" y="3903"/>
                      <a:pt x="3901" y="9721"/>
                      <a:pt x="3901" y="16873"/>
                    </a:cubicBezTo>
                    <a:lnTo>
                      <a:pt x="3901" y="41773"/>
                    </a:lnTo>
                    <a:lnTo>
                      <a:pt x="976" y="41773"/>
                    </a:lnTo>
                    <a:lnTo>
                      <a:pt x="976" y="16873"/>
                    </a:lnTo>
                    <a:cubicBezTo>
                      <a:pt x="976" y="8109"/>
                      <a:pt x="8104" y="976"/>
                      <a:pt x="16871" y="976"/>
                    </a:cubicBezTo>
                    <a:close/>
                    <a:moveTo>
                      <a:pt x="16872" y="1"/>
                    </a:moveTo>
                    <a:cubicBezTo>
                      <a:pt x="7567" y="1"/>
                      <a:pt x="0" y="7571"/>
                      <a:pt x="0" y="16873"/>
                    </a:cubicBezTo>
                    <a:lnTo>
                      <a:pt x="0" y="42746"/>
                    </a:lnTo>
                    <a:lnTo>
                      <a:pt x="4877" y="42746"/>
                    </a:lnTo>
                    <a:lnTo>
                      <a:pt x="4877" y="16873"/>
                    </a:lnTo>
                    <a:cubicBezTo>
                      <a:pt x="4877" y="10258"/>
                      <a:pt x="10256" y="4878"/>
                      <a:pt x="16870" y="4878"/>
                    </a:cubicBezTo>
                    <a:cubicBezTo>
                      <a:pt x="23485" y="4878"/>
                      <a:pt x="28865" y="10258"/>
                      <a:pt x="28865" y="16873"/>
                    </a:cubicBezTo>
                    <a:lnTo>
                      <a:pt x="28865" y="42748"/>
                    </a:lnTo>
                    <a:lnTo>
                      <a:pt x="33743" y="42748"/>
                    </a:lnTo>
                    <a:lnTo>
                      <a:pt x="33743" y="16873"/>
                    </a:lnTo>
                    <a:cubicBezTo>
                      <a:pt x="33743" y="7571"/>
                      <a:pt x="26176" y="1"/>
                      <a:pt x="16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Google Shape;24;p2"/>
            <p:cNvSpPr/>
            <p:nvPr/>
          </p:nvSpPr>
          <p:spPr>
            <a:xfrm>
              <a:off x="8419124" y="4145710"/>
              <a:ext cx="9765" cy="1011720"/>
            </a:xfrm>
            <a:custGeom>
              <a:avLst/>
              <a:gdLst/>
              <a:ahLst/>
              <a:cxnLst/>
              <a:rect l="l" t="t" r="r" b="b"/>
              <a:pathLst>
                <a:path w="337" h="34914" extrusionOk="0">
                  <a:moveTo>
                    <a:pt x="1" y="0"/>
                  </a:moveTo>
                  <a:lnTo>
                    <a:pt x="1" y="34914"/>
                  </a:lnTo>
                  <a:lnTo>
                    <a:pt x="336" y="34914"/>
                  </a:lnTo>
                  <a:lnTo>
                    <a:pt x="3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4567162" y="4666294"/>
              <a:ext cx="9331" cy="537504"/>
            </a:xfrm>
            <a:custGeom>
              <a:avLst/>
              <a:gdLst/>
              <a:ahLst/>
              <a:cxnLst/>
              <a:rect l="l" t="t" r="r" b="b"/>
              <a:pathLst>
                <a:path w="322" h="18549" extrusionOk="0">
                  <a:moveTo>
                    <a:pt x="1" y="1"/>
                  </a:moveTo>
                  <a:lnTo>
                    <a:pt x="1" y="18548"/>
                  </a:lnTo>
                  <a:lnTo>
                    <a:pt x="322" y="18548"/>
                  </a:lnTo>
                  <a:lnTo>
                    <a:pt x="3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3"/>
          <p:cNvSpPr txBox="1">
            <a:spLocks noGrp="1"/>
          </p:cNvSpPr>
          <p:nvPr>
            <p:ph type="title" hasCustomPrompt="1"/>
          </p:nvPr>
        </p:nvSpPr>
        <p:spPr>
          <a:xfrm>
            <a:off x="3376788" y="797050"/>
            <a:ext cx="2390700" cy="10359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75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8" name="Google Shape;28;p3"/>
          <p:cNvSpPr txBox="1">
            <a:spLocks noGrp="1"/>
          </p:cNvSpPr>
          <p:nvPr>
            <p:ph type="subTitle" idx="1"/>
          </p:nvPr>
        </p:nvSpPr>
        <p:spPr>
          <a:xfrm rot="237">
            <a:off x="2392037" y="3888188"/>
            <a:ext cx="4360200" cy="458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 name="Google Shape;29;p3"/>
          <p:cNvSpPr txBox="1">
            <a:spLocks noGrp="1"/>
          </p:cNvSpPr>
          <p:nvPr>
            <p:ph type="title" idx="2"/>
          </p:nvPr>
        </p:nvSpPr>
        <p:spPr>
          <a:xfrm>
            <a:off x="2391763" y="1799975"/>
            <a:ext cx="4360200" cy="20118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6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grpSp>
        <p:nvGrpSpPr>
          <p:cNvPr id="30" name="Google Shape;30;p3"/>
          <p:cNvGrpSpPr/>
          <p:nvPr/>
        </p:nvGrpSpPr>
        <p:grpSpPr>
          <a:xfrm>
            <a:off x="-12" y="-47762"/>
            <a:ext cx="9144010" cy="5191253"/>
            <a:chOff x="-12" y="-47762"/>
            <a:chExt cx="9144010" cy="5191253"/>
          </a:xfrm>
        </p:grpSpPr>
        <p:sp>
          <p:nvSpPr>
            <p:cNvPr id="31" name="Google Shape;31;p3"/>
            <p:cNvSpPr/>
            <p:nvPr/>
          </p:nvSpPr>
          <p:spPr>
            <a:xfrm>
              <a:off x="-12" y="3178035"/>
              <a:ext cx="237123" cy="237123"/>
            </a:xfrm>
            <a:custGeom>
              <a:avLst/>
              <a:gdLst/>
              <a:ahLst/>
              <a:cxnLst/>
              <a:rect l="l" t="t" r="r" b="b"/>
              <a:pathLst>
                <a:path w="8183" h="8183" extrusionOk="0">
                  <a:moveTo>
                    <a:pt x="0" y="0"/>
                  </a:moveTo>
                  <a:lnTo>
                    <a:pt x="0" y="8183"/>
                  </a:lnTo>
                  <a:lnTo>
                    <a:pt x="4091" y="8183"/>
                  </a:lnTo>
                  <a:cubicBezTo>
                    <a:pt x="6350" y="8183"/>
                    <a:pt x="8182" y="6351"/>
                    <a:pt x="8182" y="4091"/>
                  </a:cubicBezTo>
                  <a:cubicBezTo>
                    <a:pt x="8182" y="1832"/>
                    <a:pt x="6351" y="0"/>
                    <a:pt x="40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8623482" y="3281448"/>
              <a:ext cx="172213" cy="156884"/>
            </a:xfrm>
            <a:custGeom>
              <a:avLst/>
              <a:gdLst/>
              <a:ahLst/>
              <a:cxnLst/>
              <a:rect l="l" t="t" r="r" b="b"/>
              <a:pathLst>
                <a:path w="5943" h="5414" extrusionOk="0">
                  <a:moveTo>
                    <a:pt x="2972" y="0"/>
                  </a:moveTo>
                  <a:cubicBezTo>
                    <a:pt x="2279" y="0"/>
                    <a:pt x="1587" y="264"/>
                    <a:pt x="1058" y="793"/>
                  </a:cubicBezTo>
                  <a:cubicBezTo>
                    <a:pt x="1" y="1850"/>
                    <a:pt x="1" y="3563"/>
                    <a:pt x="1058" y="4620"/>
                  </a:cubicBezTo>
                  <a:cubicBezTo>
                    <a:pt x="1587" y="5149"/>
                    <a:pt x="2279" y="5413"/>
                    <a:pt x="2972" y="5413"/>
                  </a:cubicBezTo>
                  <a:cubicBezTo>
                    <a:pt x="3664" y="5413"/>
                    <a:pt x="4357" y="5149"/>
                    <a:pt x="4885" y="4620"/>
                  </a:cubicBezTo>
                  <a:cubicBezTo>
                    <a:pt x="5943" y="3563"/>
                    <a:pt x="5943" y="1850"/>
                    <a:pt x="4885" y="793"/>
                  </a:cubicBezTo>
                  <a:cubicBezTo>
                    <a:pt x="4357" y="264"/>
                    <a:pt x="3664" y="0"/>
                    <a:pt x="29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8837969" y="4000880"/>
              <a:ext cx="9765" cy="1142409"/>
            </a:xfrm>
            <a:custGeom>
              <a:avLst/>
              <a:gdLst/>
              <a:ahLst/>
              <a:cxnLst/>
              <a:rect l="l" t="t" r="r" b="b"/>
              <a:pathLst>
                <a:path w="337" h="39424" extrusionOk="0">
                  <a:moveTo>
                    <a:pt x="1" y="1"/>
                  </a:moveTo>
                  <a:lnTo>
                    <a:pt x="1" y="39424"/>
                  </a:lnTo>
                  <a:lnTo>
                    <a:pt x="336" y="39424"/>
                  </a:lnTo>
                  <a:lnTo>
                    <a:pt x="3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8515374" y="2137333"/>
              <a:ext cx="388414" cy="868832"/>
            </a:xfrm>
            <a:custGeom>
              <a:avLst/>
              <a:gdLst/>
              <a:ahLst/>
              <a:cxnLst/>
              <a:rect l="l" t="t" r="r" b="b"/>
              <a:pathLst>
                <a:path w="13404" h="29983" extrusionOk="0">
                  <a:moveTo>
                    <a:pt x="1" y="1"/>
                  </a:moveTo>
                  <a:lnTo>
                    <a:pt x="1" y="23281"/>
                  </a:lnTo>
                  <a:cubicBezTo>
                    <a:pt x="1" y="26981"/>
                    <a:pt x="3000" y="29982"/>
                    <a:pt x="6701" y="29982"/>
                  </a:cubicBezTo>
                  <a:cubicBezTo>
                    <a:pt x="10403" y="29982"/>
                    <a:pt x="13403" y="26983"/>
                    <a:pt x="13402" y="23281"/>
                  </a:cubicBezTo>
                  <a:lnTo>
                    <a:pt x="134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1752697" y="4759916"/>
              <a:ext cx="639331" cy="383575"/>
            </a:xfrm>
            <a:custGeom>
              <a:avLst/>
              <a:gdLst/>
              <a:ahLst/>
              <a:cxnLst/>
              <a:rect l="l" t="t" r="r" b="b"/>
              <a:pathLst>
                <a:path w="22063" h="13237" extrusionOk="0">
                  <a:moveTo>
                    <a:pt x="11031" y="0"/>
                  </a:moveTo>
                  <a:cubicBezTo>
                    <a:pt x="4940" y="0"/>
                    <a:pt x="0" y="4939"/>
                    <a:pt x="0" y="11030"/>
                  </a:cubicBezTo>
                  <a:lnTo>
                    <a:pt x="0" y="13237"/>
                  </a:lnTo>
                  <a:lnTo>
                    <a:pt x="22062" y="13237"/>
                  </a:lnTo>
                  <a:lnTo>
                    <a:pt x="22062" y="11030"/>
                  </a:lnTo>
                  <a:cubicBezTo>
                    <a:pt x="22062" y="4939"/>
                    <a:pt x="17123" y="0"/>
                    <a:pt x="110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296536" y="223"/>
              <a:ext cx="9765" cy="1011720"/>
            </a:xfrm>
            <a:custGeom>
              <a:avLst/>
              <a:gdLst/>
              <a:ahLst/>
              <a:cxnLst/>
              <a:rect l="l" t="t" r="r" b="b"/>
              <a:pathLst>
                <a:path w="337" h="34914" extrusionOk="0">
                  <a:moveTo>
                    <a:pt x="1" y="0"/>
                  </a:moveTo>
                  <a:lnTo>
                    <a:pt x="1" y="34914"/>
                  </a:lnTo>
                  <a:lnTo>
                    <a:pt x="336" y="34914"/>
                  </a:lnTo>
                  <a:lnTo>
                    <a:pt x="3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379449" y="1165723"/>
              <a:ext cx="275286" cy="271693"/>
            </a:xfrm>
            <a:custGeom>
              <a:avLst/>
              <a:gdLst/>
              <a:ahLst/>
              <a:cxnLst/>
              <a:rect l="l" t="t" r="r" b="b"/>
              <a:pathLst>
                <a:path w="9500" h="9376" extrusionOk="0">
                  <a:moveTo>
                    <a:pt x="4931" y="1"/>
                  </a:moveTo>
                  <a:cubicBezTo>
                    <a:pt x="3810" y="1"/>
                    <a:pt x="2899" y="910"/>
                    <a:pt x="2899" y="2032"/>
                  </a:cubicBezTo>
                  <a:cubicBezTo>
                    <a:pt x="2899" y="2494"/>
                    <a:pt x="3056" y="2918"/>
                    <a:pt x="3314" y="3258"/>
                  </a:cubicBezTo>
                  <a:lnTo>
                    <a:pt x="3059" y="3258"/>
                  </a:lnTo>
                  <a:cubicBezTo>
                    <a:pt x="1370" y="3258"/>
                    <a:pt x="1" y="4627"/>
                    <a:pt x="1" y="6316"/>
                  </a:cubicBezTo>
                  <a:cubicBezTo>
                    <a:pt x="1" y="8006"/>
                    <a:pt x="1370" y="9376"/>
                    <a:pt x="3059" y="9376"/>
                  </a:cubicBezTo>
                  <a:lnTo>
                    <a:pt x="6439" y="9376"/>
                  </a:lnTo>
                  <a:cubicBezTo>
                    <a:pt x="8128" y="9376"/>
                    <a:pt x="9499" y="8006"/>
                    <a:pt x="9499" y="6316"/>
                  </a:cubicBezTo>
                  <a:cubicBezTo>
                    <a:pt x="9500" y="5288"/>
                    <a:pt x="8989" y="4379"/>
                    <a:pt x="8210" y="3824"/>
                  </a:cubicBezTo>
                  <a:cubicBezTo>
                    <a:pt x="8850" y="3482"/>
                    <a:pt x="9287" y="2809"/>
                    <a:pt x="9287" y="2032"/>
                  </a:cubicBezTo>
                  <a:cubicBezTo>
                    <a:pt x="9287" y="910"/>
                    <a:pt x="8376" y="1"/>
                    <a:pt x="7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 name="Google Shape;38;p3"/>
            <p:cNvGrpSpPr/>
            <p:nvPr/>
          </p:nvGrpSpPr>
          <p:grpSpPr>
            <a:xfrm rot="10800000" flipH="1">
              <a:off x="7789235" y="-47762"/>
              <a:ext cx="735565" cy="809892"/>
              <a:chOff x="4880660" y="1531638"/>
              <a:chExt cx="735565" cy="809892"/>
            </a:xfrm>
          </p:grpSpPr>
          <p:sp>
            <p:nvSpPr>
              <p:cNvPr id="39" name="Google Shape;39;p3"/>
              <p:cNvSpPr/>
              <p:nvPr/>
            </p:nvSpPr>
            <p:spPr>
              <a:xfrm>
                <a:off x="4978777" y="1629726"/>
                <a:ext cx="539387" cy="711803"/>
              </a:xfrm>
              <a:custGeom>
                <a:avLst/>
                <a:gdLst/>
                <a:ahLst/>
                <a:cxnLst/>
                <a:rect l="l" t="t" r="r" b="b"/>
                <a:pathLst>
                  <a:path w="18614" h="24564" extrusionOk="0">
                    <a:moveTo>
                      <a:pt x="9307" y="1"/>
                    </a:moveTo>
                    <a:cubicBezTo>
                      <a:pt x="8052" y="1"/>
                      <a:pt x="6831" y="248"/>
                      <a:pt x="5684" y="733"/>
                    </a:cubicBezTo>
                    <a:cubicBezTo>
                      <a:pt x="4575" y="1202"/>
                      <a:pt x="3581" y="1873"/>
                      <a:pt x="2726" y="2727"/>
                    </a:cubicBezTo>
                    <a:cubicBezTo>
                      <a:pt x="1871" y="3582"/>
                      <a:pt x="1200" y="4576"/>
                      <a:pt x="732" y="5685"/>
                    </a:cubicBezTo>
                    <a:cubicBezTo>
                      <a:pt x="247" y="6832"/>
                      <a:pt x="0" y="8050"/>
                      <a:pt x="0" y="9308"/>
                    </a:cubicBezTo>
                    <a:lnTo>
                      <a:pt x="0" y="24564"/>
                    </a:lnTo>
                    <a:lnTo>
                      <a:pt x="333" y="24564"/>
                    </a:lnTo>
                    <a:lnTo>
                      <a:pt x="333" y="9308"/>
                    </a:lnTo>
                    <a:cubicBezTo>
                      <a:pt x="333" y="8096"/>
                      <a:pt x="569" y="6920"/>
                      <a:pt x="1038" y="5814"/>
                    </a:cubicBezTo>
                    <a:cubicBezTo>
                      <a:pt x="1489" y="4745"/>
                      <a:pt x="2136" y="3786"/>
                      <a:pt x="2960" y="2962"/>
                    </a:cubicBezTo>
                    <a:cubicBezTo>
                      <a:pt x="3784" y="2138"/>
                      <a:pt x="4745" y="1491"/>
                      <a:pt x="5813" y="1039"/>
                    </a:cubicBezTo>
                    <a:cubicBezTo>
                      <a:pt x="6921" y="571"/>
                      <a:pt x="8095" y="334"/>
                      <a:pt x="9307" y="334"/>
                    </a:cubicBezTo>
                    <a:cubicBezTo>
                      <a:pt x="10519" y="334"/>
                      <a:pt x="11694" y="570"/>
                      <a:pt x="12801" y="1039"/>
                    </a:cubicBezTo>
                    <a:cubicBezTo>
                      <a:pt x="13870" y="1491"/>
                      <a:pt x="14828" y="2137"/>
                      <a:pt x="15653" y="2962"/>
                    </a:cubicBezTo>
                    <a:cubicBezTo>
                      <a:pt x="16477" y="3785"/>
                      <a:pt x="17124" y="4745"/>
                      <a:pt x="17576" y="5814"/>
                    </a:cubicBezTo>
                    <a:cubicBezTo>
                      <a:pt x="18043" y="6922"/>
                      <a:pt x="18280" y="8096"/>
                      <a:pt x="18280" y="9308"/>
                    </a:cubicBezTo>
                    <a:lnTo>
                      <a:pt x="18280" y="24564"/>
                    </a:lnTo>
                    <a:lnTo>
                      <a:pt x="18614" y="24564"/>
                    </a:lnTo>
                    <a:lnTo>
                      <a:pt x="18614" y="9308"/>
                    </a:lnTo>
                    <a:cubicBezTo>
                      <a:pt x="18614" y="8052"/>
                      <a:pt x="18367" y="6832"/>
                      <a:pt x="17882" y="5685"/>
                    </a:cubicBezTo>
                    <a:cubicBezTo>
                      <a:pt x="17413" y="4578"/>
                      <a:pt x="16742" y="3582"/>
                      <a:pt x="15888" y="2727"/>
                    </a:cubicBezTo>
                    <a:cubicBezTo>
                      <a:pt x="15033" y="1873"/>
                      <a:pt x="14038" y="1202"/>
                      <a:pt x="12930" y="733"/>
                    </a:cubicBezTo>
                    <a:cubicBezTo>
                      <a:pt x="11782" y="248"/>
                      <a:pt x="10563" y="1"/>
                      <a:pt x="93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4983240" y="1634218"/>
                <a:ext cx="530375" cy="702791"/>
              </a:xfrm>
              <a:custGeom>
                <a:avLst/>
                <a:gdLst/>
                <a:ahLst/>
                <a:cxnLst/>
                <a:rect l="l" t="t" r="r" b="b"/>
                <a:pathLst>
                  <a:path w="18303" h="24253" extrusionOk="0">
                    <a:moveTo>
                      <a:pt x="9152" y="1"/>
                    </a:moveTo>
                    <a:cubicBezTo>
                      <a:pt x="7916" y="1"/>
                      <a:pt x="6717" y="242"/>
                      <a:pt x="5590" y="719"/>
                    </a:cubicBezTo>
                    <a:cubicBezTo>
                      <a:pt x="4499" y="1182"/>
                      <a:pt x="3521" y="1842"/>
                      <a:pt x="2680" y="2681"/>
                    </a:cubicBezTo>
                    <a:cubicBezTo>
                      <a:pt x="1839" y="3522"/>
                      <a:pt x="1179" y="4501"/>
                      <a:pt x="719" y="5591"/>
                    </a:cubicBezTo>
                    <a:cubicBezTo>
                      <a:pt x="242" y="6718"/>
                      <a:pt x="0" y="7918"/>
                      <a:pt x="0" y="9153"/>
                    </a:cubicBezTo>
                    <a:lnTo>
                      <a:pt x="0" y="24252"/>
                    </a:lnTo>
                    <a:lnTo>
                      <a:pt x="21" y="24252"/>
                    </a:lnTo>
                    <a:lnTo>
                      <a:pt x="21" y="9153"/>
                    </a:lnTo>
                    <a:cubicBezTo>
                      <a:pt x="21" y="7920"/>
                      <a:pt x="262" y="6723"/>
                      <a:pt x="738" y="5598"/>
                    </a:cubicBezTo>
                    <a:cubicBezTo>
                      <a:pt x="1198" y="4511"/>
                      <a:pt x="1855" y="3535"/>
                      <a:pt x="2695" y="2696"/>
                    </a:cubicBezTo>
                    <a:cubicBezTo>
                      <a:pt x="3533" y="1857"/>
                      <a:pt x="4511" y="1198"/>
                      <a:pt x="5597" y="739"/>
                    </a:cubicBezTo>
                    <a:cubicBezTo>
                      <a:pt x="6723" y="263"/>
                      <a:pt x="7919" y="21"/>
                      <a:pt x="9152" y="21"/>
                    </a:cubicBezTo>
                    <a:cubicBezTo>
                      <a:pt x="10384" y="21"/>
                      <a:pt x="11580" y="263"/>
                      <a:pt x="12706" y="739"/>
                    </a:cubicBezTo>
                    <a:cubicBezTo>
                      <a:pt x="13794" y="1198"/>
                      <a:pt x="14770" y="1857"/>
                      <a:pt x="15608" y="2696"/>
                    </a:cubicBezTo>
                    <a:cubicBezTo>
                      <a:pt x="16447" y="3535"/>
                      <a:pt x="17105" y="4512"/>
                      <a:pt x="17565" y="5598"/>
                    </a:cubicBezTo>
                    <a:cubicBezTo>
                      <a:pt x="18042" y="6723"/>
                      <a:pt x="18282" y="7920"/>
                      <a:pt x="18282" y="9153"/>
                    </a:cubicBezTo>
                    <a:lnTo>
                      <a:pt x="18282" y="24253"/>
                    </a:lnTo>
                    <a:lnTo>
                      <a:pt x="18303" y="24253"/>
                    </a:lnTo>
                    <a:lnTo>
                      <a:pt x="18303" y="9153"/>
                    </a:lnTo>
                    <a:cubicBezTo>
                      <a:pt x="18303" y="7918"/>
                      <a:pt x="18062" y="6718"/>
                      <a:pt x="17584" y="5591"/>
                    </a:cubicBezTo>
                    <a:cubicBezTo>
                      <a:pt x="17123" y="4500"/>
                      <a:pt x="16463" y="3522"/>
                      <a:pt x="15623" y="2681"/>
                    </a:cubicBezTo>
                    <a:cubicBezTo>
                      <a:pt x="14782" y="1840"/>
                      <a:pt x="13803" y="1181"/>
                      <a:pt x="12714" y="719"/>
                    </a:cubicBezTo>
                    <a:cubicBezTo>
                      <a:pt x="11586" y="242"/>
                      <a:pt x="10387" y="1"/>
                      <a:pt x="91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5174867" y="1825815"/>
                <a:ext cx="147177" cy="515713"/>
              </a:xfrm>
              <a:custGeom>
                <a:avLst/>
                <a:gdLst/>
                <a:ahLst/>
                <a:cxnLst/>
                <a:rect l="l" t="t" r="r" b="b"/>
                <a:pathLst>
                  <a:path w="5079" h="17797" extrusionOk="0">
                    <a:moveTo>
                      <a:pt x="2540" y="1"/>
                    </a:moveTo>
                    <a:cubicBezTo>
                      <a:pt x="1140" y="1"/>
                      <a:pt x="0" y="1141"/>
                      <a:pt x="0" y="2541"/>
                    </a:cubicBezTo>
                    <a:lnTo>
                      <a:pt x="0" y="17797"/>
                    </a:lnTo>
                    <a:lnTo>
                      <a:pt x="333" y="17797"/>
                    </a:lnTo>
                    <a:lnTo>
                      <a:pt x="333" y="2541"/>
                    </a:lnTo>
                    <a:cubicBezTo>
                      <a:pt x="333" y="1324"/>
                      <a:pt x="1323" y="335"/>
                      <a:pt x="2540" y="335"/>
                    </a:cubicBezTo>
                    <a:cubicBezTo>
                      <a:pt x="3755" y="335"/>
                      <a:pt x="4745" y="1323"/>
                      <a:pt x="4745" y="2541"/>
                    </a:cubicBezTo>
                    <a:lnTo>
                      <a:pt x="4745" y="17797"/>
                    </a:lnTo>
                    <a:lnTo>
                      <a:pt x="5079" y="17797"/>
                    </a:lnTo>
                    <a:lnTo>
                      <a:pt x="5079" y="2541"/>
                    </a:lnTo>
                    <a:cubicBezTo>
                      <a:pt x="5079" y="1141"/>
                      <a:pt x="3940" y="1"/>
                      <a:pt x="25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5179387" y="1830365"/>
                <a:ext cx="138078" cy="506643"/>
              </a:xfrm>
              <a:custGeom>
                <a:avLst/>
                <a:gdLst/>
                <a:ahLst/>
                <a:cxnLst/>
                <a:rect l="l" t="t" r="r" b="b"/>
                <a:pathLst>
                  <a:path w="4765" h="17484" extrusionOk="0">
                    <a:moveTo>
                      <a:pt x="2382" y="1"/>
                    </a:moveTo>
                    <a:cubicBezTo>
                      <a:pt x="1069" y="1"/>
                      <a:pt x="0" y="1069"/>
                      <a:pt x="0" y="2384"/>
                    </a:cubicBezTo>
                    <a:lnTo>
                      <a:pt x="0" y="17483"/>
                    </a:lnTo>
                    <a:lnTo>
                      <a:pt x="21" y="17483"/>
                    </a:lnTo>
                    <a:lnTo>
                      <a:pt x="21" y="2384"/>
                    </a:lnTo>
                    <a:cubicBezTo>
                      <a:pt x="21" y="1080"/>
                      <a:pt x="1082" y="20"/>
                      <a:pt x="2384" y="20"/>
                    </a:cubicBezTo>
                    <a:cubicBezTo>
                      <a:pt x="3686" y="20"/>
                      <a:pt x="4745" y="1082"/>
                      <a:pt x="4745" y="2384"/>
                    </a:cubicBezTo>
                    <a:lnTo>
                      <a:pt x="4745" y="17484"/>
                    </a:lnTo>
                    <a:lnTo>
                      <a:pt x="4765" y="17484"/>
                    </a:lnTo>
                    <a:lnTo>
                      <a:pt x="4765" y="2384"/>
                    </a:lnTo>
                    <a:cubicBezTo>
                      <a:pt x="4765" y="1069"/>
                      <a:pt x="3696" y="1"/>
                      <a:pt x="2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4880660" y="1531638"/>
                <a:ext cx="735565" cy="809892"/>
              </a:xfrm>
              <a:custGeom>
                <a:avLst/>
                <a:gdLst/>
                <a:ahLst/>
                <a:cxnLst/>
                <a:rect l="l" t="t" r="r" b="b"/>
                <a:pathLst>
                  <a:path w="25384" h="27949" extrusionOk="0">
                    <a:moveTo>
                      <a:pt x="12692" y="0"/>
                    </a:moveTo>
                    <a:cubicBezTo>
                      <a:pt x="5694" y="0"/>
                      <a:pt x="1" y="5695"/>
                      <a:pt x="1" y="12693"/>
                    </a:cubicBezTo>
                    <a:lnTo>
                      <a:pt x="1" y="27949"/>
                    </a:lnTo>
                    <a:lnTo>
                      <a:pt x="334" y="27949"/>
                    </a:lnTo>
                    <a:lnTo>
                      <a:pt x="334" y="12693"/>
                    </a:lnTo>
                    <a:cubicBezTo>
                      <a:pt x="334" y="5878"/>
                      <a:pt x="5878" y="334"/>
                      <a:pt x="12692" y="334"/>
                    </a:cubicBezTo>
                    <a:cubicBezTo>
                      <a:pt x="19506" y="334"/>
                      <a:pt x="25051" y="5878"/>
                      <a:pt x="25051" y="12693"/>
                    </a:cubicBezTo>
                    <a:lnTo>
                      <a:pt x="25051" y="27949"/>
                    </a:lnTo>
                    <a:lnTo>
                      <a:pt x="25383" y="27949"/>
                    </a:lnTo>
                    <a:lnTo>
                      <a:pt x="25383" y="12693"/>
                    </a:lnTo>
                    <a:cubicBezTo>
                      <a:pt x="25383" y="5694"/>
                      <a:pt x="19689" y="0"/>
                      <a:pt x="126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4885151" y="1536217"/>
                <a:ext cx="726495" cy="800793"/>
              </a:xfrm>
              <a:custGeom>
                <a:avLst/>
                <a:gdLst/>
                <a:ahLst/>
                <a:cxnLst/>
                <a:rect l="l" t="t" r="r" b="b"/>
                <a:pathLst>
                  <a:path w="25071" h="27635" extrusionOk="0">
                    <a:moveTo>
                      <a:pt x="12535" y="0"/>
                    </a:moveTo>
                    <a:cubicBezTo>
                      <a:pt x="5624" y="0"/>
                      <a:pt x="1" y="5623"/>
                      <a:pt x="1" y="12535"/>
                    </a:cubicBezTo>
                    <a:lnTo>
                      <a:pt x="1" y="27634"/>
                    </a:lnTo>
                    <a:lnTo>
                      <a:pt x="21" y="27634"/>
                    </a:lnTo>
                    <a:lnTo>
                      <a:pt x="21" y="12535"/>
                    </a:lnTo>
                    <a:cubicBezTo>
                      <a:pt x="21" y="5634"/>
                      <a:pt x="5636" y="20"/>
                      <a:pt x="12536" y="20"/>
                    </a:cubicBezTo>
                    <a:cubicBezTo>
                      <a:pt x="19437" y="20"/>
                      <a:pt x="25052" y="5634"/>
                      <a:pt x="25052" y="12535"/>
                    </a:cubicBezTo>
                    <a:lnTo>
                      <a:pt x="25052" y="27635"/>
                    </a:lnTo>
                    <a:lnTo>
                      <a:pt x="25070" y="27635"/>
                    </a:lnTo>
                    <a:lnTo>
                      <a:pt x="25070" y="12535"/>
                    </a:lnTo>
                    <a:cubicBezTo>
                      <a:pt x="25070" y="5623"/>
                      <a:pt x="19446" y="0"/>
                      <a:pt x="125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5076778" y="1727756"/>
                <a:ext cx="343325" cy="613772"/>
              </a:xfrm>
              <a:custGeom>
                <a:avLst/>
                <a:gdLst/>
                <a:ahLst/>
                <a:cxnLst/>
                <a:rect l="l" t="t" r="r" b="b"/>
                <a:pathLst>
                  <a:path w="11848" h="21181" extrusionOk="0">
                    <a:moveTo>
                      <a:pt x="5925" y="0"/>
                    </a:moveTo>
                    <a:cubicBezTo>
                      <a:pt x="2658" y="0"/>
                      <a:pt x="1" y="2658"/>
                      <a:pt x="1" y="5925"/>
                    </a:cubicBezTo>
                    <a:lnTo>
                      <a:pt x="1" y="21181"/>
                    </a:lnTo>
                    <a:lnTo>
                      <a:pt x="334" y="21181"/>
                    </a:lnTo>
                    <a:lnTo>
                      <a:pt x="334" y="5925"/>
                    </a:lnTo>
                    <a:cubicBezTo>
                      <a:pt x="334" y="2842"/>
                      <a:pt x="2843" y="334"/>
                      <a:pt x="5925" y="334"/>
                    </a:cubicBezTo>
                    <a:cubicBezTo>
                      <a:pt x="9007" y="334"/>
                      <a:pt x="11515" y="2843"/>
                      <a:pt x="11515" y="5925"/>
                    </a:cubicBezTo>
                    <a:lnTo>
                      <a:pt x="11515" y="21181"/>
                    </a:lnTo>
                    <a:lnTo>
                      <a:pt x="11847" y="21181"/>
                    </a:lnTo>
                    <a:lnTo>
                      <a:pt x="11847" y="5925"/>
                    </a:lnTo>
                    <a:cubicBezTo>
                      <a:pt x="11847" y="2658"/>
                      <a:pt x="9192" y="0"/>
                      <a:pt x="59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5081270" y="1732335"/>
                <a:ext cx="334226" cy="604673"/>
              </a:xfrm>
              <a:custGeom>
                <a:avLst/>
                <a:gdLst/>
                <a:ahLst/>
                <a:cxnLst/>
                <a:rect l="l" t="t" r="r" b="b"/>
                <a:pathLst>
                  <a:path w="11534" h="20867" extrusionOk="0">
                    <a:moveTo>
                      <a:pt x="5767" y="0"/>
                    </a:moveTo>
                    <a:cubicBezTo>
                      <a:pt x="2589" y="0"/>
                      <a:pt x="1" y="2587"/>
                      <a:pt x="1" y="5767"/>
                    </a:cubicBezTo>
                    <a:lnTo>
                      <a:pt x="1" y="20866"/>
                    </a:lnTo>
                    <a:lnTo>
                      <a:pt x="21" y="20866"/>
                    </a:lnTo>
                    <a:lnTo>
                      <a:pt x="21" y="5767"/>
                    </a:lnTo>
                    <a:cubicBezTo>
                      <a:pt x="21" y="2598"/>
                      <a:pt x="2600" y="20"/>
                      <a:pt x="5769" y="20"/>
                    </a:cubicBezTo>
                    <a:cubicBezTo>
                      <a:pt x="8939" y="20"/>
                      <a:pt x="11516" y="2598"/>
                      <a:pt x="11516" y="5767"/>
                    </a:cubicBezTo>
                    <a:lnTo>
                      <a:pt x="11516" y="20867"/>
                    </a:lnTo>
                    <a:lnTo>
                      <a:pt x="11533" y="20867"/>
                    </a:lnTo>
                    <a:lnTo>
                      <a:pt x="11533" y="5767"/>
                    </a:lnTo>
                    <a:cubicBezTo>
                      <a:pt x="11533" y="2587"/>
                      <a:pt x="8947" y="0"/>
                      <a:pt x="57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a:off x="5243601" y="1899592"/>
                <a:ext cx="9707" cy="441559"/>
              </a:xfrm>
              <a:custGeom>
                <a:avLst/>
                <a:gdLst/>
                <a:ahLst/>
                <a:cxnLst/>
                <a:rect l="l" t="t" r="r" b="b"/>
                <a:pathLst>
                  <a:path w="335" h="15238" extrusionOk="0">
                    <a:moveTo>
                      <a:pt x="1" y="1"/>
                    </a:moveTo>
                    <a:lnTo>
                      <a:pt x="1" y="15237"/>
                    </a:lnTo>
                    <a:lnTo>
                      <a:pt x="334" y="15237"/>
                    </a:lnTo>
                    <a:lnTo>
                      <a:pt x="3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5248150" y="1904170"/>
                <a:ext cx="638" cy="432518"/>
              </a:xfrm>
              <a:custGeom>
                <a:avLst/>
                <a:gdLst/>
                <a:ahLst/>
                <a:cxnLst/>
                <a:rect l="l" t="t" r="r" b="b"/>
                <a:pathLst>
                  <a:path w="22" h="14926" extrusionOk="0">
                    <a:moveTo>
                      <a:pt x="1" y="1"/>
                    </a:moveTo>
                    <a:lnTo>
                      <a:pt x="1" y="14925"/>
                    </a:lnTo>
                    <a:lnTo>
                      <a:pt x="21" y="14925"/>
                    </a:lnTo>
                    <a:lnTo>
                      <a:pt x="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2"/>
        <p:cNvGrpSpPr/>
        <p:nvPr/>
      </p:nvGrpSpPr>
      <p:grpSpPr>
        <a:xfrm>
          <a:off x="0" y="0"/>
          <a:ext cx="0" cy="0"/>
          <a:chOff x="0" y="0"/>
          <a:chExt cx="0" cy="0"/>
        </a:xfrm>
      </p:grpSpPr>
      <p:sp>
        <p:nvSpPr>
          <p:cNvPr id="73" name="Google Shape;73;p5"/>
          <p:cNvSpPr txBox="1">
            <a:spLocks noGrp="1"/>
          </p:cNvSpPr>
          <p:nvPr>
            <p:ph type="subTitle" idx="1"/>
          </p:nvPr>
        </p:nvSpPr>
        <p:spPr>
          <a:xfrm>
            <a:off x="1241775" y="3541000"/>
            <a:ext cx="51444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4" name="Google Shape;74;p5"/>
          <p:cNvSpPr txBox="1">
            <a:spLocks noGrp="1"/>
          </p:cNvSpPr>
          <p:nvPr>
            <p:ph type="subTitle" idx="2"/>
          </p:nvPr>
        </p:nvSpPr>
        <p:spPr>
          <a:xfrm>
            <a:off x="1241797" y="2002425"/>
            <a:ext cx="51444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5" name="Google Shape;75;p5"/>
          <p:cNvSpPr txBox="1">
            <a:spLocks noGrp="1"/>
          </p:cNvSpPr>
          <p:nvPr>
            <p:ph type="subTitle" idx="3"/>
          </p:nvPr>
        </p:nvSpPr>
        <p:spPr>
          <a:xfrm>
            <a:off x="1241797" y="3226200"/>
            <a:ext cx="5144400" cy="467100"/>
          </a:xfrm>
          <a:prstGeom prst="rect">
            <a:avLst/>
          </a:prstGeom>
        </p:spPr>
        <p:txBody>
          <a:bodyPr spcFirstLastPara="1" wrap="square" lIns="91425" tIns="91425" rIns="91425" bIns="91425" anchor="b" anchorCtr="0">
            <a:noAutofit/>
          </a:bodyPr>
          <a:lstStyle>
            <a:lvl1pPr lvl="0">
              <a:spcBef>
                <a:spcPts val="0"/>
              </a:spcBef>
              <a:spcAft>
                <a:spcPts val="0"/>
              </a:spcAft>
              <a:buSzPts val="2000"/>
              <a:buFont typeface="Poller One"/>
              <a:buNone/>
              <a:defRPr sz="2000" b="1">
                <a:latin typeface="Arima"/>
                <a:ea typeface="Arima"/>
                <a:cs typeface="Arima"/>
                <a:sym typeface="Arima"/>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
        <p:nvSpPr>
          <p:cNvPr id="76" name="Google Shape;76;p5"/>
          <p:cNvSpPr txBox="1">
            <a:spLocks noGrp="1"/>
          </p:cNvSpPr>
          <p:nvPr>
            <p:ph type="subTitle" idx="4"/>
          </p:nvPr>
        </p:nvSpPr>
        <p:spPr>
          <a:xfrm>
            <a:off x="1241819" y="1687575"/>
            <a:ext cx="5144400" cy="4671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Poller One"/>
              <a:buNone/>
              <a:defRPr sz="2000" b="1">
                <a:latin typeface="Arima"/>
                <a:ea typeface="Arima"/>
                <a:cs typeface="Arima"/>
                <a:sym typeface="Arima"/>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 name="Google Shape;77;p5"/>
          <p:cNvSpPr txBox="1">
            <a:spLocks noGrp="1"/>
          </p:cNvSpPr>
          <p:nvPr>
            <p:ph type="title"/>
          </p:nvPr>
        </p:nvSpPr>
        <p:spPr>
          <a:xfrm>
            <a:off x="720000" y="4638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78" name="Google Shape;78;p5"/>
          <p:cNvGrpSpPr/>
          <p:nvPr/>
        </p:nvGrpSpPr>
        <p:grpSpPr>
          <a:xfrm>
            <a:off x="7434775" y="111873"/>
            <a:ext cx="1709214" cy="5031632"/>
            <a:chOff x="7434775" y="111873"/>
            <a:chExt cx="1709214" cy="5031632"/>
          </a:xfrm>
        </p:grpSpPr>
        <p:sp>
          <p:nvSpPr>
            <p:cNvPr id="79" name="Google Shape;79;p5"/>
            <p:cNvSpPr/>
            <p:nvPr/>
          </p:nvSpPr>
          <p:spPr>
            <a:xfrm rot="5400000">
              <a:off x="7295089" y="4404680"/>
              <a:ext cx="878511" cy="599139"/>
            </a:xfrm>
            <a:custGeom>
              <a:avLst/>
              <a:gdLst/>
              <a:ahLst/>
              <a:cxnLst/>
              <a:rect l="l" t="t" r="r" b="b"/>
              <a:pathLst>
                <a:path w="30317" h="20676" extrusionOk="0">
                  <a:moveTo>
                    <a:pt x="29981" y="336"/>
                  </a:moveTo>
                  <a:lnTo>
                    <a:pt x="29981" y="20339"/>
                  </a:lnTo>
                  <a:lnTo>
                    <a:pt x="10337" y="20339"/>
                  </a:lnTo>
                  <a:cubicBezTo>
                    <a:pt x="8988" y="20339"/>
                    <a:pt x="7677" y="20073"/>
                    <a:pt x="6445" y="19552"/>
                  </a:cubicBezTo>
                  <a:cubicBezTo>
                    <a:pt x="5253" y="19048"/>
                    <a:pt x="4184" y="18327"/>
                    <a:pt x="3266" y="17408"/>
                  </a:cubicBezTo>
                  <a:cubicBezTo>
                    <a:pt x="2347" y="16489"/>
                    <a:pt x="1626" y="15421"/>
                    <a:pt x="1122" y="14229"/>
                  </a:cubicBezTo>
                  <a:cubicBezTo>
                    <a:pt x="601" y="12998"/>
                    <a:pt x="336" y="11687"/>
                    <a:pt x="336" y="10337"/>
                  </a:cubicBezTo>
                  <a:cubicBezTo>
                    <a:pt x="336" y="8987"/>
                    <a:pt x="601" y="7677"/>
                    <a:pt x="1122" y="6444"/>
                  </a:cubicBezTo>
                  <a:cubicBezTo>
                    <a:pt x="1627" y="5254"/>
                    <a:pt x="2347" y="4184"/>
                    <a:pt x="3266" y="3266"/>
                  </a:cubicBezTo>
                  <a:cubicBezTo>
                    <a:pt x="4184" y="2348"/>
                    <a:pt x="5253" y="1626"/>
                    <a:pt x="6445" y="1122"/>
                  </a:cubicBezTo>
                  <a:cubicBezTo>
                    <a:pt x="7677" y="601"/>
                    <a:pt x="8988" y="336"/>
                    <a:pt x="10337" y="336"/>
                  </a:cubicBezTo>
                  <a:close/>
                  <a:moveTo>
                    <a:pt x="10337" y="1"/>
                  </a:moveTo>
                  <a:cubicBezTo>
                    <a:pt x="8941" y="1"/>
                    <a:pt x="7589" y="273"/>
                    <a:pt x="6313" y="812"/>
                  </a:cubicBezTo>
                  <a:cubicBezTo>
                    <a:pt x="5082" y="1333"/>
                    <a:pt x="3977" y="2077"/>
                    <a:pt x="3027" y="3027"/>
                  </a:cubicBezTo>
                  <a:cubicBezTo>
                    <a:pt x="2078" y="3977"/>
                    <a:pt x="1333" y="5082"/>
                    <a:pt x="812" y="6313"/>
                  </a:cubicBezTo>
                  <a:cubicBezTo>
                    <a:pt x="274" y="7588"/>
                    <a:pt x="1" y="8942"/>
                    <a:pt x="1" y="10337"/>
                  </a:cubicBezTo>
                  <a:cubicBezTo>
                    <a:pt x="1" y="11734"/>
                    <a:pt x="273" y="13086"/>
                    <a:pt x="812" y="14362"/>
                  </a:cubicBezTo>
                  <a:cubicBezTo>
                    <a:pt x="1333" y="15592"/>
                    <a:pt x="2077" y="16697"/>
                    <a:pt x="3027" y="17647"/>
                  </a:cubicBezTo>
                  <a:cubicBezTo>
                    <a:pt x="3977" y="18596"/>
                    <a:pt x="5082" y="19342"/>
                    <a:pt x="6313" y="19862"/>
                  </a:cubicBezTo>
                  <a:cubicBezTo>
                    <a:pt x="7589" y="20400"/>
                    <a:pt x="8942" y="20674"/>
                    <a:pt x="10337" y="20674"/>
                  </a:cubicBezTo>
                  <a:lnTo>
                    <a:pt x="10337" y="20675"/>
                  </a:lnTo>
                  <a:lnTo>
                    <a:pt x="30317" y="20675"/>
                  </a:lnTo>
                  <a:lnTo>
                    <a:pt x="30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8564641" y="3438298"/>
              <a:ext cx="445935" cy="445964"/>
            </a:xfrm>
            <a:custGeom>
              <a:avLst/>
              <a:gdLst/>
              <a:ahLst/>
              <a:cxnLst/>
              <a:rect l="l" t="t" r="r" b="b"/>
              <a:pathLst>
                <a:path w="15389" h="15390" extrusionOk="0">
                  <a:moveTo>
                    <a:pt x="0" y="1"/>
                  </a:moveTo>
                  <a:lnTo>
                    <a:pt x="24" y="24"/>
                  </a:lnTo>
                  <a:lnTo>
                    <a:pt x="0" y="24"/>
                  </a:lnTo>
                  <a:lnTo>
                    <a:pt x="0" y="3435"/>
                  </a:lnTo>
                  <a:cubicBezTo>
                    <a:pt x="0" y="4384"/>
                    <a:pt x="770" y="5153"/>
                    <a:pt x="1719" y="5153"/>
                  </a:cubicBezTo>
                  <a:lnTo>
                    <a:pt x="3427" y="5153"/>
                  </a:lnTo>
                  <a:cubicBezTo>
                    <a:pt x="4379" y="5153"/>
                    <a:pt x="5150" y="5927"/>
                    <a:pt x="5146" y="6879"/>
                  </a:cubicBezTo>
                  <a:lnTo>
                    <a:pt x="5138" y="8555"/>
                  </a:lnTo>
                  <a:cubicBezTo>
                    <a:pt x="5135" y="9507"/>
                    <a:pt x="5905" y="10281"/>
                    <a:pt x="6857" y="10281"/>
                  </a:cubicBezTo>
                  <a:lnTo>
                    <a:pt x="8540" y="10281"/>
                  </a:lnTo>
                  <a:cubicBezTo>
                    <a:pt x="9490" y="10281"/>
                    <a:pt x="10259" y="11050"/>
                    <a:pt x="10259" y="12000"/>
                  </a:cubicBezTo>
                  <a:lnTo>
                    <a:pt x="10259" y="13671"/>
                  </a:lnTo>
                  <a:cubicBezTo>
                    <a:pt x="10259" y="14621"/>
                    <a:pt x="11028" y="15390"/>
                    <a:pt x="11978" y="15390"/>
                  </a:cubicBezTo>
                  <a:lnTo>
                    <a:pt x="13669" y="15390"/>
                  </a:lnTo>
                  <a:cubicBezTo>
                    <a:pt x="14619" y="15390"/>
                    <a:pt x="15388" y="14621"/>
                    <a:pt x="15388" y="13671"/>
                  </a:cubicBezTo>
                  <a:lnTo>
                    <a:pt x="15388" y="10260"/>
                  </a:lnTo>
                  <a:lnTo>
                    <a:pt x="15388" y="1720"/>
                  </a:lnTo>
                  <a:cubicBezTo>
                    <a:pt x="15388" y="770"/>
                    <a:pt x="14619" y="1"/>
                    <a:pt x="136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
            <p:cNvSpPr/>
            <p:nvPr/>
          </p:nvSpPr>
          <p:spPr>
            <a:xfrm>
              <a:off x="8419337" y="4605994"/>
              <a:ext cx="9331" cy="537504"/>
            </a:xfrm>
            <a:custGeom>
              <a:avLst/>
              <a:gdLst/>
              <a:ahLst/>
              <a:cxnLst/>
              <a:rect l="l" t="t" r="r" b="b"/>
              <a:pathLst>
                <a:path w="322" h="18549" extrusionOk="0">
                  <a:moveTo>
                    <a:pt x="1" y="1"/>
                  </a:moveTo>
                  <a:lnTo>
                    <a:pt x="1" y="18548"/>
                  </a:lnTo>
                  <a:lnTo>
                    <a:pt x="322" y="18548"/>
                  </a:lnTo>
                  <a:lnTo>
                    <a:pt x="3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 name="Google Shape;82;p5"/>
            <p:cNvGrpSpPr/>
            <p:nvPr/>
          </p:nvGrpSpPr>
          <p:grpSpPr>
            <a:xfrm rot="-5400000">
              <a:off x="8371260" y="2166801"/>
              <a:ext cx="735565" cy="809892"/>
              <a:chOff x="4880660" y="1531638"/>
              <a:chExt cx="735565" cy="809892"/>
            </a:xfrm>
          </p:grpSpPr>
          <p:sp>
            <p:nvSpPr>
              <p:cNvPr id="83" name="Google Shape;83;p5"/>
              <p:cNvSpPr/>
              <p:nvPr/>
            </p:nvSpPr>
            <p:spPr>
              <a:xfrm>
                <a:off x="4978777" y="1629726"/>
                <a:ext cx="539387" cy="711803"/>
              </a:xfrm>
              <a:custGeom>
                <a:avLst/>
                <a:gdLst/>
                <a:ahLst/>
                <a:cxnLst/>
                <a:rect l="l" t="t" r="r" b="b"/>
                <a:pathLst>
                  <a:path w="18614" h="24564" extrusionOk="0">
                    <a:moveTo>
                      <a:pt x="9307" y="1"/>
                    </a:moveTo>
                    <a:cubicBezTo>
                      <a:pt x="8052" y="1"/>
                      <a:pt x="6831" y="248"/>
                      <a:pt x="5684" y="733"/>
                    </a:cubicBezTo>
                    <a:cubicBezTo>
                      <a:pt x="4575" y="1202"/>
                      <a:pt x="3581" y="1873"/>
                      <a:pt x="2726" y="2727"/>
                    </a:cubicBezTo>
                    <a:cubicBezTo>
                      <a:pt x="1871" y="3582"/>
                      <a:pt x="1200" y="4576"/>
                      <a:pt x="732" y="5685"/>
                    </a:cubicBezTo>
                    <a:cubicBezTo>
                      <a:pt x="247" y="6832"/>
                      <a:pt x="0" y="8050"/>
                      <a:pt x="0" y="9308"/>
                    </a:cubicBezTo>
                    <a:lnTo>
                      <a:pt x="0" y="24564"/>
                    </a:lnTo>
                    <a:lnTo>
                      <a:pt x="333" y="24564"/>
                    </a:lnTo>
                    <a:lnTo>
                      <a:pt x="333" y="9308"/>
                    </a:lnTo>
                    <a:cubicBezTo>
                      <a:pt x="333" y="8096"/>
                      <a:pt x="569" y="6920"/>
                      <a:pt x="1038" y="5814"/>
                    </a:cubicBezTo>
                    <a:cubicBezTo>
                      <a:pt x="1489" y="4745"/>
                      <a:pt x="2136" y="3786"/>
                      <a:pt x="2960" y="2962"/>
                    </a:cubicBezTo>
                    <a:cubicBezTo>
                      <a:pt x="3784" y="2138"/>
                      <a:pt x="4745" y="1491"/>
                      <a:pt x="5813" y="1039"/>
                    </a:cubicBezTo>
                    <a:cubicBezTo>
                      <a:pt x="6921" y="571"/>
                      <a:pt x="8095" y="334"/>
                      <a:pt x="9307" y="334"/>
                    </a:cubicBezTo>
                    <a:cubicBezTo>
                      <a:pt x="10519" y="334"/>
                      <a:pt x="11694" y="570"/>
                      <a:pt x="12801" y="1039"/>
                    </a:cubicBezTo>
                    <a:cubicBezTo>
                      <a:pt x="13870" y="1491"/>
                      <a:pt x="14828" y="2137"/>
                      <a:pt x="15653" y="2962"/>
                    </a:cubicBezTo>
                    <a:cubicBezTo>
                      <a:pt x="16477" y="3785"/>
                      <a:pt x="17124" y="4745"/>
                      <a:pt x="17576" y="5814"/>
                    </a:cubicBezTo>
                    <a:cubicBezTo>
                      <a:pt x="18043" y="6922"/>
                      <a:pt x="18280" y="8096"/>
                      <a:pt x="18280" y="9308"/>
                    </a:cubicBezTo>
                    <a:lnTo>
                      <a:pt x="18280" y="24564"/>
                    </a:lnTo>
                    <a:lnTo>
                      <a:pt x="18614" y="24564"/>
                    </a:lnTo>
                    <a:lnTo>
                      <a:pt x="18614" y="9308"/>
                    </a:lnTo>
                    <a:cubicBezTo>
                      <a:pt x="18614" y="8052"/>
                      <a:pt x="18367" y="6832"/>
                      <a:pt x="17882" y="5685"/>
                    </a:cubicBezTo>
                    <a:cubicBezTo>
                      <a:pt x="17413" y="4578"/>
                      <a:pt x="16742" y="3582"/>
                      <a:pt x="15888" y="2727"/>
                    </a:cubicBezTo>
                    <a:cubicBezTo>
                      <a:pt x="15033" y="1873"/>
                      <a:pt x="14038" y="1202"/>
                      <a:pt x="12930" y="733"/>
                    </a:cubicBezTo>
                    <a:cubicBezTo>
                      <a:pt x="11782" y="248"/>
                      <a:pt x="10563" y="1"/>
                      <a:pt x="93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4983240" y="1634218"/>
                <a:ext cx="530375" cy="702791"/>
              </a:xfrm>
              <a:custGeom>
                <a:avLst/>
                <a:gdLst/>
                <a:ahLst/>
                <a:cxnLst/>
                <a:rect l="l" t="t" r="r" b="b"/>
                <a:pathLst>
                  <a:path w="18303" h="24253" extrusionOk="0">
                    <a:moveTo>
                      <a:pt x="9152" y="1"/>
                    </a:moveTo>
                    <a:cubicBezTo>
                      <a:pt x="7916" y="1"/>
                      <a:pt x="6717" y="242"/>
                      <a:pt x="5590" y="719"/>
                    </a:cubicBezTo>
                    <a:cubicBezTo>
                      <a:pt x="4499" y="1182"/>
                      <a:pt x="3521" y="1842"/>
                      <a:pt x="2680" y="2681"/>
                    </a:cubicBezTo>
                    <a:cubicBezTo>
                      <a:pt x="1839" y="3522"/>
                      <a:pt x="1179" y="4501"/>
                      <a:pt x="719" y="5591"/>
                    </a:cubicBezTo>
                    <a:cubicBezTo>
                      <a:pt x="242" y="6718"/>
                      <a:pt x="0" y="7918"/>
                      <a:pt x="0" y="9153"/>
                    </a:cubicBezTo>
                    <a:lnTo>
                      <a:pt x="0" y="24252"/>
                    </a:lnTo>
                    <a:lnTo>
                      <a:pt x="21" y="24252"/>
                    </a:lnTo>
                    <a:lnTo>
                      <a:pt x="21" y="9153"/>
                    </a:lnTo>
                    <a:cubicBezTo>
                      <a:pt x="21" y="7920"/>
                      <a:pt x="262" y="6723"/>
                      <a:pt x="738" y="5598"/>
                    </a:cubicBezTo>
                    <a:cubicBezTo>
                      <a:pt x="1198" y="4511"/>
                      <a:pt x="1855" y="3535"/>
                      <a:pt x="2695" y="2696"/>
                    </a:cubicBezTo>
                    <a:cubicBezTo>
                      <a:pt x="3533" y="1857"/>
                      <a:pt x="4511" y="1198"/>
                      <a:pt x="5597" y="739"/>
                    </a:cubicBezTo>
                    <a:cubicBezTo>
                      <a:pt x="6723" y="263"/>
                      <a:pt x="7919" y="21"/>
                      <a:pt x="9152" y="21"/>
                    </a:cubicBezTo>
                    <a:cubicBezTo>
                      <a:pt x="10384" y="21"/>
                      <a:pt x="11580" y="263"/>
                      <a:pt x="12706" y="739"/>
                    </a:cubicBezTo>
                    <a:cubicBezTo>
                      <a:pt x="13794" y="1198"/>
                      <a:pt x="14770" y="1857"/>
                      <a:pt x="15608" y="2696"/>
                    </a:cubicBezTo>
                    <a:cubicBezTo>
                      <a:pt x="16447" y="3535"/>
                      <a:pt x="17105" y="4512"/>
                      <a:pt x="17565" y="5598"/>
                    </a:cubicBezTo>
                    <a:cubicBezTo>
                      <a:pt x="18042" y="6723"/>
                      <a:pt x="18282" y="7920"/>
                      <a:pt x="18282" y="9153"/>
                    </a:cubicBezTo>
                    <a:lnTo>
                      <a:pt x="18282" y="24253"/>
                    </a:lnTo>
                    <a:lnTo>
                      <a:pt x="18303" y="24253"/>
                    </a:lnTo>
                    <a:lnTo>
                      <a:pt x="18303" y="9153"/>
                    </a:lnTo>
                    <a:cubicBezTo>
                      <a:pt x="18303" y="7918"/>
                      <a:pt x="18062" y="6718"/>
                      <a:pt x="17584" y="5591"/>
                    </a:cubicBezTo>
                    <a:cubicBezTo>
                      <a:pt x="17123" y="4500"/>
                      <a:pt x="16463" y="3522"/>
                      <a:pt x="15623" y="2681"/>
                    </a:cubicBezTo>
                    <a:cubicBezTo>
                      <a:pt x="14782" y="1840"/>
                      <a:pt x="13803" y="1181"/>
                      <a:pt x="12714" y="719"/>
                    </a:cubicBezTo>
                    <a:cubicBezTo>
                      <a:pt x="11586" y="242"/>
                      <a:pt x="10387" y="1"/>
                      <a:pt x="91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5174867" y="1825815"/>
                <a:ext cx="147177" cy="515713"/>
              </a:xfrm>
              <a:custGeom>
                <a:avLst/>
                <a:gdLst/>
                <a:ahLst/>
                <a:cxnLst/>
                <a:rect l="l" t="t" r="r" b="b"/>
                <a:pathLst>
                  <a:path w="5079" h="17797" extrusionOk="0">
                    <a:moveTo>
                      <a:pt x="2540" y="1"/>
                    </a:moveTo>
                    <a:cubicBezTo>
                      <a:pt x="1140" y="1"/>
                      <a:pt x="0" y="1141"/>
                      <a:pt x="0" y="2541"/>
                    </a:cubicBezTo>
                    <a:lnTo>
                      <a:pt x="0" y="17797"/>
                    </a:lnTo>
                    <a:lnTo>
                      <a:pt x="333" y="17797"/>
                    </a:lnTo>
                    <a:lnTo>
                      <a:pt x="333" y="2541"/>
                    </a:lnTo>
                    <a:cubicBezTo>
                      <a:pt x="333" y="1324"/>
                      <a:pt x="1323" y="335"/>
                      <a:pt x="2540" y="335"/>
                    </a:cubicBezTo>
                    <a:cubicBezTo>
                      <a:pt x="3755" y="335"/>
                      <a:pt x="4745" y="1323"/>
                      <a:pt x="4745" y="2541"/>
                    </a:cubicBezTo>
                    <a:lnTo>
                      <a:pt x="4745" y="17797"/>
                    </a:lnTo>
                    <a:lnTo>
                      <a:pt x="5079" y="17797"/>
                    </a:lnTo>
                    <a:lnTo>
                      <a:pt x="5079" y="2541"/>
                    </a:lnTo>
                    <a:cubicBezTo>
                      <a:pt x="5079" y="1141"/>
                      <a:pt x="3940" y="1"/>
                      <a:pt x="25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5179387" y="1830365"/>
                <a:ext cx="138078" cy="506643"/>
              </a:xfrm>
              <a:custGeom>
                <a:avLst/>
                <a:gdLst/>
                <a:ahLst/>
                <a:cxnLst/>
                <a:rect l="l" t="t" r="r" b="b"/>
                <a:pathLst>
                  <a:path w="4765" h="17484" extrusionOk="0">
                    <a:moveTo>
                      <a:pt x="2382" y="1"/>
                    </a:moveTo>
                    <a:cubicBezTo>
                      <a:pt x="1069" y="1"/>
                      <a:pt x="0" y="1069"/>
                      <a:pt x="0" y="2384"/>
                    </a:cubicBezTo>
                    <a:lnTo>
                      <a:pt x="0" y="17483"/>
                    </a:lnTo>
                    <a:lnTo>
                      <a:pt x="21" y="17483"/>
                    </a:lnTo>
                    <a:lnTo>
                      <a:pt x="21" y="2384"/>
                    </a:lnTo>
                    <a:cubicBezTo>
                      <a:pt x="21" y="1080"/>
                      <a:pt x="1082" y="20"/>
                      <a:pt x="2384" y="20"/>
                    </a:cubicBezTo>
                    <a:cubicBezTo>
                      <a:pt x="3686" y="20"/>
                      <a:pt x="4745" y="1082"/>
                      <a:pt x="4745" y="2384"/>
                    </a:cubicBezTo>
                    <a:lnTo>
                      <a:pt x="4745" y="17484"/>
                    </a:lnTo>
                    <a:lnTo>
                      <a:pt x="4765" y="17484"/>
                    </a:lnTo>
                    <a:lnTo>
                      <a:pt x="4765" y="2384"/>
                    </a:lnTo>
                    <a:cubicBezTo>
                      <a:pt x="4765" y="1069"/>
                      <a:pt x="3696" y="1"/>
                      <a:pt x="2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4880660" y="1531638"/>
                <a:ext cx="735565" cy="809892"/>
              </a:xfrm>
              <a:custGeom>
                <a:avLst/>
                <a:gdLst/>
                <a:ahLst/>
                <a:cxnLst/>
                <a:rect l="l" t="t" r="r" b="b"/>
                <a:pathLst>
                  <a:path w="25384" h="27949" extrusionOk="0">
                    <a:moveTo>
                      <a:pt x="12692" y="0"/>
                    </a:moveTo>
                    <a:cubicBezTo>
                      <a:pt x="5694" y="0"/>
                      <a:pt x="1" y="5695"/>
                      <a:pt x="1" y="12693"/>
                    </a:cubicBezTo>
                    <a:lnTo>
                      <a:pt x="1" y="27949"/>
                    </a:lnTo>
                    <a:lnTo>
                      <a:pt x="334" y="27949"/>
                    </a:lnTo>
                    <a:lnTo>
                      <a:pt x="334" y="12693"/>
                    </a:lnTo>
                    <a:cubicBezTo>
                      <a:pt x="334" y="5878"/>
                      <a:pt x="5878" y="334"/>
                      <a:pt x="12692" y="334"/>
                    </a:cubicBezTo>
                    <a:cubicBezTo>
                      <a:pt x="19506" y="334"/>
                      <a:pt x="25051" y="5878"/>
                      <a:pt x="25051" y="12693"/>
                    </a:cubicBezTo>
                    <a:lnTo>
                      <a:pt x="25051" y="27949"/>
                    </a:lnTo>
                    <a:lnTo>
                      <a:pt x="25383" y="27949"/>
                    </a:lnTo>
                    <a:lnTo>
                      <a:pt x="25383" y="12693"/>
                    </a:lnTo>
                    <a:cubicBezTo>
                      <a:pt x="25383" y="5694"/>
                      <a:pt x="19689" y="0"/>
                      <a:pt x="126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a:off x="4885151" y="1536217"/>
                <a:ext cx="726495" cy="800793"/>
              </a:xfrm>
              <a:custGeom>
                <a:avLst/>
                <a:gdLst/>
                <a:ahLst/>
                <a:cxnLst/>
                <a:rect l="l" t="t" r="r" b="b"/>
                <a:pathLst>
                  <a:path w="25071" h="27635" extrusionOk="0">
                    <a:moveTo>
                      <a:pt x="12535" y="0"/>
                    </a:moveTo>
                    <a:cubicBezTo>
                      <a:pt x="5624" y="0"/>
                      <a:pt x="1" y="5623"/>
                      <a:pt x="1" y="12535"/>
                    </a:cubicBezTo>
                    <a:lnTo>
                      <a:pt x="1" y="27634"/>
                    </a:lnTo>
                    <a:lnTo>
                      <a:pt x="21" y="27634"/>
                    </a:lnTo>
                    <a:lnTo>
                      <a:pt x="21" y="12535"/>
                    </a:lnTo>
                    <a:cubicBezTo>
                      <a:pt x="21" y="5634"/>
                      <a:pt x="5636" y="20"/>
                      <a:pt x="12536" y="20"/>
                    </a:cubicBezTo>
                    <a:cubicBezTo>
                      <a:pt x="19437" y="20"/>
                      <a:pt x="25052" y="5634"/>
                      <a:pt x="25052" y="12535"/>
                    </a:cubicBezTo>
                    <a:lnTo>
                      <a:pt x="25052" y="27635"/>
                    </a:lnTo>
                    <a:lnTo>
                      <a:pt x="25070" y="27635"/>
                    </a:lnTo>
                    <a:lnTo>
                      <a:pt x="25070" y="12535"/>
                    </a:lnTo>
                    <a:cubicBezTo>
                      <a:pt x="25070" y="5623"/>
                      <a:pt x="19446" y="0"/>
                      <a:pt x="125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5076778" y="1727756"/>
                <a:ext cx="343325" cy="613772"/>
              </a:xfrm>
              <a:custGeom>
                <a:avLst/>
                <a:gdLst/>
                <a:ahLst/>
                <a:cxnLst/>
                <a:rect l="l" t="t" r="r" b="b"/>
                <a:pathLst>
                  <a:path w="11848" h="21181" extrusionOk="0">
                    <a:moveTo>
                      <a:pt x="5925" y="0"/>
                    </a:moveTo>
                    <a:cubicBezTo>
                      <a:pt x="2658" y="0"/>
                      <a:pt x="1" y="2658"/>
                      <a:pt x="1" y="5925"/>
                    </a:cubicBezTo>
                    <a:lnTo>
                      <a:pt x="1" y="21181"/>
                    </a:lnTo>
                    <a:lnTo>
                      <a:pt x="334" y="21181"/>
                    </a:lnTo>
                    <a:lnTo>
                      <a:pt x="334" y="5925"/>
                    </a:lnTo>
                    <a:cubicBezTo>
                      <a:pt x="334" y="2842"/>
                      <a:pt x="2843" y="334"/>
                      <a:pt x="5925" y="334"/>
                    </a:cubicBezTo>
                    <a:cubicBezTo>
                      <a:pt x="9007" y="334"/>
                      <a:pt x="11515" y="2843"/>
                      <a:pt x="11515" y="5925"/>
                    </a:cubicBezTo>
                    <a:lnTo>
                      <a:pt x="11515" y="21181"/>
                    </a:lnTo>
                    <a:lnTo>
                      <a:pt x="11847" y="21181"/>
                    </a:lnTo>
                    <a:lnTo>
                      <a:pt x="11847" y="5925"/>
                    </a:lnTo>
                    <a:cubicBezTo>
                      <a:pt x="11847" y="2658"/>
                      <a:pt x="9192" y="0"/>
                      <a:pt x="59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5081270" y="1732335"/>
                <a:ext cx="334226" cy="604673"/>
              </a:xfrm>
              <a:custGeom>
                <a:avLst/>
                <a:gdLst/>
                <a:ahLst/>
                <a:cxnLst/>
                <a:rect l="l" t="t" r="r" b="b"/>
                <a:pathLst>
                  <a:path w="11534" h="20867" extrusionOk="0">
                    <a:moveTo>
                      <a:pt x="5767" y="0"/>
                    </a:moveTo>
                    <a:cubicBezTo>
                      <a:pt x="2589" y="0"/>
                      <a:pt x="1" y="2587"/>
                      <a:pt x="1" y="5767"/>
                    </a:cubicBezTo>
                    <a:lnTo>
                      <a:pt x="1" y="20866"/>
                    </a:lnTo>
                    <a:lnTo>
                      <a:pt x="21" y="20866"/>
                    </a:lnTo>
                    <a:lnTo>
                      <a:pt x="21" y="5767"/>
                    </a:lnTo>
                    <a:cubicBezTo>
                      <a:pt x="21" y="2598"/>
                      <a:pt x="2600" y="20"/>
                      <a:pt x="5769" y="20"/>
                    </a:cubicBezTo>
                    <a:cubicBezTo>
                      <a:pt x="8939" y="20"/>
                      <a:pt x="11516" y="2598"/>
                      <a:pt x="11516" y="5767"/>
                    </a:cubicBezTo>
                    <a:lnTo>
                      <a:pt x="11516" y="20867"/>
                    </a:lnTo>
                    <a:lnTo>
                      <a:pt x="11533" y="20867"/>
                    </a:lnTo>
                    <a:lnTo>
                      <a:pt x="11533" y="5767"/>
                    </a:lnTo>
                    <a:cubicBezTo>
                      <a:pt x="11533" y="2587"/>
                      <a:pt x="8947" y="0"/>
                      <a:pt x="57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a:off x="5243601" y="1899592"/>
                <a:ext cx="9707" cy="441559"/>
              </a:xfrm>
              <a:custGeom>
                <a:avLst/>
                <a:gdLst/>
                <a:ahLst/>
                <a:cxnLst/>
                <a:rect l="l" t="t" r="r" b="b"/>
                <a:pathLst>
                  <a:path w="335" h="15238" extrusionOk="0">
                    <a:moveTo>
                      <a:pt x="1" y="1"/>
                    </a:moveTo>
                    <a:lnTo>
                      <a:pt x="1" y="15237"/>
                    </a:lnTo>
                    <a:lnTo>
                      <a:pt x="334" y="15237"/>
                    </a:lnTo>
                    <a:lnTo>
                      <a:pt x="3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5248150" y="1904170"/>
                <a:ext cx="638" cy="432518"/>
              </a:xfrm>
              <a:custGeom>
                <a:avLst/>
                <a:gdLst/>
                <a:ahLst/>
                <a:cxnLst/>
                <a:rect l="l" t="t" r="r" b="b"/>
                <a:pathLst>
                  <a:path w="22" h="14926" extrusionOk="0">
                    <a:moveTo>
                      <a:pt x="1" y="1"/>
                    </a:moveTo>
                    <a:lnTo>
                      <a:pt x="1" y="14925"/>
                    </a:lnTo>
                    <a:lnTo>
                      <a:pt x="21" y="14925"/>
                    </a:lnTo>
                    <a:lnTo>
                      <a:pt x="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5"/>
            <p:cNvSpPr/>
            <p:nvPr/>
          </p:nvSpPr>
          <p:spPr>
            <a:xfrm>
              <a:off x="8647579" y="374148"/>
              <a:ext cx="280068" cy="280068"/>
            </a:xfrm>
            <a:custGeom>
              <a:avLst/>
              <a:gdLst/>
              <a:ahLst/>
              <a:cxnLst/>
              <a:rect l="l" t="t" r="r" b="b"/>
              <a:pathLst>
                <a:path w="9665" h="9665" extrusionOk="0">
                  <a:moveTo>
                    <a:pt x="4832" y="1"/>
                  </a:moveTo>
                  <a:cubicBezTo>
                    <a:pt x="3550" y="1"/>
                    <a:pt x="2321" y="510"/>
                    <a:pt x="1415" y="1416"/>
                  </a:cubicBezTo>
                  <a:cubicBezTo>
                    <a:pt x="509" y="2323"/>
                    <a:pt x="0" y="3551"/>
                    <a:pt x="0" y="4833"/>
                  </a:cubicBezTo>
                  <a:cubicBezTo>
                    <a:pt x="0" y="6114"/>
                    <a:pt x="509" y="7344"/>
                    <a:pt x="1415" y="8249"/>
                  </a:cubicBezTo>
                  <a:cubicBezTo>
                    <a:pt x="2321" y="9156"/>
                    <a:pt x="3550" y="9665"/>
                    <a:pt x="4832" y="9665"/>
                  </a:cubicBezTo>
                  <a:cubicBezTo>
                    <a:pt x="6114" y="9665"/>
                    <a:pt x="7342" y="9156"/>
                    <a:pt x="8249" y="8249"/>
                  </a:cubicBezTo>
                  <a:cubicBezTo>
                    <a:pt x="9155" y="7344"/>
                    <a:pt x="9664" y="6114"/>
                    <a:pt x="9664" y="4833"/>
                  </a:cubicBezTo>
                  <a:cubicBezTo>
                    <a:pt x="9664" y="3551"/>
                    <a:pt x="9155" y="2323"/>
                    <a:pt x="8249" y="1416"/>
                  </a:cubicBezTo>
                  <a:cubicBezTo>
                    <a:pt x="7342" y="510"/>
                    <a:pt x="6114" y="1"/>
                    <a:pt x="48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a:off x="8535207" y="111873"/>
              <a:ext cx="172213" cy="156884"/>
            </a:xfrm>
            <a:custGeom>
              <a:avLst/>
              <a:gdLst/>
              <a:ahLst/>
              <a:cxnLst/>
              <a:rect l="l" t="t" r="r" b="b"/>
              <a:pathLst>
                <a:path w="5943" h="5414" extrusionOk="0">
                  <a:moveTo>
                    <a:pt x="2972" y="0"/>
                  </a:moveTo>
                  <a:cubicBezTo>
                    <a:pt x="2279" y="0"/>
                    <a:pt x="1587" y="264"/>
                    <a:pt x="1058" y="793"/>
                  </a:cubicBezTo>
                  <a:cubicBezTo>
                    <a:pt x="1" y="1850"/>
                    <a:pt x="1" y="3563"/>
                    <a:pt x="1058" y="4620"/>
                  </a:cubicBezTo>
                  <a:cubicBezTo>
                    <a:pt x="1587" y="5149"/>
                    <a:pt x="2279" y="5413"/>
                    <a:pt x="2972" y="5413"/>
                  </a:cubicBezTo>
                  <a:cubicBezTo>
                    <a:pt x="3664" y="5413"/>
                    <a:pt x="4357" y="5149"/>
                    <a:pt x="4885" y="4620"/>
                  </a:cubicBezTo>
                  <a:cubicBezTo>
                    <a:pt x="5943" y="3563"/>
                    <a:pt x="5943" y="1850"/>
                    <a:pt x="4885" y="793"/>
                  </a:cubicBezTo>
                  <a:cubicBezTo>
                    <a:pt x="4357" y="264"/>
                    <a:pt x="3664" y="0"/>
                    <a:pt x="29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5"/>
        <p:cNvGrpSpPr/>
        <p:nvPr/>
      </p:nvGrpSpPr>
      <p:grpSpPr>
        <a:xfrm>
          <a:off x="0" y="0"/>
          <a:ext cx="0" cy="0"/>
          <a:chOff x="0" y="0"/>
          <a:chExt cx="0" cy="0"/>
        </a:xfrm>
      </p:grpSpPr>
      <p:sp>
        <p:nvSpPr>
          <p:cNvPr id="96" name="Google Shape;96;p6"/>
          <p:cNvSpPr txBox="1">
            <a:spLocks noGrp="1"/>
          </p:cNvSpPr>
          <p:nvPr>
            <p:ph type="title"/>
          </p:nvPr>
        </p:nvSpPr>
        <p:spPr>
          <a:xfrm>
            <a:off x="720000" y="4638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97" name="Google Shape;97;p6"/>
          <p:cNvGrpSpPr/>
          <p:nvPr/>
        </p:nvGrpSpPr>
        <p:grpSpPr>
          <a:xfrm>
            <a:off x="-164554" y="10"/>
            <a:ext cx="9308542" cy="5049426"/>
            <a:chOff x="-164554" y="10"/>
            <a:chExt cx="9308542" cy="5049426"/>
          </a:xfrm>
        </p:grpSpPr>
        <p:sp>
          <p:nvSpPr>
            <p:cNvPr id="98" name="Google Shape;98;p6"/>
            <p:cNvSpPr/>
            <p:nvPr/>
          </p:nvSpPr>
          <p:spPr>
            <a:xfrm>
              <a:off x="8566544" y="4347745"/>
              <a:ext cx="358973" cy="431823"/>
            </a:xfrm>
            <a:custGeom>
              <a:avLst/>
              <a:gdLst/>
              <a:ahLst/>
              <a:cxnLst/>
              <a:rect l="l" t="t" r="r" b="b"/>
              <a:pathLst>
                <a:path w="12388" h="14902" extrusionOk="0">
                  <a:moveTo>
                    <a:pt x="5035" y="0"/>
                  </a:moveTo>
                  <a:cubicBezTo>
                    <a:pt x="4605" y="0"/>
                    <a:pt x="4255" y="350"/>
                    <a:pt x="4255" y="782"/>
                  </a:cubicBezTo>
                  <a:cubicBezTo>
                    <a:pt x="4255" y="3344"/>
                    <a:pt x="6339" y="5428"/>
                    <a:pt x="8901" y="5428"/>
                  </a:cubicBezTo>
                  <a:lnTo>
                    <a:pt x="10253" y="5428"/>
                  </a:lnTo>
                  <a:cubicBezTo>
                    <a:pt x="10569" y="5428"/>
                    <a:pt x="10827" y="5684"/>
                    <a:pt x="10827" y="6001"/>
                  </a:cubicBezTo>
                  <a:cubicBezTo>
                    <a:pt x="10827" y="6317"/>
                    <a:pt x="10569" y="6574"/>
                    <a:pt x="10253" y="6574"/>
                  </a:cubicBezTo>
                  <a:lnTo>
                    <a:pt x="4164" y="6574"/>
                  </a:lnTo>
                  <a:cubicBezTo>
                    <a:pt x="1869" y="6574"/>
                    <a:pt x="1" y="8441"/>
                    <a:pt x="1" y="10737"/>
                  </a:cubicBezTo>
                  <a:cubicBezTo>
                    <a:pt x="1" y="13033"/>
                    <a:pt x="1869" y="14901"/>
                    <a:pt x="4164" y="14901"/>
                  </a:cubicBezTo>
                  <a:lnTo>
                    <a:pt x="8660" y="14901"/>
                  </a:lnTo>
                  <a:cubicBezTo>
                    <a:pt x="9092" y="14901"/>
                    <a:pt x="9442" y="14551"/>
                    <a:pt x="9443" y="14118"/>
                  </a:cubicBezTo>
                  <a:cubicBezTo>
                    <a:pt x="9443" y="13687"/>
                    <a:pt x="9093" y="13338"/>
                    <a:pt x="8662" y="13338"/>
                  </a:cubicBezTo>
                  <a:lnTo>
                    <a:pt x="4166" y="13338"/>
                  </a:lnTo>
                  <a:cubicBezTo>
                    <a:pt x="2731" y="13338"/>
                    <a:pt x="1564" y="12171"/>
                    <a:pt x="1564" y="10736"/>
                  </a:cubicBezTo>
                  <a:cubicBezTo>
                    <a:pt x="1564" y="9301"/>
                    <a:pt x="2731" y="8134"/>
                    <a:pt x="4166" y="8134"/>
                  </a:cubicBezTo>
                  <a:lnTo>
                    <a:pt x="10255" y="8134"/>
                  </a:lnTo>
                  <a:cubicBezTo>
                    <a:pt x="11431" y="8134"/>
                    <a:pt x="12388" y="7178"/>
                    <a:pt x="12388" y="6001"/>
                  </a:cubicBezTo>
                  <a:cubicBezTo>
                    <a:pt x="12388" y="4824"/>
                    <a:pt x="11432" y="3867"/>
                    <a:pt x="10255" y="3867"/>
                  </a:cubicBezTo>
                  <a:lnTo>
                    <a:pt x="8902" y="3867"/>
                  </a:lnTo>
                  <a:cubicBezTo>
                    <a:pt x="7199" y="3867"/>
                    <a:pt x="5816" y="2482"/>
                    <a:pt x="5816" y="782"/>
                  </a:cubicBezTo>
                  <a:cubicBezTo>
                    <a:pt x="5816" y="350"/>
                    <a:pt x="5467" y="0"/>
                    <a:pt x="5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6"/>
            <p:cNvSpPr/>
            <p:nvPr/>
          </p:nvSpPr>
          <p:spPr>
            <a:xfrm>
              <a:off x="8546503" y="285712"/>
              <a:ext cx="508555" cy="508584"/>
            </a:xfrm>
            <a:custGeom>
              <a:avLst/>
              <a:gdLst/>
              <a:ahLst/>
              <a:cxnLst/>
              <a:rect l="l" t="t" r="r" b="b"/>
              <a:pathLst>
                <a:path w="17550" h="17551" extrusionOk="0">
                  <a:moveTo>
                    <a:pt x="1962" y="0"/>
                  </a:moveTo>
                  <a:cubicBezTo>
                    <a:pt x="879" y="0"/>
                    <a:pt x="1" y="878"/>
                    <a:pt x="1" y="1960"/>
                  </a:cubicBezTo>
                  <a:lnTo>
                    <a:pt x="1" y="5851"/>
                  </a:lnTo>
                  <a:lnTo>
                    <a:pt x="1" y="15591"/>
                  </a:lnTo>
                  <a:cubicBezTo>
                    <a:pt x="1" y="16673"/>
                    <a:pt x="879" y="17550"/>
                    <a:pt x="1962" y="17550"/>
                  </a:cubicBezTo>
                  <a:lnTo>
                    <a:pt x="17550" y="17550"/>
                  </a:lnTo>
                  <a:lnTo>
                    <a:pt x="17523" y="17524"/>
                  </a:lnTo>
                  <a:lnTo>
                    <a:pt x="17550" y="17524"/>
                  </a:lnTo>
                  <a:lnTo>
                    <a:pt x="17550" y="13634"/>
                  </a:lnTo>
                  <a:cubicBezTo>
                    <a:pt x="17549" y="12552"/>
                    <a:pt x="16671" y="11674"/>
                    <a:pt x="15588" y="11674"/>
                  </a:cubicBezTo>
                  <a:lnTo>
                    <a:pt x="13642" y="11674"/>
                  </a:lnTo>
                  <a:cubicBezTo>
                    <a:pt x="12556" y="11674"/>
                    <a:pt x="11677" y="10791"/>
                    <a:pt x="11682" y="9704"/>
                  </a:cubicBezTo>
                  <a:lnTo>
                    <a:pt x="11691" y="7792"/>
                  </a:lnTo>
                  <a:cubicBezTo>
                    <a:pt x="11696" y="6706"/>
                    <a:pt x="10817" y="5822"/>
                    <a:pt x="9731" y="5822"/>
                  </a:cubicBezTo>
                  <a:lnTo>
                    <a:pt x="7811" y="5822"/>
                  </a:lnTo>
                  <a:cubicBezTo>
                    <a:pt x="6728" y="5822"/>
                    <a:pt x="5850" y="4945"/>
                    <a:pt x="5850" y="3863"/>
                  </a:cubicBezTo>
                  <a:lnTo>
                    <a:pt x="5850" y="1960"/>
                  </a:lnTo>
                  <a:cubicBezTo>
                    <a:pt x="5850" y="878"/>
                    <a:pt x="4972" y="0"/>
                    <a:pt x="38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256482" y="1868848"/>
              <a:ext cx="172213" cy="156884"/>
            </a:xfrm>
            <a:custGeom>
              <a:avLst/>
              <a:gdLst/>
              <a:ahLst/>
              <a:cxnLst/>
              <a:rect l="l" t="t" r="r" b="b"/>
              <a:pathLst>
                <a:path w="5943" h="5414" extrusionOk="0">
                  <a:moveTo>
                    <a:pt x="2972" y="0"/>
                  </a:moveTo>
                  <a:cubicBezTo>
                    <a:pt x="2279" y="0"/>
                    <a:pt x="1587" y="264"/>
                    <a:pt x="1058" y="793"/>
                  </a:cubicBezTo>
                  <a:cubicBezTo>
                    <a:pt x="1" y="1850"/>
                    <a:pt x="1" y="3563"/>
                    <a:pt x="1058" y="4620"/>
                  </a:cubicBezTo>
                  <a:cubicBezTo>
                    <a:pt x="1587" y="5149"/>
                    <a:pt x="2279" y="5413"/>
                    <a:pt x="2972" y="5413"/>
                  </a:cubicBezTo>
                  <a:cubicBezTo>
                    <a:pt x="3664" y="5413"/>
                    <a:pt x="4357" y="5149"/>
                    <a:pt x="4885" y="4620"/>
                  </a:cubicBezTo>
                  <a:cubicBezTo>
                    <a:pt x="5943" y="3563"/>
                    <a:pt x="5943" y="1850"/>
                    <a:pt x="4885" y="793"/>
                  </a:cubicBezTo>
                  <a:cubicBezTo>
                    <a:pt x="4357" y="264"/>
                    <a:pt x="3664" y="0"/>
                    <a:pt x="29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6"/>
            <p:cNvSpPr/>
            <p:nvPr/>
          </p:nvSpPr>
          <p:spPr>
            <a:xfrm>
              <a:off x="8755574" y="3255833"/>
              <a:ext cx="388414" cy="868832"/>
            </a:xfrm>
            <a:custGeom>
              <a:avLst/>
              <a:gdLst/>
              <a:ahLst/>
              <a:cxnLst/>
              <a:rect l="l" t="t" r="r" b="b"/>
              <a:pathLst>
                <a:path w="13404" h="29983" extrusionOk="0">
                  <a:moveTo>
                    <a:pt x="1" y="1"/>
                  </a:moveTo>
                  <a:lnTo>
                    <a:pt x="1" y="23281"/>
                  </a:lnTo>
                  <a:cubicBezTo>
                    <a:pt x="1" y="26981"/>
                    <a:pt x="3000" y="29982"/>
                    <a:pt x="6701" y="29982"/>
                  </a:cubicBezTo>
                  <a:cubicBezTo>
                    <a:pt x="10403" y="29982"/>
                    <a:pt x="13403" y="26983"/>
                    <a:pt x="13402" y="23281"/>
                  </a:cubicBezTo>
                  <a:lnTo>
                    <a:pt x="134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a:off x="8608399" y="1109498"/>
              <a:ext cx="275286" cy="271693"/>
            </a:xfrm>
            <a:custGeom>
              <a:avLst/>
              <a:gdLst/>
              <a:ahLst/>
              <a:cxnLst/>
              <a:rect l="l" t="t" r="r" b="b"/>
              <a:pathLst>
                <a:path w="9500" h="9376" extrusionOk="0">
                  <a:moveTo>
                    <a:pt x="4931" y="1"/>
                  </a:moveTo>
                  <a:cubicBezTo>
                    <a:pt x="3810" y="1"/>
                    <a:pt x="2899" y="910"/>
                    <a:pt x="2899" y="2032"/>
                  </a:cubicBezTo>
                  <a:cubicBezTo>
                    <a:pt x="2899" y="2494"/>
                    <a:pt x="3056" y="2918"/>
                    <a:pt x="3314" y="3258"/>
                  </a:cubicBezTo>
                  <a:lnTo>
                    <a:pt x="3059" y="3258"/>
                  </a:lnTo>
                  <a:cubicBezTo>
                    <a:pt x="1370" y="3258"/>
                    <a:pt x="1" y="4627"/>
                    <a:pt x="1" y="6316"/>
                  </a:cubicBezTo>
                  <a:cubicBezTo>
                    <a:pt x="1" y="8006"/>
                    <a:pt x="1370" y="9376"/>
                    <a:pt x="3059" y="9376"/>
                  </a:cubicBezTo>
                  <a:lnTo>
                    <a:pt x="6439" y="9376"/>
                  </a:lnTo>
                  <a:cubicBezTo>
                    <a:pt x="8128" y="9376"/>
                    <a:pt x="9499" y="8006"/>
                    <a:pt x="9499" y="6316"/>
                  </a:cubicBezTo>
                  <a:cubicBezTo>
                    <a:pt x="9500" y="5288"/>
                    <a:pt x="8989" y="4379"/>
                    <a:pt x="8210" y="3824"/>
                  </a:cubicBezTo>
                  <a:cubicBezTo>
                    <a:pt x="8850" y="3482"/>
                    <a:pt x="9287" y="2809"/>
                    <a:pt x="9287" y="2032"/>
                  </a:cubicBezTo>
                  <a:cubicBezTo>
                    <a:pt x="9287" y="910"/>
                    <a:pt x="8376" y="1"/>
                    <a:pt x="7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6"/>
            <p:cNvSpPr/>
            <p:nvPr/>
          </p:nvSpPr>
          <p:spPr>
            <a:xfrm>
              <a:off x="119616" y="4603473"/>
              <a:ext cx="445935" cy="445964"/>
            </a:xfrm>
            <a:custGeom>
              <a:avLst/>
              <a:gdLst/>
              <a:ahLst/>
              <a:cxnLst/>
              <a:rect l="l" t="t" r="r" b="b"/>
              <a:pathLst>
                <a:path w="15389" h="15390" extrusionOk="0">
                  <a:moveTo>
                    <a:pt x="0" y="1"/>
                  </a:moveTo>
                  <a:lnTo>
                    <a:pt x="24" y="24"/>
                  </a:lnTo>
                  <a:lnTo>
                    <a:pt x="0" y="24"/>
                  </a:lnTo>
                  <a:lnTo>
                    <a:pt x="0" y="3435"/>
                  </a:lnTo>
                  <a:cubicBezTo>
                    <a:pt x="0" y="4384"/>
                    <a:pt x="770" y="5153"/>
                    <a:pt x="1719" y="5153"/>
                  </a:cubicBezTo>
                  <a:lnTo>
                    <a:pt x="3427" y="5153"/>
                  </a:lnTo>
                  <a:cubicBezTo>
                    <a:pt x="4379" y="5153"/>
                    <a:pt x="5150" y="5927"/>
                    <a:pt x="5146" y="6879"/>
                  </a:cubicBezTo>
                  <a:lnTo>
                    <a:pt x="5138" y="8555"/>
                  </a:lnTo>
                  <a:cubicBezTo>
                    <a:pt x="5135" y="9507"/>
                    <a:pt x="5905" y="10281"/>
                    <a:pt x="6857" y="10281"/>
                  </a:cubicBezTo>
                  <a:lnTo>
                    <a:pt x="8540" y="10281"/>
                  </a:lnTo>
                  <a:cubicBezTo>
                    <a:pt x="9490" y="10281"/>
                    <a:pt x="10259" y="11050"/>
                    <a:pt x="10259" y="12000"/>
                  </a:cubicBezTo>
                  <a:lnTo>
                    <a:pt x="10259" y="13671"/>
                  </a:lnTo>
                  <a:cubicBezTo>
                    <a:pt x="10259" y="14621"/>
                    <a:pt x="11028" y="15390"/>
                    <a:pt x="11978" y="15390"/>
                  </a:cubicBezTo>
                  <a:lnTo>
                    <a:pt x="13669" y="15390"/>
                  </a:lnTo>
                  <a:cubicBezTo>
                    <a:pt x="14619" y="15390"/>
                    <a:pt x="15388" y="14621"/>
                    <a:pt x="15388" y="13671"/>
                  </a:cubicBezTo>
                  <a:lnTo>
                    <a:pt x="15388" y="10260"/>
                  </a:lnTo>
                  <a:lnTo>
                    <a:pt x="15388" y="1720"/>
                  </a:lnTo>
                  <a:cubicBezTo>
                    <a:pt x="15388" y="770"/>
                    <a:pt x="14619" y="1"/>
                    <a:pt x="136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 name="Google Shape;104;p6"/>
            <p:cNvGrpSpPr/>
            <p:nvPr/>
          </p:nvGrpSpPr>
          <p:grpSpPr>
            <a:xfrm rot="5400000">
              <a:off x="-127390" y="2166801"/>
              <a:ext cx="735565" cy="809892"/>
              <a:chOff x="4880660" y="1531638"/>
              <a:chExt cx="735565" cy="809892"/>
            </a:xfrm>
          </p:grpSpPr>
          <p:sp>
            <p:nvSpPr>
              <p:cNvPr id="105" name="Google Shape;105;p6"/>
              <p:cNvSpPr/>
              <p:nvPr/>
            </p:nvSpPr>
            <p:spPr>
              <a:xfrm>
                <a:off x="4978777" y="1629726"/>
                <a:ext cx="539387" cy="711803"/>
              </a:xfrm>
              <a:custGeom>
                <a:avLst/>
                <a:gdLst/>
                <a:ahLst/>
                <a:cxnLst/>
                <a:rect l="l" t="t" r="r" b="b"/>
                <a:pathLst>
                  <a:path w="18614" h="24564" extrusionOk="0">
                    <a:moveTo>
                      <a:pt x="9307" y="1"/>
                    </a:moveTo>
                    <a:cubicBezTo>
                      <a:pt x="8052" y="1"/>
                      <a:pt x="6831" y="248"/>
                      <a:pt x="5684" y="733"/>
                    </a:cubicBezTo>
                    <a:cubicBezTo>
                      <a:pt x="4575" y="1202"/>
                      <a:pt x="3581" y="1873"/>
                      <a:pt x="2726" y="2727"/>
                    </a:cubicBezTo>
                    <a:cubicBezTo>
                      <a:pt x="1871" y="3582"/>
                      <a:pt x="1200" y="4576"/>
                      <a:pt x="732" y="5685"/>
                    </a:cubicBezTo>
                    <a:cubicBezTo>
                      <a:pt x="247" y="6832"/>
                      <a:pt x="0" y="8050"/>
                      <a:pt x="0" y="9308"/>
                    </a:cubicBezTo>
                    <a:lnTo>
                      <a:pt x="0" y="24564"/>
                    </a:lnTo>
                    <a:lnTo>
                      <a:pt x="333" y="24564"/>
                    </a:lnTo>
                    <a:lnTo>
                      <a:pt x="333" y="9308"/>
                    </a:lnTo>
                    <a:cubicBezTo>
                      <a:pt x="333" y="8096"/>
                      <a:pt x="569" y="6920"/>
                      <a:pt x="1038" y="5814"/>
                    </a:cubicBezTo>
                    <a:cubicBezTo>
                      <a:pt x="1489" y="4745"/>
                      <a:pt x="2136" y="3786"/>
                      <a:pt x="2960" y="2962"/>
                    </a:cubicBezTo>
                    <a:cubicBezTo>
                      <a:pt x="3784" y="2138"/>
                      <a:pt x="4745" y="1491"/>
                      <a:pt x="5813" y="1039"/>
                    </a:cubicBezTo>
                    <a:cubicBezTo>
                      <a:pt x="6921" y="571"/>
                      <a:pt x="8095" y="334"/>
                      <a:pt x="9307" y="334"/>
                    </a:cubicBezTo>
                    <a:cubicBezTo>
                      <a:pt x="10519" y="334"/>
                      <a:pt x="11694" y="570"/>
                      <a:pt x="12801" y="1039"/>
                    </a:cubicBezTo>
                    <a:cubicBezTo>
                      <a:pt x="13870" y="1491"/>
                      <a:pt x="14828" y="2137"/>
                      <a:pt x="15653" y="2962"/>
                    </a:cubicBezTo>
                    <a:cubicBezTo>
                      <a:pt x="16477" y="3785"/>
                      <a:pt x="17124" y="4745"/>
                      <a:pt x="17576" y="5814"/>
                    </a:cubicBezTo>
                    <a:cubicBezTo>
                      <a:pt x="18043" y="6922"/>
                      <a:pt x="18280" y="8096"/>
                      <a:pt x="18280" y="9308"/>
                    </a:cubicBezTo>
                    <a:lnTo>
                      <a:pt x="18280" y="24564"/>
                    </a:lnTo>
                    <a:lnTo>
                      <a:pt x="18614" y="24564"/>
                    </a:lnTo>
                    <a:lnTo>
                      <a:pt x="18614" y="9308"/>
                    </a:lnTo>
                    <a:cubicBezTo>
                      <a:pt x="18614" y="8052"/>
                      <a:pt x="18367" y="6832"/>
                      <a:pt x="17882" y="5685"/>
                    </a:cubicBezTo>
                    <a:cubicBezTo>
                      <a:pt x="17413" y="4578"/>
                      <a:pt x="16742" y="3582"/>
                      <a:pt x="15888" y="2727"/>
                    </a:cubicBezTo>
                    <a:cubicBezTo>
                      <a:pt x="15033" y="1873"/>
                      <a:pt x="14038" y="1202"/>
                      <a:pt x="12930" y="733"/>
                    </a:cubicBezTo>
                    <a:cubicBezTo>
                      <a:pt x="11782" y="248"/>
                      <a:pt x="10563" y="1"/>
                      <a:pt x="93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6"/>
              <p:cNvSpPr/>
              <p:nvPr/>
            </p:nvSpPr>
            <p:spPr>
              <a:xfrm>
                <a:off x="4983240" y="1634218"/>
                <a:ext cx="530375" cy="702791"/>
              </a:xfrm>
              <a:custGeom>
                <a:avLst/>
                <a:gdLst/>
                <a:ahLst/>
                <a:cxnLst/>
                <a:rect l="l" t="t" r="r" b="b"/>
                <a:pathLst>
                  <a:path w="18303" h="24253" extrusionOk="0">
                    <a:moveTo>
                      <a:pt x="9152" y="1"/>
                    </a:moveTo>
                    <a:cubicBezTo>
                      <a:pt x="7916" y="1"/>
                      <a:pt x="6717" y="242"/>
                      <a:pt x="5590" y="719"/>
                    </a:cubicBezTo>
                    <a:cubicBezTo>
                      <a:pt x="4499" y="1182"/>
                      <a:pt x="3521" y="1842"/>
                      <a:pt x="2680" y="2681"/>
                    </a:cubicBezTo>
                    <a:cubicBezTo>
                      <a:pt x="1839" y="3522"/>
                      <a:pt x="1179" y="4501"/>
                      <a:pt x="719" y="5591"/>
                    </a:cubicBezTo>
                    <a:cubicBezTo>
                      <a:pt x="242" y="6718"/>
                      <a:pt x="0" y="7918"/>
                      <a:pt x="0" y="9153"/>
                    </a:cubicBezTo>
                    <a:lnTo>
                      <a:pt x="0" y="24252"/>
                    </a:lnTo>
                    <a:lnTo>
                      <a:pt x="21" y="24252"/>
                    </a:lnTo>
                    <a:lnTo>
                      <a:pt x="21" y="9153"/>
                    </a:lnTo>
                    <a:cubicBezTo>
                      <a:pt x="21" y="7920"/>
                      <a:pt x="262" y="6723"/>
                      <a:pt x="738" y="5598"/>
                    </a:cubicBezTo>
                    <a:cubicBezTo>
                      <a:pt x="1198" y="4511"/>
                      <a:pt x="1855" y="3535"/>
                      <a:pt x="2695" y="2696"/>
                    </a:cubicBezTo>
                    <a:cubicBezTo>
                      <a:pt x="3533" y="1857"/>
                      <a:pt x="4511" y="1198"/>
                      <a:pt x="5597" y="739"/>
                    </a:cubicBezTo>
                    <a:cubicBezTo>
                      <a:pt x="6723" y="263"/>
                      <a:pt x="7919" y="21"/>
                      <a:pt x="9152" y="21"/>
                    </a:cubicBezTo>
                    <a:cubicBezTo>
                      <a:pt x="10384" y="21"/>
                      <a:pt x="11580" y="263"/>
                      <a:pt x="12706" y="739"/>
                    </a:cubicBezTo>
                    <a:cubicBezTo>
                      <a:pt x="13794" y="1198"/>
                      <a:pt x="14770" y="1857"/>
                      <a:pt x="15608" y="2696"/>
                    </a:cubicBezTo>
                    <a:cubicBezTo>
                      <a:pt x="16447" y="3535"/>
                      <a:pt x="17105" y="4512"/>
                      <a:pt x="17565" y="5598"/>
                    </a:cubicBezTo>
                    <a:cubicBezTo>
                      <a:pt x="18042" y="6723"/>
                      <a:pt x="18282" y="7920"/>
                      <a:pt x="18282" y="9153"/>
                    </a:cubicBezTo>
                    <a:lnTo>
                      <a:pt x="18282" y="24253"/>
                    </a:lnTo>
                    <a:lnTo>
                      <a:pt x="18303" y="24253"/>
                    </a:lnTo>
                    <a:lnTo>
                      <a:pt x="18303" y="9153"/>
                    </a:lnTo>
                    <a:cubicBezTo>
                      <a:pt x="18303" y="7918"/>
                      <a:pt x="18062" y="6718"/>
                      <a:pt x="17584" y="5591"/>
                    </a:cubicBezTo>
                    <a:cubicBezTo>
                      <a:pt x="17123" y="4500"/>
                      <a:pt x="16463" y="3522"/>
                      <a:pt x="15623" y="2681"/>
                    </a:cubicBezTo>
                    <a:cubicBezTo>
                      <a:pt x="14782" y="1840"/>
                      <a:pt x="13803" y="1181"/>
                      <a:pt x="12714" y="719"/>
                    </a:cubicBezTo>
                    <a:cubicBezTo>
                      <a:pt x="11586" y="242"/>
                      <a:pt x="10387" y="1"/>
                      <a:pt x="91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6"/>
              <p:cNvSpPr/>
              <p:nvPr/>
            </p:nvSpPr>
            <p:spPr>
              <a:xfrm>
                <a:off x="5174867" y="1825815"/>
                <a:ext cx="147177" cy="515713"/>
              </a:xfrm>
              <a:custGeom>
                <a:avLst/>
                <a:gdLst/>
                <a:ahLst/>
                <a:cxnLst/>
                <a:rect l="l" t="t" r="r" b="b"/>
                <a:pathLst>
                  <a:path w="5079" h="17797" extrusionOk="0">
                    <a:moveTo>
                      <a:pt x="2540" y="1"/>
                    </a:moveTo>
                    <a:cubicBezTo>
                      <a:pt x="1140" y="1"/>
                      <a:pt x="0" y="1141"/>
                      <a:pt x="0" y="2541"/>
                    </a:cubicBezTo>
                    <a:lnTo>
                      <a:pt x="0" y="17797"/>
                    </a:lnTo>
                    <a:lnTo>
                      <a:pt x="333" y="17797"/>
                    </a:lnTo>
                    <a:lnTo>
                      <a:pt x="333" y="2541"/>
                    </a:lnTo>
                    <a:cubicBezTo>
                      <a:pt x="333" y="1324"/>
                      <a:pt x="1323" y="335"/>
                      <a:pt x="2540" y="335"/>
                    </a:cubicBezTo>
                    <a:cubicBezTo>
                      <a:pt x="3755" y="335"/>
                      <a:pt x="4745" y="1323"/>
                      <a:pt x="4745" y="2541"/>
                    </a:cubicBezTo>
                    <a:lnTo>
                      <a:pt x="4745" y="17797"/>
                    </a:lnTo>
                    <a:lnTo>
                      <a:pt x="5079" y="17797"/>
                    </a:lnTo>
                    <a:lnTo>
                      <a:pt x="5079" y="2541"/>
                    </a:lnTo>
                    <a:cubicBezTo>
                      <a:pt x="5079" y="1141"/>
                      <a:pt x="3940" y="1"/>
                      <a:pt x="25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6"/>
              <p:cNvSpPr/>
              <p:nvPr/>
            </p:nvSpPr>
            <p:spPr>
              <a:xfrm>
                <a:off x="5179387" y="1830365"/>
                <a:ext cx="138078" cy="506643"/>
              </a:xfrm>
              <a:custGeom>
                <a:avLst/>
                <a:gdLst/>
                <a:ahLst/>
                <a:cxnLst/>
                <a:rect l="l" t="t" r="r" b="b"/>
                <a:pathLst>
                  <a:path w="4765" h="17484" extrusionOk="0">
                    <a:moveTo>
                      <a:pt x="2382" y="1"/>
                    </a:moveTo>
                    <a:cubicBezTo>
                      <a:pt x="1069" y="1"/>
                      <a:pt x="0" y="1069"/>
                      <a:pt x="0" y="2384"/>
                    </a:cubicBezTo>
                    <a:lnTo>
                      <a:pt x="0" y="17483"/>
                    </a:lnTo>
                    <a:lnTo>
                      <a:pt x="21" y="17483"/>
                    </a:lnTo>
                    <a:lnTo>
                      <a:pt x="21" y="2384"/>
                    </a:lnTo>
                    <a:cubicBezTo>
                      <a:pt x="21" y="1080"/>
                      <a:pt x="1082" y="20"/>
                      <a:pt x="2384" y="20"/>
                    </a:cubicBezTo>
                    <a:cubicBezTo>
                      <a:pt x="3686" y="20"/>
                      <a:pt x="4745" y="1082"/>
                      <a:pt x="4745" y="2384"/>
                    </a:cubicBezTo>
                    <a:lnTo>
                      <a:pt x="4745" y="17484"/>
                    </a:lnTo>
                    <a:lnTo>
                      <a:pt x="4765" y="17484"/>
                    </a:lnTo>
                    <a:lnTo>
                      <a:pt x="4765" y="2384"/>
                    </a:lnTo>
                    <a:cubicBezTo>
                      <a:pt x="4765" y="1069"/>
                      <a:pt x="3696" y="1"/>
                      <a:pt x="2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6"/>
              <p:cNvSpPr/>
              <p:nvPr/>
            </p:nvSpPr>
            <p:spPr>
              <a:xfrm>
                <a:off x="4880660" y="1531638"/>
                <a:ext cx="735565" cy="809892"/>
              </a:xfrm>
              <a:custGeom>
                <a:avLst/>
                <a:gdLst/>
                <a:ahLst/>
                <a:cxnLst/>
                <a:rect l="l" t="t" r="r" b="b"/>
                <a:pathLst>
                  <a:path w="25384" h="27949" extrusionOk="0">
                    <a:moveTo>
                      <a:pt x="12692" y="0"/>
                    </a:moveTo>
                    <a:cubicBezTo>
                      <a:pt x="5694" y="0"/>
                      <a:pt x="1" y="5695"/>
                      <a:pt x="1" y="12693"/>
                    </a:cubicBezTo>
                    <a:lnTo>
                      <a:pt x="1" y="27949"/>
                    </a:lnTo>
                    <a:lnTo>
                      <a:pt x="334" y="27949"/>
                    </a:lnTo>
                    <a:lnTo>
                      <a:pt x="334" y="12693"/>
                    </a:lnTo>
                    <a:cubicBezTo>
                      <a:pt x="334" y="5878"/>
                      <a:pt x="5878" y="334"/>
                      <a:pt x="12692" y="334"/>
                    </a:cubicBezTo>
                    <a:cubicBezTo>
                      <a:pt x="19506" y="334"/>
                      <a:pt x="25051" y="5878"/>
                      <a:pt x="25051" y="12693"/>
                    </a:cubicBezTo>
                    <a:lnTo>
                      <a:pt x="25051" y="27949"/>
                    </a:lnTo>
                    <a:lnTo>
                      <a:pt x="25383" y="27949"/>
                    </a:lnTo>
                    <a:lnTo>
                      <a:pt x="25383" y="12693"/>
                    </a:lnTo>
                    <a:cubicBezTo>
                      <a:pt x="25383" y="5694"/>
                      <a:pt x="19689" y="0"/>
                      <a:pt x="126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6"/>
              <p:cNvSpPr/>
              <p:nvPr/>
            </p:nvSpPr>
            <p:spPr>
              <a:xfrm>
                <a:off x="4885151" y="1536217"/>
                <a:ext cx="726495" cy="800793"/>
              </a:xfrm>
              <a:custGeom>
                <a:avLst/>
                <a:gdLst/>
                <a:ahLst/>
                <a:cxnLst/>
                <a:rect l="l" t="t" r="r" b="b"/>
                <a:pathLst>
                  <a:path w="25071" h="27635" extrusionOk="0">
                    <a:moveTo>
                      <a:pt x="12535" y="0"/>
                    </a:moveTo>
                    <a:cubicBezTo>
                      <a:pt x="5624" y="0"/>
                      <a:pt x="1" y="5623"/>
                      <a:pt x="1" y="12535"/>
                    </a:cubicBezTo>
                    <a:lnTo>
                      <a:pt x="1" y="27634"/>
                    </a:lnTo>
                    <a:lnTo>
                      <a:pt x="21" y="27634"/>
                    </a:lnTo>
                    <a:lnTo>
                      <a:pt x="21" y="12535"/>
                    </a:lnTo>
                    <a:cubicBezTo>
                      <a:pt x="21" y="5634"/>
                      <a:pt x="5636" y="20"/>
                      <a:pt x="12536" y="20"/>
                    </a:cubicBezTo>
                    <a:cubicBezTo>
                      <a:pt x="19437" y="20"/>
                      <a:pt x="25052" y="5634"/>
                      <a:pt x="25052" y="12535"/>
                    </a:cubicBezTo>
                    <a:lnTo>
                      <a:pt x="25052" y="27635"/>
                    </a:lnTo>
                    <a:lnTo>
                      <a:pt x="25070" y="27635"/>
                    </a:lnTo>
                    <a:lnTo>
                      <a:pt x="25070" y="12535"/>
                    </a:lnTo>
                    <a:cubicBezTo>
                      <a:pt x="25070" y="5623"/>
                      <a:pt x="19446" y="0"/>
                      <a:pt x="125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6"/>
              <p:cNvSpPr/>
              <p:nvPr/>
            </p:nvSpPr>
            <p:spPr>
              <a:xfrm>
                <a:off x="5076778" y="1727756"/>
                <a:ext cx="343325" cy="613772"/>
              </a:xfrm>
              <a:custGeom>
                <a:avLst/>
                <a:gdLst/>
                <a:ahLst/>
                <a:cxnLst/>
                <a:rect l="l" t="t" r="r" b="b"/>
                <a:pathLst>
                  <a:path w="11848" h="21181" extrusionOk="0">
                    <a:moveTo>
                      <a:pt x="5925" y="0"/>
                    </a:moveTo>
                    <a:cubicBezTo>
                      <a:pt x="2658" y="0"/>
                      <a:pt x="1" y="2658"/>
                      <a:pt x="1" y="5925"/>
                    </a:cubicBezTo>
                    <a:lnTo>
                      <a:pt x="1" y="21181"/>
                    </a:lnTo>
                    <a:lnTo>
                      <a:pt x="334" y="21181"/>
                    </a:lnTo>
                    <a:lnTo>
                      <a:pt x="334" y="5925"/>
                    </a:lnTo>
                    <a:cubicBezTo>
                      <a:pt x="334" y="2842"/>
                      <a:pt x="2843" y="334"/>
                      <a:pt x="5925" y="334"/>
                    </a:cubicBezTo>
                    <a:cubicBezTo>
                      <a:pt x="9007" y="334"/>
                      <a:pt x="11515" y="2843"/>
                      <a:pt x="11515" y="5925"/>
                    </a:cubicBezTo>
                    <a:lnTo>
                      <a:pt x="11515" y="21181"/>
                    </a:lnTo>
                    <a:lnTo>
                      <a:pt x="11847" y="21181"/>
                    </a:lnTo>
                    <a:lnTo>
                      <a:pt x="11847" y="5925"/>
                    </a:lnTo>
                    <a:cubicBezTo>
                      <a:pt x="11847" y="2658"/>
                      <a:pt x="9192" y="0"/>
                      <a:pt x="59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6"/>
              <p:cNvSpPr/>
              <p:nvPr/>
            </p:nvSpPr>
            <p:spPr>
              <a:xfrm>
                <a:off x="5081270" y="1732335"/>
                <a:ext cx="334226" cy="604673"/>
              </a:xfrm>
              <a:custGeom>
                <a:avLst/>
                <a:gdLst/>
                <a:ahLst/>
                <a:cxnLst/>
                <a:rect l="l" t="t" r="r" b="b"/>
                <a:pathLst>
                  <a:path w="11534" h="20867" extrusionOk="0">
                    <a:moveTo>
                      <a:pt x="5767" y="0"/>
                    </a:moveTo>
                    <a:cubicBezTo>
                      <a:pt x="2589" y="0"/>
                      <a:pt x="1" y="2587"/>
                      <a:pt x="1" y="5767"/>
                    </a:cubicBezTo>
                    <a:lnTo>
                      <a:pt x="1" y="20866"/>
                    </a:lnTo>
                    <a:lnTo>
                      <a:pt x="21" y="20866"/>
                    </a:lnTo>
                    <a:lnTo>
                      <a:pt x="21" y="5767"/>
                    </a:lnTo>
                    <a:cubicBezTo>
                      <a:pt x="21" y="2598"/>
                      <a:pt x="2600" y="20"/>
                      <a:pt x="5769" y="20"/>
                    </a:cubicBezTo>
                    <a:cubicBezTo>
                      <a:pt x="8939" y="20"/>
                      <a:pt x="11516" y="2598"/>
                      <a:pt x="11516" y="5767"/>
                    </a:cubicBezTo>
                    <a:lnTo>
                      <a:pt x="11516" y="20867"/>
                    </a:lnTo>
                    <a:lnTo>
                      <a:pt x="11533" y="20867"/>
                    </a:lnTo>
                    <a:lnTo>
                      <a:pt x="11533" y="5767"/>
                    </a:lnTo>
                    <a:cubicBezTo>
                      <a:pt x="11533" y="2587"/>
                      <a:pt x="8947" y="0"/>
                      <a:pt x="57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6"/>
              <p:cNvSpPr/>
              <p:nvPr/>
            </p:nvSpPr>
            <p:spPr>
              <a:xfrm>
                <a:off x="5243601" y="1899592"/>
                <a:ext cx="9707" cy="441559"/>
              </a:xfrm>
              <a:custGeom>
                <a:avLst/>
                <a:gdLst/>
                <a:ahLst/>
                <a:cxnLst/>
                <a:rect l="l" t="t" r="r" b="b"/>
                <a:pathLst>
                  <a:path w="335" h="15238" extrusionOk="0">
                    <a:moveTo>
                      <a:pt x="1" y="1"/>
                    </a:moveTo>
                    <a:lnTo>
                      <a:pt x="1" y="15237"/>
                    </a:lnTo>
                    <a:lnTo>
                      <a:pt x="334" y="15237"/>
                    </a:lnTo>
                    <a:lnTo>
                      <a:pt x="3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6"/>
              <p:cNvSpPr/>
              <p:nvPr/>
            </p:nvSpPr>
            <p:spPr>
              <a:xfrm>
                <a:off x="5248150" y="1904170"/>
                <a:ext cx="638" cy="432518"/>
              </a:xfrm>
              <a:custGeom>
                <a:avLst/>
                <a:gdLst/>
                <a:ahLst/>
                <a:cxnLst/>
                <a:rect l="l" t="t" r="r" b="b"/>
                <a:pathLst>
                  <a:path w="22" h="14926" extrusionOk="0">
                    <a:moveTo>
                      <a:pt x="1" y="1"/>
                    </a:moveTo>
                    <a:lnTo>
                      <a:pt x="1" y="14925"/>
                    </a:lnTo>
                    <a:lnTo>
                      <a:pt x="21" y="14925"/>
                    </a:lnTo>
                    <a:lnTo>
                      <a:pt x="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6"/>
            <p:cNvSpPr/>
            <p:nvPr/>
          </p:nvSpPr>
          <p:spPr>
            <a:xfrm>
              <a:off x="337711" y="10"/>
              <a:ext cx="9765" cy="1011720"/>
            </a:xfrm>
            <a:custGeom>
              <a:avLst/>
              <a:gdLst/>
              <a:ahLst/>
              <a:cxnLst/>
              <a:rect l="l" t="t" r="r" b="b"/>
              <a:pathLst>
                <a:path w="337" h="34914" extrusionOk="0">
                  <a:moveTo>
                    <a:pt x="1" y="0"/>
                  </a:moveTo>
                  <a:lnTo>
                    <a:pt x="1" y="34914"/>
                  </a:lnTo>
                  <a:lnTo>
                    <a:pt x="336" y="34914"/>
                  </a:lnTo>
                  <a:lnTo>
                    <a:pt x="3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6"/>
            <p:cNvSpPr/>
            <p:nvPr/>
          </p:nvSpPr>
          <p:spPr>
            <a:xfrm>
              <a:off x="8796112" y="2203969"/>
              <a:ext cx="9331" cy="537504"/>
            </a:xfrm>
            <a:custGeom>
              <a:avLst/>
              <a:gdLst/>
              <a:ahLst/>
              <a:cxnLst/>
              <a:rect l="l" t="t" r="r" b="b"/>
              <a:pathLst>
                <a:path w="322" h="18549" extrusionOk="0">
                  <a:moveTo>
                    <a:pt x="1" y="1"/>
                  </a:moveTo>
                  <a:lnTo>
                    <a:pt x="1" y="18548"/>
                  </a:lnTo>
                  <a:lnTo>
                    <a:pt x="322" y="18548"/>
                  </a:lnTo>
                  <a:lnTo>
                    <a:pt x="3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7"/>
        <p:cNvGrpSpPr/>
        <p:nvPr/>
      </p:nvGrpSpPr>
      <p:grpSpPr>
        <a:xfrm>
          <a:off x="0" y="0"/>
          <a:ext cx="0" cy="0"/>
          <a:chOff x="0" y="0"/>
          <a:chExt cx="0" cy="0"/>
        </a:xfrm>
      </p:grpSpPr>
      <p:sp>
        <p:nvSpPr>
          <p:cNvPr id="118" name="Google Shape;118;p7"/>
          <p:cNvSpPr txBox="1">
            <a:spLocks noGrp="1"/>
          </p:cNvSpPr>
          <p:nvPr>
            <p:ph type="body" idx="1"/>
          </p:nvPr>
        </p:nvSpPr>
        <p:spPr>
          <a:xfrm>
            <a:off x="720000" y="1632025"/>
            <a:ext cx="4503600" cy="22605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accent1"/>
              </a:buClr>
              <a:buSzPts val="1400"/>
              <a:buChar char="●"/>
              <a:defRPr/>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1600"/>
              </a:spcBef>
              <a:spcAft>
                <a:spcPts val="0"/>
              </a:spcAft>
              <a:buSzPts val="1400"/>
              <a:buChar char="■"/>
              <a:defRPr/>
            </a:lvl3pPr>
            <a:lvl4pPr marL="1828800" lvl="3" indent="-317500" rtl="0">
              <a:lnSpc>
                <a:spcPct val="115000"/>
              </a:lnSpc>
              <a:spcBef>
                <a:spcPts val="1600"/>
              </a:spcBef>
              <a:spcAft>
                <a:spcPts val="0"/>
              </a:spcAft>
              <a:buSzPts val="1400"/>
              <a:buChar char="●"/>
              <a:defRPr/>
            </a:lvl4pPr>
            <a:lvl5pPr marL="2286000" lvl="4" indent="-317500" rtl="0">
              <a:lnSpc>
                <a:spcPct val="115000"/>
              </a:lnSpc>
              <a:spcBef>
                <a:spcPts val="1600"/>
              </a:spcBef>
              <a:spcAft>
                <a:spcPts val="0"/>
              </a:spcAft>
              <a:buSzPts val="1400"/>
              <a:buChar char="○"/>
              <a:defRPr/>
            </a:lvl5pPr>
            <a:lvl6pPr marL="2743200" lvl="5" indent="-317500" rtl="0">
              <a:lnSpc>
                <a:spcPct val="115000"/>
              </a:lnSpc>
              <a:spcBef>
                <a:spcPts val="1600"/>
              </a:spcBef>
              <a:spcAft>
                <a:spcPts val="0"/>
              </a:spcAft>
              <a:buSzPts val="1400"/>
              <a:buChar char="■"/>
              <a:defRPr/>
            </a:lvl6pPr>
            <a:lvl7pPr marL="3200400" lvl="6" indent="-317500" rtl="0">
              <a:lnSpc>
                <a:spcPct val="115000"/>
              </a:lnSpc>
              <a:spcBef>
                <a:spcPts val="1600"/>
              </a:spcBef>
              <a:spcAft>
                <a:spcPts val="0"/>
              </a:spcAft>
              <a:buSzPts val="1400"/>
              <a:buChar char="●"/>
              <a:defRPr/>
            </a:lvl7pPr>
            <a:lvl8pPr marL="3657600" lvl="7" indent="-317500" rtl="0">
              <a:lnSpc>
                <a:spcPct val="115000"/>
              </a:lnSpc>
              <a:spcBef>
                <a:spcPts val="1600"/>
              </a:spcBef>
              <a:spcAft>
                <a:spcPts val="0"/>
              </a:spcAft>
              <a:buSzPts val="1400"/>
              <a:buChar char="○"/>
              <a:defRPr/>
            </a:lvl8pPr>
            <a:lvl9pPr marL="4114800" lvl="8" indent="-317500" rtl="0">
              <a:lnSpc>
                <a:spcPct val="115000"/>
              </a:lnSpc>
              <a:spcBef>
                <a:spcPts val="1600"/>
              </a:spcBef>
              <a:spcAft>
                <a:spcPts val="1600"/>
              </a:spcAft>
              <a:buSzPts val="1400"/>
              <a:buChar char="■"/>
              <a:defRPr/>
            </a:lvl9pPr>
          </a:lstStyle>
          <a:p>
            <a:endParaRPr/>
          </a:p>
        </p:txBody>
      </p:sp>
      <p:sp>
        <p:nvSpPr>
          <p:cNvPr id="119" name="Google Shape;119;p7"/>
          <p:cNvSpPr txBox="1">
            <a:spLocks noGrp="1"/>
          </p:cNvSpPr>
          <p:nvPr>
            <p:ph type="title"/>
          </p:nvPr>
        </p:nvSpPr>
        <p:spPr>
          <a:xfrm>
            <a:off x="720000" y="4638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20" name="Google Shape;120;p7"/>
          <p:cNvGrpSpPr/>
          <p:nvPr/>
        </p:nvGrpSpPr>
        <p:grpSpPr>
          <a:xfrm>
            <a:off x="-12" y="8"/>
            <a:ext cx="9001579" cy="5143498"/>
            <a:chOff x="-12" y="8"/>
            <a:chExt cx="9001579" cy="5143498"/>
          </a:xfrm>
        </p:grpSpPr>
        <p:sp>
          <p:nvSpPr>
            <p:cNvPr id="121" name="Google Shape;121;p7"/>
            <p:cNvSpPr/>
            <p:nvPr/>
          </p:nvSpPr>
          <p:spPr>
            <a:xfrm>
              <a:off x="-12" y="3165310"/>
              <a:ext cx="237123" cy="237123"/>
            </a:xfrm>
            <a:custGeom>
              <a:avLst/>
              <a:gdLst/>
              <a:ahLst/>
              <a:cxnLst/>
              <a:rect l="l" t="t" r="r" b="b"/>
              <a:pathLst>
                <a:path w="8183" h="8183" extrusionOk="0">
                  <a:moveTo>
                    <a:pt x="0" y="0"/>
                  </a:moveTo>
                  <a:lnTo>
                    <a:pt x="0" y="8183"/>
                  </a:lnTo>
                  <a:lnTo>
                    <a:pt x="4091" y="8183"/>
                  </a:lnTo>
                  <a:cubicBezTo>
                    <a:pt x="6350" y="8183"/>
                    <a:pt x="8182" y="6351"/>
                    <a:pt x="8182" y="4091"/>
                  </a:cubicBezTo>
                  <a:cubicBezTo>
                    <a:pt x="8182" y="1832"/>
                    <a:pt x="6351" y="0"/>
                    <a:pt x="40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7"/>
            <p:cNvSpPr/>
            <p:nvPr/>
          </p:nvSpPr>
          <p:spPr>
            <a:xfrm>
              <a:off x="8599881" y="1796770"/>
              <a:ext cx="401686" cy="241035"/>
            </a:xfrm>
            <a:custGeom>
              <a:avLst/>
              <a:gdLst/>
              <a:ahLst/>
              <a:cxnLst/>
              <a:rect l="l" t="t" r="r" b="b"/>
              <a:pathLst>
                <a:path w="13862" h="8318" extrusionOk="0">
                  <a:moveTo>
                    <a:pt x="6931" y="1"/>
                  </a:moveTo>
                  <a:cubicBezTo>
                    <a:pt x="3103" y="1"/>
                    <a:pt x="0" y="3103"/>
                    <a:pt x="0" y="6932"/>
                  </a:cubicBezTo>
                  <a:lnTo>
                    <a:pt x="0" y="8317"/>
                  </a:lnTo>
                  <a:lnTo>
                    <a:pt x="13861" y="8317"/>
                  </a:lnTo>
                  <a:lnTo>
                    <a:pt x="13861" y="6932"/>
                  </a:lnTo>
                  <a:cubicBezTo>
                    <a:pt x="13861" y="3103"/>
                    <a:pt x="10759" y="1"/>
                    <a:pt x="69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7"/>
            <p:cNvSpPr/>
            <p:nvPr/>
          </p:nvSpPr>
          <p:spPr>
            <a:xfrm>
              <a:off x="178132" y="2683835"/>
              <a:ext cx="172213" cy="156884"/>
            </a:xfrm>
            <a:custGeom>
              <a:avLst/>
              <a:gdLst/>
              <a:ahLst/>
              <a:cxnLst/>
              <a:rect l="l" t="t" r="r" b="b"/>
              <a:pathLst>
                <a:path w="5943" h="5414" extrusionOk="0">
                  <a:moveTo>
                    <a:pt x="2972" y="0"/>
                  </a:moveTo>
                  <a:cubicBezTo>
                    <a:pt x="2279" y="0"/>
                    <a:pt x="1587" y="264"/>
                    <a:pt x="1058" y="793"/>
                  </a:cubicBezTo>
                  <a:cubicBezTo>
                    <a:pt x="1" y="1850"/>
                    <a:pt x="1" y="3563"/>
                    <a:pt x="1058" y="4620"/>
                  </a:cubicBezTo>
                  <a:cubicBezTo>
                    <a:pt x="1587" y="5149"/>
                    <a:pt x="2279" y="5413"/>
                    <a:pt x="2972" y="5413"/>
                  </a:cubicBezTo>
                  <a:cubicBezTo>
                    <a:pt x="3664" y="5413"/>
                    <a:pt x="4357" y="5149"/>
                    <a:pt x="4885" y="4620"/>
                  </a:cubicBezTo>
                  <a:cubicBezTo>
                    <a:pt x="5943" y="3563"/>
                    <a:pt x="5943" y="1850"/>
                    <a:pt x="4885" y="793"/>
                  </a:cubicBezTo>
                  <a:cubicBezTo>
                    <a:pt x="4357" y="264"/>
                    <a:pt x="3664" y="0"/>
                    <a:pt x="29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7"/>
            <p:cNvSpPr/>
            <p:nvPr/>
          </p:nvSpPr>
          <p:spPr>
            <a:xfrm>
              <a:off x="8795844" y="4001094"/>
              <a:ext cx="9765" cy="1142409"/>
            </a:xfrm>
            <a:custGeom>
              <a:avLst/>
              <a:gdLst/>
              <a:ahLst/>
              <a:cxnLst/>
              <a:rect l="l" t="t" r="r" b="b"/>
              <a:pathLst>
                <a:path w="337" h="39424" extrusionOk="0">
                  <a:moveTo>
                    <a:pt x="1" y="1"/>
                  </a:moveTo>
                  <a:lnTo>
                    <a:pt x="1" y="39424"/>
                  </a:lnTo>
                  <a:lnTo>
                    <a:pt x="336" y="39424"/>
                  </a:lnTo>
                  <a:lnTo>
                    <a:pt x="3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7"/>
            <p:cNvSpPr/>
            <p:nvPr/>
          </p:nvSpPr>
          <p:spPr>
            <a:xfrm>
              <a:off x="8423999" y="8"/>
              <a:ext cx="388414" cy="868832"/>
            </a:xfrm>
            <a:custGeom>
              <a:avLst/>
              <a:gdLst/>
              <a:ahLst/>
              <a:cxnLst/>
              <a:rect l="l" t="t" r="r" b="b"/>
              <a:pathLst>
                <a:path w="13404" h="29983" extrusionOk="0">
                  <a:moveTo>
                    <a:pt x="1" y="1"/>
                  </a:moveTo>
                  <a:lnTo>
                    <a:pt x="1" y="23281"/>
                  </a:lnTo>
                  <a:cubicBezTo>
                    <a:pt x="1" y="26981"/>
                    <a:pt x="3000" y="29982"/>
                    <a:pt x="6701" y="29982"/>
                  </a:cubicBezTo>
                  <a:cubicBezTo>
                    <a:pt x="10403" y="29982"/>
                    <a:pt x="13403" y="26983"/>
                    <a:pt x="13402" y="23281"/>
                  </a:cubicBezTo>
                  <a:lnTo>
                    <a:pt x="134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7"/>
            <p:cNvSpPr/>
            <p:nvPr/>
          </p:nvSpPr>
          <p:spPr>
            <a:xfrm>
              <a:off x="347047" y="4756616"/>
              <a:ext cx="639331" cy="383575"/>
            </a:xfrm>
            <a:custGeom>
              <a:avLst/>
              <a:gdLst/>
              <a:ahLst/>
              <a:cxnLst/>
              <a:rect l="l" t="t" r="r" b="b"/>
              <a:pathLst>
                <a:path w="22063" h="13237" extrusionOk="0">
                  <a:moveTo>
                    <a:pt x="11031" y="0"/>
                  </a:moveTo>
                  <a:cubicBezTo>
                    <a:pt x="4940" y="0"/>
                    <a:pt x="0" y="4939"/>
                    <a:pt x="0" y="11030"/>
                  </a:cubicBezTo>
                  <a:lnTo>
                    <a:pt x="0" y="13237"/>
                  </a:lnTo>
                  <a:lnTo>
                    <a:pt x="22062" y="13237"/>
                  </a:lnTo>
                  <a:lnTo>
                    <a:pt x="22062" y="11030"/>
                  </a:lnTo>
                  <a:cubicBezTo>
                    <a:pt x="22062" y="4939"/>
                    <a:pt x="17123" y="0"/>
                    <a:pt x="110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7"/>
            <p:cNvSpPr/>
            <p:nvPr/>
          </p:nvSpPr>
          <p:spPr>
            <a:xfrm>
              <a:off x="178136" y="4131785"/>
              <a:ext cx="9765" cy="1011720"/>
            </a:xfrm>
            <a:custGeom>
              <a:avLst/>
              <a:gdLst/>
              <a:ahLst/>
              <a:cxnLst/>
              <a:rect l="l" t="t" r="r" b="b"/>
              <a:pathLst>
                <a:path w="337" h="34914" extrusionOk="0">
                  <a:moveTo>
                    <a:pt x="1" y="0"/>
                  </a:moveTo>
                  <a:lnTo>
                    <a:pt x="1" y="34914"/>
                  </a:lnTo>
                  <a:lnTo>
                    <a:pt x="336" y="34914"/>
                  </a:lnTo>
                  <a:lnTo>
                    <a:pt x="3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7"/>
            <p:cNvSpPr/>
            <p:nvPr/>
          </p:nvSpPr>
          <p:spPr>
            <a:xfrm>
              <a:off x="8727628" y="2707453"/>
              <a:ext cx="146191" cy="427273"/>
            </a:xfrm>
            <a:custGeom>
              <a:avLst/>
              <a:gdLst/>
              <a:ahLst/>
              <a:cxnLst/>
              <a:rect l="l" t="t" r="r" b="b"/>
              <a:pathLst>
                <a:path w="5045" h="14745" extrusionOk="0">
                  <a:moveTo>
                    <a:pt x="2523" y="1"/>
                  </a:moveTo>
                  <a:cubicBezTo>
                    <a:pt x="1130" y="1"/>
                    <a:pt x="1" y="1130"/>
                    <a:pt x="1" y="2523"/>
                  </a:cubicBezTo>
                  <a:cubicBezTo>
                    <a:pt x="1" y="3723"/>
                    <a:pt x="840" y="4724"/>
                    <a:pt x="1962" y="4980"/>
                  </a:cubicBezTo>
                  <a:cubicBezTo>
                    <a:pt x="840" y="5235"/>
                    <a:pt x="1" y="6237"/>
                    <a:pt x="1" y="7438"/>
                  </a:cubicBezTo>
                  <a:cubicBezTo>
                    <a:pt x="1" y="8552"/>
                    <a:pt x="727" y="9497"/>
                    <a:pt x="1729" y="9830"/>
                  </a:cubicBezTo>
                  <a:cubicBezTo>
                    <a:pt x="725" y="10163"/>
                    <a:pt x="1" y="11107"/>
                    <a:pt x="1" y="12222"/>
                  </a:cubicBezTo>
                  <a:cubicBezTo>
                    <a:pt x="1" y="13615"/>
                    <a:pt x="1130" y="14744"/>
                    <a:pt x="2523" y="14744"/>
                  </a:cubicBezTo>
                  <a:cubicBezTo>
                    <a:pt x="3915" y="14744"/>
                    <a:pt x="5044" y="13615"/>
                    <a:pt x="5044" y="12222"/>
                  </a:cubicBezTo>
                  <a:cubicBezTo>
                    <a:pt x="5044" y="11107"/>
                    <a:pt x="4320" y="10162"/>
                    <a:pt x="3316" y="9830"/>
                  </a:cubicBezTo>
                  <a:cubicBezTo>
                    <a:pt x="4320" y="9497"/>
                    <a:pt x="5044" y="8553"/>
                    <a:pt x="5044" y="7438"/>
                  </a:cubicBezTo>
                  <a:cubicBezTo>
                    <a:pt x="5044" y="6237"/>
                    <a:pt x="4206" y="5235"/>
                    <a:pt x="3083" y="4980"/>
                  </a:cubicBezTo>
                  <a:cubicBezTo>
                    <a:pt x="4206" y="4724"/>
                    <a:pt x="5044" y="3723"/>
                    <a:pt x="5044" y="2523"/>
                  </a:cubicBezTo>
                  <a:cubicBezTo>
                    <a:pt x="5044" y="1130"/>
                    <a:pt x="3915" y="1"/>
                    <a:pt x="25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29"/>
        <p:cNvGrpSpPr/>
        <p:nvPr/>
      </p:nvGrpSpPr>
      <p:grpSpPr>
        <a:xfrm>
          <a:off x="0" y="0"/>
          <a:ext cx="0" cy="0"/>
          <a:chOff x="0" y="0"/>
          <a:chExt cx="0" cy="0"/>
        </a:xfrm>
      </p:grpSpPr>
      <p:sp>
        <p:nvSpPr>
          <p:cNvPr id="130" name="Google Shape;130;p8"/>
          <p:cNvSpPr txBox="1">
            <a:spLocks noGrp="1"/>
          </p:cNvSpPr>
          <p:nvPr>
            <p:ph type="title"/>
          </p:nvPr>
        </p:nvSpPr>
        <p:spPr>
          <a:xfrm>
            <a:off x="1506000" y="1134600"/>
            <a:ext cx="6132000" cy="28743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80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grpSp>
        <p:nvGrpSpPr>
          <p:cNvPr id="131" name="Google Shape;131;p8"/>
          <p:cNvGrpSpPr/>
          <p:nvPr/>
        </p:nvGrpSpPr>
        <p:grpSpPr>
          <a:xfrm>
            <a:off x="199320" y="5"/>
            <a:ext cx="8944691" cy="5143500"/>
            <a:chOff x="199320" y="5"/>
            <a:chExt cx="8944691" cy="5143500"/>
          </a:xfrm>
        </p:grpSpPr>
        <p:sp>
          <p:nvSpPr>
            <p:cNvPr id="132" name="Google Shape;132;p8"/>
            <p:cNvSpPr/>
            <p:nvPr/>
          </p:nvSpPr>
          <p:spPr>
            <a:xfrm>
              <a:off x="5254794" y="52170"/>
              <a:ext cx="358973" cy="431823"/>
            </a:xfrm>
            <a:custGeom>
              <a:avLst/>
              <a:gdLst/>
              <a:ahLst/>
              <a:cxnLst/>
              <a:rect l="l" t="t" r="r" b="b"/>
              <a:pathLst>
                <a:path w="12388" h="14902" extrusionOk="0">
                  <a:moveTo>
                    <a:pt x="5035" y="0"/>
                  </a:moveTo>
                  <a:cubicBezTo>
                    <a:pt x="4605" y="0"/>
                    <a:pt x="4255" y="350"/>
                    <a:pt x="4255" y="782"/>
                  </a:cubicBezTo>
                  <a:cubicBezTo>
                    <a:pt x="4255" y="3344"/>
                    <a:pt x="6339" y="5428"/>
                    <a:pt x="8901" y="5428"/>
                  </a:cubicBezTo>
                  <a:lnTo>
                    <a:pt x="10253" y="5428"/>
                  </a:lnTo>
                  <a:cubicBezTo>
                    <a:pt x="10569" y="5428"/>
                    <a:pt x="10827" y="5684"/>
                    <a:pt x="10827" y="6001"/>
                  </a:cubicBezTo>
                  <a:cubicBezTo>
                    <a:pt x="10827" y="6317"/>
                    <a:pt x="10569" y="6574"/>
                    <a:pt x="10253" y="6574"/>
                  </a:cubicBezTo>
                  <a:lnTo>
                    <a:pt x="4164" y="6574"/>
                  </a:lnTo>
                  <a:cubicBezTo>
                    <a:pt x="1869" y="6574"/>
                    <a:pt x="1" y="8441"/>
                    <a:pt x="1" y="10737"/>
                  </a:cubicBezTo>
                  <a:cubicBezTo>
                    <a:pt x="1" y="13033"/>
                    <a:pt x="1869" y="14901"/>
                    <a:pt x="4164" y="14901"/>
                  </a:cubicBezTo>
                  <a:lnTo>
                    <a:pt x="8660" y="14901"/>
                  </a:lnTo>
                  <a:cubicBezTo>
                    <a:pt x="9092" y="14901"/>
                    <a:pt x="9442" y="14551"/>
                    <a:pt x="9443" y="14118"/>
                  </a:cubicBezTo>
                  <a:cubicBezTo>
                    <a:pt x="9443" y="13687"/>
                    <a:pt x="9093" y="13338"/>
                    <a:pt x="8662" y="13338"/>
                  </a:cubicBezTo>
                  <a:lnTo>
                    <a:pt x="4166" y="13338"/>
                  </a:lnTo>
                  <a:cubicBezTo>
                    <a:pt x="2731" y="13338"/>
                    <a:pt x="1564" y="12171"/>
                    <a:pt x="1564" y="10736"/>
                  </a:cubicBezTo>
                  <a:cubicBezTo>
                    <a:pt x="1564" y="9301"/>
                    <a:pt x="2731" y="8134"/>
                    <a:pt x="4166" y="8134"/>
                  </a:cubicBezTo>
                  <a:lnTo>
                    <a:pt x="10255" y="8134"/>
                  </a:lnTo>
                  <a:cubicBezTo>
                    <a:pt x="11431" y="8134"/>
                    <a:pt x="12388" y="7178"/>
                    <a:pt x="12388" y="6001"/>
                  </a:cubicBezTo>
                  <a:cubicBezTo>
                    <a:pt x="12388" y="4824"/>
                    <a:pt x="11432" y="3867"/>
                    <a:pt x="10255" y="3867"/>
                  </a:cubicBezTo>
                  <a:lnTo>
                    <a:pt x="8902" y="3867"/>
                  </a:lnTo>
                  <a:cubicBezTo>
                    <a:pt x="7199" y="3867"/>
                    <a:pt x="5816" y="2482"/>
                    <a:pt x="5816" y="782"/>
                  </a:cubicBezTo>
                  <a:cubicBezTo>
                    <a:pt x="5816" y="350"/>
                    <a:pt x="5467" y="0"/>
                    <a:pt x="5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8"/>
            <p:cNvSpPr/>
            <p:nvPr/>
          </p:nvSpPr>
          <p:spPr>
            <a:xfrm>
              <a:off x="199320" y="4098966"/>
              <a:ext cx="347730" cy="370217"/>
            </a:xfrm>
            <a:custGeom>
              <a:avLst/>
              <a:gdLst/>
              <a:ahLst/>
              <a:cxnLst/>
              <a:rect l="l" t="t" r="r" b="b"/>
              <a:pathLst>
                <a:path w="12000" h="12776" extrusionOk="0">
                  <a:moveTo>
                    <a:pt x="781" y="0"/>
                  </a:moveTo>
                  <a:cubicBezTo>
                    <a:pt x="350" y="0"/>
                    <a:pt x="0" y="350"/>
                    <a:pt x="0" y="781"/>
                  </a:cubicBezTo>
                  <a:cubicBezTo>
                    <a:pt x="0" y="1213"/>
                    <a:pt x="350" y="1563"/>
                    <a:pt x="781" y="1563"/>
                  </a:cubicBezTo>
                  <a:lnTo>
                    <a:pt x="7161" y="1563"/>
                  </a:lnTo>
                  <a:cubicBezTo>
                    <a:pt x="8968" y="1563"/>
                    <a:pt x="10440" y="3033"/>
                    <a:pt x="10440" y="4842"/>
                  </a:cubicBezTo>
                  <a:cubicBezTo>
                    <a:pt x="10440" y="6650"/>
                    <a:pt x="8968" y="8121"/>
                    <a:pt x="7161" y="8121"/>
                  </a:cubicBezTo>
                  <a:lnTo>
                    <a:pt x="2329" y="8121"/>
                  </a:lnTo>
                  <a:cubicBezTo>
                    <a:pt x="1045" y="8121"/>
                    <a:pt x="1" y="9165"/>
                    <a:pt x="1" y="10448"/>
                  </a:cubicBezTo>
                  <a:cubicBezTo>
                    <a:pt x="1" y="11730"/>
                    <a:pt x="1045" y="12775"/>
                    <a:pt x="2329" y="12775"/>
                  </a:cubicBezTo>
                  <a:lnTo>
                    <a:pt x="7161" y="12775"/>
                  </a:lnTo>
                  <a:cubicBezTo>
                    <a:pt x="7591" y="12775"/>
                    <a:pt x="7941" y="12425"/>
                    <a:pt x="7941" y="11994"/>
                  </a:cubicBezTo>
                  <a:cubicBezTo>
                    <a:pt x="7941" y="11563"/>
                    <a:pt x="7591" y="11213"/>
                    <a:pt x="7161" y="11213"/>
                  </a:cubicBezTo>
                  <a:lnTo>
                    <a:pt x="2329" y="11213"/>
                  </a:lnTo>
                  <a:cubicBezTo>
                    <a:pt x="1905" y="11213"/>
                    <a:pt x="1561" y="10868"/>
                    <a:pt x="1561" y="10446"/>
                  </a:cubicBezTo>
                  <a:cubicBezTo>
                    <a:pt x="1561" y="10023"/>
                    <a:pt x="1906" y="9680"/>
                    <a:pt x="2329" y="9680"/>
                  </a:cubicBezTo>
                  <a:lnTo>
                    <a:pt x="7161" y="9680"/>
                  </a:lnTo>
                  <a:cubicBezTo>
                    <a:pt x="9830" y="9680"/>
                    <a:pt x="12000" y="7509"/>
                    <a:pt x="12000" y="4840"/>
                  </a:cubicBezTo>
                  <a:cubicBezTo>
                    <a:pt x="12000" y="2172"/>
                    <a:pt x="9830" y="0"/>
                    <a:pt x="7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8"/>
            <p:cNvSpPr/>
            <p:nvPr/>
          </p:nvSpPr>
          <p:spPr>
            <a:xfrm flipH="1">
              <a:off x="8906888" y="3457635"/>
              <a:ext cx="237123" cy="237123"/>
            </a:xfrm>
            <a:custGeom>
              <a:avLst/>
              <a:gdLst/>
              <a:ahLst/>
              <a:cxnLst/>
              <a:rect l="l" t="t" r="r" b="b"/>
              <a:pathLst>
                <a:path w="8183" h="8183" extrusionOk="0">
                  <a:moveTo>
                    <a:pt x="0" y="0"/>
                  </a:moveTo>
                  <a:lnTo>
                    <a:pt x="0" y="8183"/>
                  </a:lnTo>
                  <a:lnTo>
                    <a:pt x="4091" y="8183"/>
                  </a:lnTo>
                  <a:cubicBezTo>
                    <a:pt x="6350" y="8183"/>
                    <a:pt x="8182" y="6351"/>
                    <a:pt x="8182" y="4091"/>
                  </a:cubicBezTo>
                  <a:cubicBezTo>
                    <a:pt x="8182" y="1832"/>
                    <a:pt x="6351" y="0"/>
                    <a:pt x="40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8"/>
            <p:cNvSpPr/>
            <p:nvPr/>
          </p:nvSpPr>
          <p:spPr>
            <a:xfrm>
              <a:off x="331657" y="690098"/>
              <a:ext cx="172213" cy="156884"/>
            </a:xfrm>
            <a:custGeom>
              <a:avLst/>
              <a:gdLst/>
              <a:ahLst/>
              <a:cxnLst/>
              <a:rect l="l" t="t" r="r" b="b"/>
              <a:pathLst>
                <a:path w="5943" h="5414" extrusionOk="0">
                  <a:moveTo>
                    <a:pt x="2972" y="0"/>
                  </a:moveTo>
                  <a:cubicBezTo>
                    <a:pt x="2279" y="0"/>
                    <a:pt x="1587" y="264"/>
                    <a:pt x="1058" y="793"/>
                  </a:cubicBezTo>
                  <a:cubicBezTo>
                    <a:pt x="1" y="1850"/>
                    <a:pt x="1" y="3563"/>
                    <a:pt x="1058" y="4620"/>
                  </a:cubicBezTo>
                  <a:cubicBezTo>
                    <a:pt x="1587" y="5149"/>
                    <a:pt x="2279" y="5413"/>
                    <a:pt x="2972" y="5413"/>
                  </a:cubicBezTo>
                  <a:cubicBezTo>
                    <a:pt x="3664" y="5413"/>
                    <a:pt x="4357" y="5149"/>
                    <a:pt x="4885" y="4620"/>
                  </a:cubicBezTo>
                  <a:cubicBezTo>
                    <a:pt x="5943" y="3563"/>
                    <a:pt x="5943" y="1850"/>
                    <a:pt x="4885" y="793"/>
                  </a:cubicBezTo>
                  <a:cubicBezTo>
                    <a:pt x="4357" y="264"/>
                    <a:pt x="3664" y="0"/>
                    <a:pt x="29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8"/>
            <p:cNvSpPr/>
            <p:nvPr/>
          </p:nvSpPr>
          <p:spPr>
            <a:xfrm>
              <a:off x="715119" y="5"/>
              <a:ext cx="9765" cy="1142409"/>
            </a:xfrm>
            <a:custGeom>
              <a:avLst/>
              <a:gdLst/>
              <a:ahLst/>
              <a:cxnLst/>
              <a:rect l="l" t="t" r="r" b="b"/>
              <a:pathLst>
                <a:path w="337" h="39424" extrusionOk="0">
                  <a:moveTo>
                    <a:pt x="1" y="1"/>
                  </a:moveTo>
                  <a:lnTo>
                    <a:pt x="1" y="39424"/>
                  </a:lnTo>
                  <a:lnTo>
                    <a:pt x="336" y="39424"/>
                  </a:lnTo>
                  <a:lnTo>
                    <a:pt x="3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8"/>
            <p:cNvSpPr/>
            <p:nvPr/>
          </p:nvSpPr>
          <p:spPr>
            <a:xfrm rot="10800000">
              <a:off x="4377787" y="4274658"/>
              <a:ext cx="388414" cy="868832"/>
            </a:xfrm>
            <a:custGeom>
              <a:avLst/>
              <a:gdLst/>
              <a:ahLst/>
              <a:cxnLst/>
              <a:rect l="l" t="t" r="r" b="b"/>
              <a:pathLst>
                <a:path w="13404" h="29983" extrusionOk="0">
                  <a:moveTo>
                    <a:pt x="1" y="1"/>
                  </a:moveTo>
                  <a:lnTo>
                    <a:pt x="1" y="23281"/>
                  </a:lnTo>
                  <a:cubicBezTo>
                    <a:pt x="1" y="26981"/>
                    <a:pt x="3000" y="29982"/>
                    <a:pt x="6701" y="29982"/>
                  </a:cubicBezTo>
                  <a:cubicBezTo>
                    <a:pt x="10403" y="29982"/>
                    <a:pt x="13403" y="26983"/>
                    <a:pt x="13402" y="23281"/>
                  </a:cubicBezTo>
                  <a:lnTo>
                    <a:pt x="134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8"/>
            <p:cNvSpPr/>
            <p:nvPr/>
          </p:nvSpPr>
          <p:spPr>
            <a:xfrm>
              <a:off x="400334" y="4759916"/>
              <a:ext cx="639331" cy="383575"/>
            </a:xfrm>
            <a:custGeom>
              <a:avLst/>
              <a:gdLst/>
              <a:ahLst/>
              <a:cxnLst/>
              <a:rect l="l" t="t" r="r" b="b"/>
              <a:pathLst>
                <a:path w="22063" h="13237" extrusionOk="0">
                  <a:moveTo>
                    <a:pt x="11031" y="0"/>
                  </a:moveTo>
                  <a:cubicBezTo>
                    <a:pt x="4940" y="0"/>
                    <a:pt x="0" y="4939"/>
                    <a:pt x="0" y="11030"/>
                  </a:cubicBezTo>
                  <a:lnTo>
                    <a:pt x="0" y="13237"/>
                  </a:lnTo>
                  <a:lnTo>
                    <a:pt x="22062" y="13237"/>
                  </a:lnTo>
                  <a:lnTo>
                    <a:pt x="22062" y="11030"/>
                  </a:lnTo>
                  <a:cubicBezTo>
                    <a:pt x="22062" y="4939"/>
                    <a:pt x="17123" y="0"/>
                    <a:pt x="110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8"/>
            <p:cNvSpPr/>
            <p:nvPr/>
          </p:nvSpPr>
          <p:spPr>
            <a:xfrm>
              <a:off x="8419124" y="4131785"/>
              <a:ext cx="9765" cy="1011720"/>
            </a:xfrm>
            <a:custGeom>
              <a:avLst/>
              <a:gdLst/>
              <a:ahLst/>
              <a:cxnLst/>
              <a:rect l="l" t="t" r="r" b="b"/>
              <a:pathLst>
                <a:path w="337" h="34914" extrusionOk="0">
                  <a:moveTo>
                    <a:pt x="1" y="0"/>
                  </a:moveTo>
                  <a:lnTo>
                    <a:pt x="1" y="34914"/>
                  </a:lnTo>
                  <a:lnTo>
                    <a:pt x="336" y="34914"/>
                  </a:lnTo>
                  <a:lnTo>
                    <a:pt x="3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a:off x="8596928" y="3847378"/>
              <a:ext cx="146191" cy="427273"/>
            </a:xfrm>
            <a:custGeom>
              <a:avLst/>
              <a:gdLst/>
              <a:ahLst/>
              <a:cxnLst/>
              <a:rect l="l" t="t" r="r" b="b"/>
              <a:pathLst>
                <a:path w="5045" h="14745" extrusionOk="0">
                  <a:moveTo>
                    <a:pt x="2523" y="1"/>
                  </a:moveTo>
                  <a:cubicBezTo>
                    <a:pt x="1130" y="1"/>
                    <a:pt x="1" y="1130"/>
                    <a:pt x="1" y="2523"/>
                  </a:cubicBezTo>
                  <a:cubicBezTo>
                    <a:pt x="1" y="3723"/>
                    <a:pt x="840" y="4724"/>
                    <a:pt x="1962" y="4980"/>
                  </a:cubicBezTo>
                  <a:cubicBezTo>
                    <a:pt x="840" y="5235"/>
                    <a:pt x="1" y="6237"/>
                    <a:pt x="1" y="7438"/>
                  </a:cubicBezTo>
                  <a:cubicBezTo>
                    <a:pt x="1" y="8552"/>
                    <a:pt x="727" y="9497"/>
                    <a:pt x="1729" y="9830"/>
                  </a:cubicBezTo>
                  <a:cubicBezTo>
                    <a:pt x="725" y="10163"/>
                    <a:pt x="1" y="11107"/>
                    <a:pt x="1" y="12222"/>
                  </a:cubicBezTo>
                  <a:cubicBezTo>
                    <a:pt x="1" y="13615"/>
                    <a:pt x="1130" y="14744"/>
                    <a:pt x="2523" y="14744"/>
                  </a:cubicBezTo>
                  <a:cubicBezTo>
                    <a:pt x="3915" y="14744"/>
                    <a:pt x="5044" y="13615"/>
                    <a:pt x="5044" y="12222"/>
                  </a:cubicBezTo>
                  <a:cubicBezTo>
                    <a:pt x="5044" y="11107"/>
                    <a:pt x="4320" y="10162"/>
                    <a:pt x="3316" y="9830"/>
                  </a:cubicBezTo>
                  <a:cubicBezTo>
                    <a:pt x="4320" y="9497"/>
                    <a:pt x="5044" y="8553"/>
                    <a:pt x="5044" y="7438"/>
                  </a:cubicBezTo>
                  <a:cubicBezTo>
                    <a:pt x="5044" y="6237"/>
                    <a:pt x="4206" y="5235"/>
                    <a:pt x="3083" y="4980"/>
                  </a:cubicBezTo>
                  <a:cubicBezTo>
                    <a:pt x="4206" y="4724"/>
                    <a:pt x="5044" y="3723"/>
                    <a:pt x="5044" y="2523"/>
                  </a:cubicBezTo>
                  <a:cubicBezTo>
                    <a:pt x="5044" y="1130"/>
                    <a:pt x="3915" y="1"/>
                    <a:pt x="25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67"/>
        <p:cNvGrpSpPr/>
        <p:nvPr/>
      </p:nvGrpSpPr>
      <p:grpSpPr>
        <a:xfrm>
          <a:off x="0" y="0"/>
          <a:ext cx="0" cy="0"/>
          <a:chOff x="0" y="0"/>
          <a:chExt cx="0" cy="0"/>
        </a:xfrm>
      </p:grpSpPr>
      <p:sp>
        <p:nvSpPr>
          <p:cNvPr id="168" name="Google Shape;168;p11"/>
          <p:cNvSpPr txBox="1">
            <a:spLocks noGrp="1"/>
          </p:cNvSpPr>
          <p:nvPr>
            <p:ph type="subTitle" idx="1"/>
          </p:nvPr>
        </p:nvSpPr>
        <p:spPr>
          <a:xfrm>
            <a:off x="991340" y="3177263"/>
            <a:ext cx="7161300" cy="440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69" name="Google Shape;169;p11"/>
          <p:cNvSpPr txBox="1">
            <a:spLocks noGrp="1"/>
          </p:cNvSpPr>
          <p:nvPr>
            <p:ph type="title" hasCustomPrompt="1"/>
          </p:nvPr>
        </p:nvSpPr>
        <p:spPr>
          <a:xfrm rot="288">
            <a:off x="991350" y="1526139"/>
            <a:ext cx="7161300" cy="16509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SzPts val="9600"/>
              <a:buNone/>
              <a:defRPr sz="10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grpSp>
        <p:nvGrpSpPr>
          <p:cNvPr id="170" name="Google Shape;170;p11"/>
          <p:cNvGrpSpPr/>
          <p:nvPr/>
        </p:nvGrpSpPr>
        <p:grpSpPr>
          <a:xfrm>
            <a:off x="322919" y="-5"/>
            <a:ext cx="7681673" cy="4957498"/>
            <a:chOff x="322919" y="-5"/>
            <a:chExt cx="7681673" cy="4957498"/>
          </a:xfrm>
        </p:grpSpPr>
        <p:sp>
          <p:nvSpPr>
            <p:cNvPr id="171" name="Google Shape;171;p11"/>
            <p:cNvSpPr/>
            <p:nvPr/>
          </p:nvSpPr>
          <p:spPr>
            <a:xfrm>
              <a:off x="322919" y="4525670"/>
              <a:ext cx="358973" cy="431823"/>
            </a:xfrm>
            <a:custGeom>
              <a:avLst/>
              <a:gdLst/>
              <a:ahLst/>
              <a:cxnLst/>
              <a:rect l="l" t="t" r="r" b="b"/>
              <a:pathLst>
                <a:path w="12388" h="14902" extrusionOk="0">
                  <a:moveTo>
                    <a:pt x="5035" y="0"/>
                  </a:moveTo>
                  <a:cubicBezTo>
                    <a:pt x="4605" y="0"/>
                    <a:pt x="4255" y="350"/>
                    <a:pt x="4255" y="782"/>
                  </a:cubicBezTo>
                  <a:cubicBezTo>
                    <a:pt x="4255" y="3344"/>
                    <a:pt x="6339" y="5428"/>
                    <a:pt x="8901" y="5428"/>
                  </a:cubicBezTo>
                  <a:lnTo>
                    <a:pt x="10253" y="5428"/>
                  </a:lnTo>
                  <a:cubicBezTo>
                    <a:pt x="10569" y="5428"/>
                    <a:pt x="10827" y="5684"/>
                    <a:pt x="10827" y="6001"/>
                  </a:cubicBezTo>
                  <a:cubicBezTo>
                    <a:pt x="10827" y="6317"/>
                    <a:pt x="10569" y="6574"/>
                    <a:pt x="10253" y="6574"/>
                  </a:cubicBezTo>
                  <a:lnTo>
                    <a:pt x="4164" y="6574"/>
                  </a:lnTo>
                  <a:cubicBezTo>
                    <a:pt x="1869" y="6574"/>
                    <a:pt x="1" y="8441"/>
                    <a:pt x="1" y="10737"/>
                  </a:cubicBezTo>
                  <a:cubicBezTo>
                    <a:pt x="1" y="13033"/>
                    <a:pt x="1869" y="14901"/>
                    <a:pt x="4164" y="14901"/>
                  </a:cubicBezTo>
                  <a:lnTo>
                    <a:pt x="8660" y="14901"/>
                  </a:lnTo>
                  <a:cubicBezTo>
                    <a:pt x="9092" y="14901"/>
                    <a:pt x="9442" y="14551"/>
                    <a:pt x="9443" y="14118"/>
                  </a:cubicBezTo>
                  <a:cubicBezTo>
                    <a:pt x="9443" y="13687"/>
                    <a:pt x="9093" y="13338"/>
                    <a:pt x="8662" y="13338"/>
                  </a:cubicBezTo>
                  <a:lnTo>
                    <a:pt x="4166" y="13338"/>
                  </a:lnTo>
                  <a:cubicBezTo>
                    <a:pt x="2731" y="13338"/>
                    <a:pt x="1564" y="12171"/>
                    <a:pt x="1564" y="10736"/>
                  </a:cubicBezTo>
                  <a:cubicBezTo>
                    <a:pt x="1564" y="9301"/>
                    <a:pt x="2731" y="8134"/>
                    <a:pt x="4166" y="8134"/>
                  </a:cubicBezTo>
                  <a:lnTo>
                    <a:pt x="10255" y="8134"/>
                  </a:lnTo>
                  <a:cubicBezTo>
                    <a:pt x="11431" y="8134"/>
                    <a:pt x="12388" y="7178"/>
                    <a:pt x="12388" y="6001"/>
                  </a:cubicBezTo>
                  <a:cubicBezTo>
                    <a:pt x="12388" y="4824"/>
                    <a:pt x="11432" y="3867"/>
                    <a:pt x="10255" y="3867"/>
                  </a:cubicBezTo>
                  <a:lnTo>
                    <a:pt x="8902" y="3867"/>
                  </a:lnTo>
                  <a:cubicBezTo>
                    <a:pt x="7199" y="3867"/>
                    <a:pt x="5816" y="2482"/>
                    <a:pt x="5816" y="782"/>
                  </a:cubicBezTo>
                  <a:cubicBezTo>
                    <a:pt x="5816" y="350"/>
                    <a:pt x="5467" y="0"/>
                    <a:pt x="5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a:off x="6985845" y="228716"/>
              <a:ext cx="347730" cy="370217"/>
            </a:xfrm>
            <a:custGeom>
              <a:avLst/>
              <a:gdLst/>
              <a:ahLst/>
              <a:cxnLst/>
              <a:rect l="l" t="t" r="r" b="b"/>
              <a:pathLst>
                <a:path w="12000" h="12776" extrusionOk="0">
                  <a:moveTo>
                    <a:pt x="781" y="0"/>
                  </a:moveTo>
                  <a:cubicBezTo>
                    <a:pt x="350" y="0"/>
                    <a:pt x="0" y="350"/>
                    <a:pt x="0" y="781"/>
                  </a:cubicBezTo>
                  <a:cubicBezTo>
                    <a:pt x="0" y="1213"/>
                    <a:pt x="350" y="1563"/>
                    <a:pt x="781" y="1563"/>
                  </a:cubicBezTo>
                  <a:lnTo>
                    <a:pt x="7161" y="1563"/>
                  </a:lnTo>
                  <a:cubicBezTo>
                    <a:pt x="8968" y="1563"/>
                    <a:pt x="10440" y="3033"/>
                    <a:pt x="10440" y="4842"/>
                  </a:cubicBezTo>
                  <a:cubicBezTo>
                    <a:pt x="10440" y="6650"/>
                    <a:pt x="8968" y="8121"/>
                    <a:pt x="7161" y="8121"/>
                  </a:cubicBezTo>
                  <a:lnTo>
                    <a:pt x="2329" y="8121"/>
                  </a:lnTo>
                  <a:cubicBezTo>
                    <a:pt x="1045" y="8121"/>
                    <a:pt x="1" y="9165"/>
                    <a:pt x="1" y="10448"/>
                  </a:cubicBezTo>
                  <a:cubicBezTo>
                    <a:pt x="1" y="11730"/>
                    <a:pt x="1045" y="12775"/>
                    <a:pt x="2329" y="12775"/>
                  </a:cubicBezTo>
                  <a:lnTo>
                    <a:pt x="7161" y="12775"/>
                  </a:lnTo>
                  <a:cubicBezTo>
                    <a:pt x="7591" y="12775"/>
                    <a:pt x="7941" y="12425"/>
                    <a:pt x="7941" y="11994"/>
                  </a:cubicBezTo>
                  <a:cubicBezTo>
                    <a:pt x="7941" y="11563"/>
                    <a:pt x="7591" y="11213"/>
                    <a:pt x="7161" y="11213"/>
                  </a:cubicBezTo>
                  <a:lnTo>
                    <a:pt x="2329" y="11213"/>
                  </a:lnTo>
                  <a:cubicBezTo>
                    <a:pt x="1905" y="11213"/>
                    <a:pt x="1561" y="10868"/>
                    <a:pt x="1561" y="10446"/>
                  </a:cubicBezTo>
                  <a:cubicBezTo>
                    <a:pt x="1561" y="10023"/>
                    <a:pt x="1906" y="9680"/>
                    <a:pt x="2329" y="9680"/>
                  </a:cubicBezTo>
                  <a:lnTo>
                    <a:pt x="7161" y="9680"/>
                  </a:lnTo>
                  <a:cubicBezTo>
                    <a:pt x="9830" y="9680"/>
                    <a:pt x="12000" y="7509"/>
                    <a:pt x="12000" y="4840"/>
                  </a:cubicBezTo>
                  <a:cubicBezTo>
                    <a:pt x="12000" y="2172"/>
                    <a:pt x="9830" y="0"/>
                    <a:pt x="7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rot="10800000" flipH="1">
              <a:off x="7602906" y="-5"/>
              <a:ext cx="401686" cy="241035"/>
            </a:xfrm>
            <a:custGeom>
              <a:avLst/>
              <a:gdLst/>
              <a:ahLst/>
              <a:cxnLst/>
              <a:rect l="l" t="t" r="r" b="b"/>
              <a:pathLst>
                <a:path w="13862" h="8318" extrusionOk="0">
                  <a:moveTo>
                    <a:pt x="6931" y="1"/>
                  </a:moveTo>
                  <a:cubicBezTo>
                    <a:pt x="3103" y="1"/>
                    <a:pt x="0" y="3103"/>
                    <a:pt x="0" y="6932"/>
                  </a:cubicBezTo>
                  <a:lnTo>
                    <a:pt x="0" y="8317"/>
                  </a:lnTo>
                  <a:lnTo>
                    <a:pt x="13861" y="8317"/>
                  </a:lnTo>
                  <a:lnTo>
                    <a:pt x="13861" y="6932"/>
                  </a:lnTo>
                  <a:cubicBezTo>
                    <a:pt x="13861" y="3103"/>
                    <a:pt x="10759" y="1"/>
                    <a:pt x="69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344825" y="0"/>
            <a:ext cx="8454350" cy="5143517"/>
            <a:chOff x="344825" y="0"/>
            <a:chExt cx="8454350" cy="5143517"/>
          </a:xfrm>
        </p:grpSpPr>
        <p:sp>
          <p:nvSpPr>
            <p:cNvPr id="175" name="Google Shape;175;p11"/>
            <p:cNvSpPr/>
            <p:nvPr/>
          </p:nvSpPr>
          <p:spPr>
            <a:xfrm>
              <a:off x="344825" y="0"/>
              <a:ext cx="9331" cy="537782"/>
            </a:xfrm>
            <a:custGeom>
              <a:avLst/>
              <a:gdLst/>
              <a:ahLst/>
              <a:cxnLst/>
              <a:rect l="l" t="t" r="r" b="b"/>
              <a:pathLst>
                <a:path w="322" h="18549" extrusionOk="0">
                  <a:moveTo>
                    <a:pt x="1" y="1"/>
                  </a:moveTo>
                  <a:lnTo>
                    <a:pt x="1" y="18548"/>
                  </a:lnTo>
                  <a:lnTo>
                    <a:pt x="322" y="18548"/>
                  </a:lnTo>
                  <a:lnTo>
                    <a:pt x="3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a:off x="8789844" y="4605735"/>
              <a:ext cx="9331" cy="537782"/>
            </a:xfrm>
            <a:custGeom>
              <a:avLst/>
              <a:gdLst/>
              <a:ahLst/>
              <a:cxnLst/>
              <a:rect l="l" t="t" r="r" b="b"/>
              <a:pathLst>
                <a:path w="322" h="18549" extrusionOk="0">
                  <a:moveTo>
                    <a:pt x="1" y="1"/>
                  </a:moveTo>
                  <a:lnTo>
                    <a:pt x="1" y="18548"/>
                  </a:lnTo>
                  <a:lnTo>
                    <a:pt x="322" y="18548"/>
                  </a:lnTo>
                  <a:lnTo>
                    <a:pt x="3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77"/>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78"/>
        <p:cNvGrpSpPr/>
        <p:nvPr/>
      </p:nvGrpSpPr>
      <p:grpSpPr>
        <a:xfrm>
          <a:off x="0" y="0"/>
          <a:ext cx="0" cy="0"/>
          <a:chOff x="0" y="0"/>
          <a:chExt cx="0" cy="0"/>
        </a:xfrm>
      </p:grpSpPr>
      <p:sp>
        <p:nvSpPr>
          <p:cNvPr id="179" name="Google Shape;179;p13"/>
          <p:cNvSpPr txBox="1">
            <a:spLocks noGrp="1"/>
          </p:cNvSpPr>
          <p:nvPr>
            <p:ph type="title" hasCustomPrompt="1"/>
          </p:nvPr>
        </p:nvSpPr>
        <p:spPr>
          <a:xfrm rot="1973">
            <a:off x="2318837" y="1426351"/>
            <a:ext cx="1045200" cy="6021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accen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80" name="Google Shape;180;p13"/>
          <p:cNvSpPr txBox="1">
            <a:spLocks noGrp="1"/>
          </p:cNvSpPr>
          <p:nvPr>
            <p:ph type="subTitle" idx="1"/>
          </p:nvPr>
        </p:nvSpPr>
        <p:spPr>
          <a:xfrm>
            <a:off x="1342738" y="2248152"/>
            <a:ext cx="2997300" cy="60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81" name="Google Shape;181;p13"/>
          <p:cNvSpPr txBox="1">
            <a:spLocks noGrp="1"/>
          </p:cNvSpPr>
          <p:nvPr>
            <p:ph type="title" idx="2" hasCustomPrompt="1"/>
          </p:nvPr>
        </p:nvSpPr>
        <p:spPr>
          <a:xfrm rot="1973">
            <a:off x="2318837" y="3178901"/>
            <a:ext cx="1045200" cy="6021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accen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82" name="Google Shape;182;p13"/>
          <p:cNvSpPr txBox="1">
            <a:spLocks noGrp="1"/>
          </p:cNvSpPr>
          <p:nvPr>
            <p:ph type="subTitle" idx="3"/>
          </p:nvPr>
        </p:nvSpPr>
        <p:spPr>
          <a:xfrm>
            <a:off x="1342738" y="4000800"/>
            <a:ext cx="2997300" cy="60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83" name="Google Shape;183;p13"/>
          <p:cNvSpPr txBox="1">
            <a:spLocks noGrp="1"/>
          </p:cNvSpPr>
          <p:nvPr>
            <p:ph type="title" idx="4" hasCustomPrompt="1"/>
          </p:nvPr>
        </p:nvSpPr>
        <p:spPr>
          <a:xfrm rot="1973">
            <a:off x="5780012" y="1426351"/>
            <a:ext cx="1045200" cy="6021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accen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84" name="Google Shape;184;p13"/>
          <p:cNvSpPr txBox="1">
            <a:spLocks noGrp="1"/>
          </p:cNvSpPr>
          <p:nvPr>
            <p:ph type="subTitle" idx="5"/>
          </p:nvPr>
        </p:nvSpPr>
        <p:spPr>
          <a:xfrm>
            <a:off x="4803963" y="2248152"/>
            <a:ext cx="2997300" cy="60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85" name="Google Shape;185;p13"/>
          <p:cNvSpPr txBox="1">
            <a:spLocks noGrp="1"/>
          </p:cNvSpPr>
          <p:nvPr>
            <p:ph type="title" idx="6" hasCustomPrompt="1"/>
          </p:nvPr>
        </p:nvSpPr>
        <p:spPr>
          <a:xfrm rot="1973">
            <a:off x="5780012" y="3178901"/>
            <a:ext cx="1045200" cy="6021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accen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86" name="Google Shape;186;p13"/>
          <p:cNvSpPr txBox="1">
            <a:spLocks noGrp="1"/>
          </p:cNvSpPr>
          <p:nvPr>
            <p:ph type="subTitle" idx="7"/>
          </p:nvPr>
        </p:nvSpPr>
        <p:spPr>
          <a:xfrm>
            <a:off x="4803963" y="4000801"/>
            <a:ext cx="2997300" cy="60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87" name="Google Shape;187;p13"/>
          <p:cNvSpPr txBox="1">
            <a:spLocks noGrp="1"/>
          </p:cNvSpPr>
          <p:nvPr>
            <p:ph type="subTitle" idx="8"/>
          </p:nvPr>
        </p:nvSpPr>
        <p:spPr>
          <a:xfrm>
            <a:off x="1342738" y="1855350"/>
            <a:ext cx="2997300" cy="554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Arima"/>
                <a:ea typeface="Arima"/>
                <a:cs typeface="Arima"/>
                <a:sym typeface="Arima"/>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8" name="Google Shape;188;p13"/>
          <p:cNvSpPr txBox="1">
            <a:spLocks noGrp="1"/>
          </p:cNvSpPr>
          <p:nvPr>
            <p:ph type="subTitle" idx="9"/>
          </p:nvPr>
        </p:nvSpPr>
        <p:spPr>
          <a:xfrm>
            <a:off x="1342738" y="3608024"/>
            <a:ext cx="2997300" cy="554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Arima"/>
                <a:ea typeface="Arima"/>
                <a:cs typeface="Arima"/>
                <a:sym typeface="Arima"/>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9" name="Google Shape;189;p13"/>
          <p:cNvSpPr txBox="1">
            <a:spLocks noGrp="1"/>
          </p:cNvSpPr>
          <p:nvPr>
            <p:ph type="subTitle" idx="13"/>
          </p:nvPr>
        </p:nvSpPr>
        <p:spPr>
          <a:xfrm>
            <a:off x="4803963" y="1855350"/>
            <a:ext cx="2997300" cy="554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Arima"/>
                <a:ea typeface="Arima"/>
                <a:cs typeface="Arima"/>
                <a:sym typeface="Arima"/>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90" name="Google Shape;190;p13"/>
          <p:cNvSpPr txBox="1">
            <a:spLocks noGrp="1"/>
          </p:cNvSpPr>
          <p:nvPr>
            <p:ph type="subTitle" idx="14"/>
          </p:nvPr>
        </p:nvSpPr>
        <p:spPr>
          <a:xfrm>
            <a:off x="4803963" y="3608025"/>
            <a:ext cx="2997300" cy="554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Arima"/>
                <a:ea typeface="Arima"/>
                <a:cs typeface="Arima"/>
                <a:sym typeface="Arima"/>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91" name="Google Shape;191;p13"/>
          <p:cNvSpPr txBox="1">
            <a:spLocks noGrp="1"/>
          </p:cNvSpPr>
          <p:nvPr>
            <p:ph type="title" idx="15"/>
          </p:nvPr>
        </p:nvSpPr>
        <p:spPr>
          <a:xfrm>
            <a:off x="720000" y="4638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92" name="Google Shape;192;p13"/>
          <p:cNvGrpSpPr/>
          <p:nvPr/>
        </p:nvGrpSpPr>
        <p:grpSpPr>
          <a:xfrm>
            <a:off x="178399" y="-2"/>
            <a:ext cx="8965593" cy="5143493"/>
            <a:chOff x="178399" y="-2"/>
            <a:chExt cx="8965593" cy="5143493"/>
          </a:xfrm>
        </p:grpSpPr>
        <p:sp>
          <p:nvSpPr>
            <p:cNvPr id="193" name="Google Shape;193;p13"/>
            <p:cNvSpPr/>
            <p:nvPr/>
          </p:nvSpPr>
          <p:spPr>
            <a:xfrm>
              <a:off x="233941" y="2028743"/>
              <a:ext cx="186673" cy="386357"/>
            </a:xfrm>
            <a:custGeom>
              <a:avLst/>
              <a:gdLst/>
              <a:ahLst/>
              <a:cxnLst/>
              <a:rect l="l" t="t" r="r" b="b"/>
              <a:pathLst>
                <a:path w="6442" h="13333" extrusionOk="0">
                  <a:moveTo>
                    <a:pt x="3221" y="1"/>
                  </a:moveTo>
                  <a:cubicBezTo>
                    <a:pt x="1442" y="1"/>
                    <a:pt x="0" y="1442"/>
                    <a:pt x="0" y="3221"/>
                  </a:cubicBezTo>
                  <a:lnTo>
                    <a:pt x="0" y="10112"/>
                  </a:lnTo>
                  <a:cubicBezTo>
                    <a:pt x="0" y="11890"/>
                    <a:pt x="1442" y="13332"/>
                    <a:pt x="3221" y="13332"/>
                  </a:cubicBezTo>
                  <a:cubicBezTo>
                    <a:pt x="4999" y="13332"/>
                    <a:pt x="6441" y="11890"/>
                    <a:pt x="6441" y="10112"/>
                  </a:cubicBezTo>
                  <a:lnTo>
                    <a:pt x="6441" y="3221"/>
                  </a:lnTo>
                  <a:cubicBezTo>
                    <a:pt x="6441" y="1442"/>
                    <a:pt x="4999" y="1"/>
                    <a:pt x="32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3"/>
            <p:cNvSpPr/>
            <p:nvPr/>
          </p:nvSpPr>
          <p:spPr>
            <a:xfrm>
              <a:off x="8707169" y="4028732"/>
              <a:ext cx="358973" cy="431823"/>
            </a:xfrm>
            <a:custGeom>
              <a:avLst/>
              <a:gdLst/>
              <a:ahLst/>
              <a:cxnLst/>
              <a:rect l="l" t="t" r="r" b="b"/>
              <a:pathLst>
                <a:path w="12388" h="14902" extrusionOk="0">
                  <a:moveTo>
                    <a:pt x="5035" y="0"/>
                  </a:moveTo>
                  <a:cubicBezTo>
                    <a:pt x="4605" y="0"/>
                    <a:pt x="4255" y="350"/>
                    <a:pt x="4255" y="782"/>
                  </a:cubicBezTo>
                  <a:cubicBezTo>
                    <a:pt x="4255" y="3344"/>
                    <a:pt x="6339" y="5428"/>
                    <a:pt x="8901" y="5428"/>
                  </a:cubicBezTo>
                  <a:lnTo>
                    <a:pt x="10253" y="5428"/>
                  </a:lnTo>
                  <a:cubicBezTo>
                    <a:pt x="10569" y="5428"/>
                    <a:pt x="10827" y="5684"/>
                    <a:pt x="10827" y="6001"/>
                  </a:cubicBezTo>
                  <a:cubicBezTo>
                    <a:pt x="10827" y="6317"/>
                    <a:pt x="10569" y="6574"/>
                    <a:pt x="10253" y="6574"/>
                  </a:cubicBezTo>
                  <a:lnTo>
                    <a:pt x="4164" y="6574"/>
                  </a:lnTo>
                  <a:cubicBezTo>
                    <a:pt x="1869" y="6574"/>
                    <a:pt x="1" y="8441"/>
                    <a:pt x="1" y="10737"/>
                  </a:cubicBezTo>
                  <a:cubicBezTo>
                    <a:pt x="1" y="13033"/>
                    <a:pt x="1869" y="14901"/>
                    <a:pt x="4164" y="14901"/>
                  </a:cubicBezTo>
                  <a:lnTo>
                    <a:pt x="8660" y="14901"/>
                  </a:lnTo>
                  <a:cubicBezTo>
                    <a:pt x="9092" y="14901"/>
                    <a:pt x="9442" y="14551"/>
                    <a:pt x="9443" y="14118"/>
                  </a:cubicBezTo>
                  <a:cubicBezTo>
                    <a:pt x="9443" y="13687"/>
                    <a:pt x="9093" y="13338"/>
                    <a:pt x="8662" y="13338"/>
                  </a:cubicBezTo>
                  <a:lnTo>
                    <a:pt x="4166" y="13338"/>
                  </a:lnTo>
                  <a:cubicBezTo>
                    <a:pt x="2731" y="13338"/>
                    <a:pt x="1564" y="12171"/>
                    <a:pt x="1564" y="10736"/>
                  </a:cubicBezTo>
                  <a:cubicBezTo>
                    <a:pt x="1564" y="9301"/>
                    <a:pt x="2731" y="8134"/>
                    <a:pt x="4166" y="8134"/>
                  </a:cubicBezTo>
                  <a:lnTo>
                    <a:pt x="10255" y="8134"/>
                  </a:lnTo>
                  <a:cubicBezTo>
                    <a:pt x="11431" y="8134"/>
                    <a:pt x="12388" y="7178"/>
                    <a:pt x="12388" y="6001"/>
                  </a:cubicBezTo>
                  <a:cubicBezTo>
                    <a:pt x="12388" y="4824"/>
                    <a:pt x="11432" y="3867"/>
                    <a:pt x="10255" y="3867"/>
                  </a:cubicBezTo>
                  <a:lnTo>
                    <a:pt x="8902" y="3867"/>
                  </a:lnTo>
                  <a:cubicBezTo>
                    <a:pt x="7199" y="3867"/>
                    <a:pt x="5816" y="2482"/>
                    <a:pt x="5816" y="782"/>
                  </a:cubicBezTo>
                  <a:cubicBezTo>
                    <a:pt x="5816" y="350"/>
                    <a:pt x="5467" y="0"/>
                    <a:pt x="5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3"/>
            <p:cNvSpPr/>
            <p:nvPr/>
          </p:nvSpPr>
          <p:spPr>
            <a:xfrm>
              <a:off x="8742306" y="3359432"/>
              <a:ext cx="401686" cy="241035"/>
            </a:xfrm>
            <a:custGeom>
              <a:avLst/>
              <a:gdLst/>
              <a:ahLst/>
              <a:cxnLst/>
              <a:rect l="l" t="t" r="r" b="b"/>
              <a:pathLst>
                <a:path w="13862" h="8318" extrusionOk="0">
                  <a:moveTo>
                    <a:pt x="6931" y="1"/>
                  </a:moveTo>
                  <a:cubicBezTo>
                    <a:pt x="3103" y="1"/>
                    <a:pt x="0" y="3103"/>
                    <a:pt x="0" y="6932"/>
                  </a:cubicBezTo>
                  <a:lnTo>
                    <a:pt x="0" y="8317"/>
                  </a:lnTo>
                  <a:lnTo>
                    <a:pt x="13861" y="8317"/>
                  </a:lnTo>
                  <a:lnTo>
                    <a:pt x="13861" y="6932"/>
                  </a:lnTo>
                  <a:cubicBezTo>
                    <a:pt x="13861" y="3103"/>
                    <a:pt x="10759" y="1"/>
                    <a:pt x="69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3"/>
            <p:cNvSpPr/>
            <p:nvPr/>
          </p:nvSpPr>
          <p:spPr>
            <a:xfrm>
              <a:off x="178399" y="4274658"/>
              <a:ext cx="388414" cy="868832"/>
            </a:xfrm>
            <a:custGeom>
              <a:avLst/>
              <a:gdLst/>
              <a:ahLst/>
              <a:cxnLst/>
              <a:rect l="l" t="t" r="r" b="b"/>
              <a:pathLst>
                <a:path w="13404" h="29983" extrusionOk="0">
                  <a:moveTo>
                    <a:pt x="1" y="1"/>
                  </a:moveTo>
                  <a:lnTo>
                    <a:pt x="1" y="23281"/>
                  </a:lnTo>
                  <a:cubicBezTo>
                    <a:pt x="1" y="26981"/>
                    <a:pt x="3000" y="29982"/>
                    <a:pt x="6701" y="29982"/>
                  </a:cubicBezTo>
                  <a:cubicBezTo>
                    <a:pt x="10403" y="29982"/>
                    <a:pt x="13403" y="26983"/>
                    <a:pt x="13402" y="23281"/>
                  </a:cubicBezTo>
                  <a:lnTo>
                    <a:pt x="134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3"/>
            <p:cNvSpPr/>
            <p:nvPr/>
          </p:nvSpPr>
          <p:spPr>
            <a:xfrm>
              <a:off x="4252347" y="4759916"/>
              <a:ext cx="639331" cy="383575"/>
            </a:xfrm>
            <a:custGeom>
              <a:avLst/>
              <a:gdLst/>
              <a:ahLst/>
              <a:cxnLst/>
              <a:rect l="l" t="t" r="r" b="b"/>
              <a:pathLst>
                <a:path w="22063" h="13237" extrusionOk="0">
                  <a:moveTo>
                    <a:pt x="11031" y="0"/>
                  </a:moveTo>
                  <a:cubicBezTo>
                    <a:pt x="4940" y="0"/>
                    <a:pt x="0" y="4939"/>
                    <a:pt x="0" y="11030"/>
                  </a:cubicBezTo>
                  <a:lnTo>
                    <a:pt x="0" y="13237"/>
                  </a:lnTo>
                  <a:lnTo>
                    <a:pt x="22062" y="13237"/>
                  </a:lnTo>
                  <a:lnTo>
                    <a:pt x="22062" y="11030"/>
                  </a:lnTo>
                  <a:cubicBezTo>
                    <a:pt x="22062" y="4939"/>
                    <a:pt x="17123" y="0"/>
                    <a:pt x="110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3"/>
            <p:cNvSpPr/>
            <p:nvPr/>
          </p:nvSpPr>
          <p:spPr>
            <a:xfrm>
              <a:off x="8707174" y="-2"/>
              <a:ext cx="9765" cy="1011720"/>
            </a:xfrm>
            <a:custGeom>
              <a:avLst/>
              <a:gdLst/>
              <a:ahLst/>
              <a:cxnLst/>
              <a:rect l="l" t="t" r="r" b="b"/>
              <a:pathLst>
                <a:path w="337" h="34914" extrusionOk="0">
                  <a:moveTo>
                    <a:pt x="1" y="0"/>
                  </a:moveTo>
                  <a:lnTo>
                    <a:pt x="1" y="34914"/>
                  </a:lnTo>
                  <a:lnTo>
                    <a:pt x="336" y="34914"/>
                  </a:lnTo>
                  <a:lnTo>
                    <a:pt x="3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3"/>
            <p:cNvSpPr/>
            <p:nvPr/>
          </p:nvSpPr>
          <p:spPr>
            <a:xfrm>
              <a:off x="8148724" y="131498"/>
              <a:ext cx="275286" cy="271693"/>
            </a:xfrm>
            <a:custGeom>
              <a:avLst/>
              <a:gdLst/>
              <a:ahLst/>
              <a:cxnLst/>
              <a:rect l="l" t="t" r="r" b="b"/>
              <a:pathLst>
                <a:path w="9500" h="9376" extrusionOk="0">
                  <a:moveTo>
                    <a:pt x="4931" y="1"/>
                  </a:moveTo>
                  <a:cubicBezTo>
                    <a:pt x="3810" y="1"/>
                    <a:pt x="2899" y="910"/>
                    <a:pt x="2899" y="2032"/>
                  </a:cubicBezTo>
                  <a:cubicBezTo>
                    <a:pt x="2899" y="2494"/>
                    <a:pt x="3056" y="2918"/>
                    <a:pt x="3314" y="3258"/>
                  </a:cubicBezTo>
                  <a:lnTo>
                    <a:pt x="3059" y="3258"/>
                  </a:lnTo>
                  <a:cubicBezTo>
                    <a:pt x="1370" y="3258"/>
                    <a:pt x="1" y="4627"/>
                    <a:pt x="1" y="6316"/>
                  </a:cubicBezTo>
                  <a:cubicBezTo>
                    <a:pt x="1" y="8006"/>
                    <a:pt x="1370" y="9376"/>
                    <a:pt x="3059" y="9376"/>
                  </a:cubicBezTo>
                  <a:lnTo>
                    <a:pt x="6439" y="9376"/>
                  </a:lnTo>
                  <a:cubicBezTo>
                    <a:pt x="8128" y="9376"/>
                    <a:pt x="9499" y="8006"/>
                    <a:pt x="9499" y="6316"/>
                  </a:cubicBezTo>
                  <a:cubicBezTo>
                    <a:pt x="9500" y="5288"/>
                    <a:pt x="8989" y="4379"/>
                    <a:pt x="8210" y="3824"/>
                  </a:cubicBezTo>
                  <a:cubicBezTo>
                    <a:pt x="8850" y="3482"/>
                    <a:pt x="9287" y="2809"/>
                    <a:pt x="9287" y="2032"/>
                  </a:cubicBezTo>
                  <a:cubicBezTo>
                    <a:pt x="9287" y="910"/>
                    <a:pt x="8376" y="1"/>
                    <a:pt x="7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3"/>
            <p:cNvSpPr/>
            <p:nvPr/>
          </p:nvSpPr>
          <p:spPr>
            <a:xfrm>
              <a:off x="420628" y="3077903"/>
              <a:ext cx="146191" cy="427273"/>
            </a:xfrm>
            <a:custGeom>
              <a:avLst/>
              <a:gdLst/>
              <a:ahLst/>
              <a:cxnLst/>
              <a:rect l="l" t="t" r="r" b="b"/>
              <a:pathLst>
                <a:path w="5045" h="14745" extrusionOk="0">
                  <a:moveTo>
                    <a:pt x="2523" y="1"/>
                  </a:moveTo>
                  <a:cubicBezTo>
                    <a:pt x="1130" y="1"/>
                    <a:pt x="1" y="1130"/>
                    <a:pt x="1" y="2523"/>
                  </a:cubicBezTo>
                  <a:cubicBezTo>
                    <a:pt x="1" y="3723"/>
                    <a:pt x="840" y="4724"/>
                    <a:pt x="1962" y="4980"/>
                  </a:cubicBezTo>
                  <a:cubicBezTo>
                    <a:pt x="840" y="5235"/>
                    <a:pt x="1" y="6237"/>
                    <a:pt x="1" y="7438"/>
                  </a:cubicBezTo>
                  <a:cubicBezTo>
                    <a:pt x="1" y="8552"/>
                    <a:pt x="727" y="9497"/>
                    <a:pt x="1729" y="9830"/>
                  </a:cubicBezTo>
                  <a:cubicBezTo>
                    <a:pt x="725" y="10163"/>
                    <a:pt x="1" y="11107"/>
                    <a:pt x="1" y="12222"/>
                  </a:cubicBezTo>
                  <a:cubicBezTo>
                    <a:pt x="1" y="13615"/>
                    <a:pt x="1130" y="14744"/>
                    <a:pt x="2523" y="14744"/>
                  </a:cubicBezTo>
                  <a:cubicBezTo>
                    <a:pt x="3915" y="14744"/>
                    <a:pt x="5044" y="13615"/>
                    <a:pt x="5044" y="12222"/>
                  </a:cubicBezTo>
                  <a:cubicBezTo>
                    <a:pt x="5044" y="11107"/>
                    <a:pt x="4320" y="10162"/>
                    <a:pt x="3316" y="9830"/>
                  </a:cubicBezTo>
                  <a:cubicBezTo>
                    <a:pt x="4320" y="9497"/>
                    <a:pt x="5044" y="8553"/>
                    <a:pt x="5044" y="7438"/>
                  </a:cubicBezTo>
                  <a:cubicBezTo>
                    <a:pt x="5044" y="6237"/>
                    <a:pt x="4206" y="5235"/>
                    <a:pt x="3083" y="4980"/>
                  </a:cubicBezTo>
                  <a:cubicBezTo>
                    <a:pt x="4206" y="4724"/>
                    <a:pt x="5044" y="3723"/>
                    <a:pt x="5044" y="2523"/>
                  </a:cubicBezTo>
                  <a:cubicBezTo>
                    <a:pt x="5044" y="1130"/>
                    <a:pt x="3915" y="1"/>
                    <a:pt x="25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201"/>
        <p:cNvGrpSpPr/>
        <p:nvPr/>
      </p:nvGrpSpPr>
      <p:grpSpPr>
        <a:xfrm>
          <a:off x="0" y="0"/>
          <a:ext cx="0" cy="0"/>
          <a:chOff x="0" y="0"/>
          <a:chExt cx="0" cy="0"/>
        </a:xfrm>
      </p:grpSpPr>
      <p:sp>
        <p:nvSpPr>
          <p:cNvPr id="202" name="Google Shape;202;p14"/>
          <p:cNvSpPr txBox="1">
            <a:spLocks noGrp="1"/>
          </p:cNvSpPr>
          <p:nvPr>
            <p:ph type="title"/>
          </p:nvPr>
        </p:nvSpPr>
        <p:spPr>
          <a:xfrm rot="-1071">
            <a:off x="720000" y="3467799"/>
            <a:ext cx="3852000" cy="4821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SzPts val="1800"/>
              <a:buNone/>
              <a:defRPr sz="20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203" name="Google Shape;203;p14"/>
          <p:cNvSpPr txBox="1">
            <a:spLocks noGrp="1"/>
          </p:cNvSpPr>
          <p:nvPr>
            <p:ph type="subTitle" idx="1"/>
          </p:nvPr>
        </p:nvSpPr>
        <p:spPr>
          <a:xfrm>
            <a:off x="720100" y="1193000"/>
            <a:ext cx="5237100" cy="22746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30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grpSp>
        <p:nvGrpSpPr>
          <p:cNvPr id="204" name="Google Shape;204;p14"/>
          <p:cNvGrpSpPr/>
          <p:nvPr/>
        </p:nvGrpSpPr>
        <p:grpSpPr>
          <a:xfrm>
            <a:off x="343361" y="-6"/>
            <a:ext cx="8800638" cy="5143511"/>
            <a:chOff x="343361" y="-6"/>
            <a:chExt cx="8800638" cy="5143511"/>
          </a:xfrm>
        </p:grpSpPr>
        <p:sp>
          <p:nvSpPr>
            <p:cNvPr id="205" name="Google Shape;205;p14"/>
            <p:cNvSpPr/>
            <p:nvPr/>
          </p:nvSpPr>
          <p:spPr>
            <a:xfrm>
              <a:off x="485981" y="4902470"/>
              <a:ext cx="401686" cy="241035"/>
            </a:xfrm>
            <a:custGeom>
              <a:avLst/>
              <a:gdLst/>
              <a:ahLst/>
              <a:cxnLst/>
              <a:rect l="l" t="t" r="r" b="b"/>
              <a:pathLst>
                <a:path w="13862" h="8318" extrusionOk="0">
                  <a:moveTo>
                    <a:pt x="6931" y="1"/>
                  </a:moveTo>
                  <a:cubicBezTo>
                    <a:pt x="3103" y="1"/>
                    <a:pt x="0" y="3103"/>
                    <a:pt x="0" y="6932"/>
                  </a:cubicBezTo>
                  <a:lnTo>
                    <a:pt x="0" y="8317"/>
                  </a:lnTo>
                  <a:lnTo>
                    <a:pt x="13861" y="8317"/>
                  </a:lnTo>
                  <a:lnTo>
                    <a:pt x="13861" y="6932"/>
                  </a:lnTo>
                  <a:cubicBezTo>
                    <a:pt x="13861" y="3103"/>
                    <a:pt x="10759" y="1"/>
                    <a:pt x="69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4"/>
            <p:cNvSpPr/>
            <p:nvPr/>
          </p:nvSpPr>
          <p:spPr>
            <a:xfrm>
              <a:off x="8265489" y="386130"/>
              <a:ext cx="878511" cy="599139"/>
            </a:xfrm>
            <a:custGeom>
              <a:avLst/>
              <a:gdLst/>
              <a:ahLst/>
              <a:cxnLst/>
              <a:rect l="l" t="t" r="r" b="b"/>
              <a:pathLst>
                <a:path w="30317" h="20676" extrusionOk="0">
                  <a:moveTo>
                    <a:pt x="29981" y="336"/>
                  </a:moveTo>
                  <a:lnTo>
                    <a:pt x="29981" y="20339"/>
                  </a:lnTo>
                  <a:lnTo>
                    <a:pt x="10337" y="20339"/>
                  </a:lnTo>
                  <a:cubicBezTo>
                    <a:pt x="8988" y="20339"/>
                    <a:pt x="7677" y="20073"/>
                    <a:pt x="6445" y="19552"/>
                  </a:cubicBezTo>
                  <a:cubicBezTo>
                    <a:pt x="5253" y="19048"/>
                    <a:pt x="4184" y="18327"/>
                    <a:pt x="3266" y="17408"/>
                  </a:cubicBezTo>
                  <a:cubicBezTo>
                    <a:pt x="2347" y="16489"/>
                    <a:pt x="1626" y="15421"/>
                    <a:pt x="1122" y="14229"/>
                  </a:cubicBezTo>
                  <a:cubicBezTo>
                    <a:pt x="601" y="12998"/>
                    <a:pt x="336" y="11687"/>
                    <a:pt x="336" y="10337"/>
                  </a:cubicBezTo>
                  <a:cubicBezTo>
                    <a:pt x="336" y="8987"/>
                    <a:pt x="601" y="7677"/>
                    <a:pt x="1122" y="6444"/>
                  </a:cubicBezTo>
                  <a:cubicBezTo>
                    <a:pt x="1627" y="5254"/>
                    <a:pt x="2347" y="4184"/>
                    <a:pt x="3266" y="3266"/>
                  </a:cubicBezTo>
                  <a:cubicBezTo>
                    <a:pt x="4184" y="2348"/>
                    <a:pt x="5253" y="1626"/>
                    <a:pt x="6445" y="1122"/>
                  </a:cubicBezTo>
                  <a:cubicBezTo>
                    <a:pt x="7677" y="601"/>
                    <a:pt x="8988" y="336"/>
                    <a:pt x="10337" y="336"/>
                  </a:cubicBezTo>
                  <a:close/>
                  <a:moveTo>
                    <a:pt x="10337" y="1"/>
                  </a:moveTo>
                  <a:cubicBezTo>
                    <a:pt x="8941" y="1"/>
                    <a:pt x="7589" y="273"/>
                    <a:pt x="6313" y="812"/>
                  </a:cubicBezTo>
                  <a:cubicBezTo>
                    <a:pt x="5082" y="1333"/>
                    <a:pt x="3977" y="2077"/>
                    <a:pt x="3027" y="3027"/>
                  </a:cubicBezTo>
                  <a:cubicBezTo>
                    <a:pt x="2078" y="3977"/>
                    <a:pt x="1333" y="5082"/>
                    <a:pt x="812" y="6313"/>
                  </a:cubicBezTo>
                  <a:cubicBezTo>
                    <a:pt x="274" y="7588"/>
                    <a:pt x="1" y="8942"/>
                    <a:pt x="1" y="10337"/>
                  </a:cubicBezTo>
                  <a:cubicBezTo>
                    <a:pt x="1" y="11734"/>
                    <a:pt x="273" y="13086"/>
                    <a:pt x="812" y="14362"/>
                  </a:cubicBezTo>
                  <a:cubicBezTo>
                    <a:pt x="1333" y="15592"/>
                    <a:pt x="2077" y="16697"/>
                    <a:pt x="3027" y="17647"/>
                  </a:cubicBezTo>
                  <a:cubicBezTo>
                    <a:pt x="3977" y="18596"/>
                    <a:pt x="5082" y="19342"/>
                    <a:pt x="6313" y="19862"/>
                  </a:cubicBezTo>
                  <a:cubicBezTo>
                    <a:pt x="7589" y="20400"/>
                    <a:pt x="8942" y="20674"/>
                    <a:pt x="10337" y="20674"/>
                  </a:cubicBezTo>
                  <a:lnTo>
                    <a:pt x="10337" y="20675"/>
                  </a:lnTo>
                  <a:lnTo>
                    <a:pt x="30317" y="20675"/>
                  </a:lnTo>
                  <a:lnTo>
                    <a:pt x="30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4"/>
            <p:cNvSpPr/>
            <p:nvPr/>
          </p:nvSpPr>
          <p:spPr>
            <a:xfrm>
              <a:off x="343361" y="4131785"/>
              <a:ext cx="9765" cy="1011720"/>
            </a:xfrm>
            <a:custGeom>
              <a:avLst/>
              <a:gdLst/>
              <a:ahLst/>
              <a:cxnLst/>
              <a:rect l="l" t="t" r="r" b="b"/>
              <a:pathLst>
                <a:path w="337" h="34914" extrusionOk="0">
                  <a:moveTo>
                    <a:pt x="1" y="0"/>
                  </a:moveTo>
                  <a:lnTo>
                    <a:pt x="1" y="34914"/>
                  </a:lnTo>
                  <a:lnTo>
                    <a:pt x="336" y="34914"/>
                  </a:lnTo>
                  <a:lnTo>
                    <a:pt x="3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4"/>
            <p:cNvSpPr/>
            <p:nvPr/>
          </p:nvSpPr>
          <p:spPr>
            <a:xfrm>
              <a:off x="7895737" y="-6"/>
              <a:ext cx="9331" cy="537504"/>
            </a:xfrm>
            <a:custGeom>
              <a:avLst/>
              <a:gdLst/>
              <a:ahLst/>
              <a:cxnLst/>
              <a:rect l="l" t="t" r="r" b="b"/>
              <a:pathLst>
                <a:path w="322" h="18549" extrusionOk="0">
                  <a:moveTo>
                    <a:pt x="1" y="1"/>
                  </a:moveTo>
                  <a:lnTo>
                    <a:pt x="1" y="18548"/>
                  </a:lnTo>
                  <a:lnTo>
                    <a:pt x="322" y="18548"/>
                  </a:lnTo>
                  <a:lnTo>
                    <a:pt x="3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209"/>
        <p:cNvGrpSpPr/>
        <p:nvPr/>
      </p:nvGrpSpPr>
      <p:grpSpPr>
        <a:xfrm>
          <a:off x="0" y="0"/>
          <a:ext cx="0" cy="0"/>
          <a:chOff x="0" y="0"/>
          <a:chExt cx="0" cy="0"/>
        </a:xfrm>
      </p:grpSpPr>
      <p:sp>
        <p:nvSpPr>
          <p:cNvPr id="210" name="Google Shape;210;p15"/>
          <p:cNvSpPr txBox="1">
            <a:spLocks noGrp="1"/>
          </p:cNvSpPr>
          <p:nvPr>
            <p:ph type="title"/>
          </p:nvPr>
        </p:nvSpPr>
        <p:spPr>
          <a:xfrm>
            <a:off x="720000" y="4638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11" name="Google Shape;211;p15"/>
          <p:cNvGrpSpPr/>
          <p:nvPr/>
        </p:nvGrpSpPr>
        <p:grpSpPr>
          <a:xfrm>
            <a:off x="-12" y="5"/>
            <a:ext cx="9542048" cy="5143503"/>
            <a:chOff x="-12" y="5"/>
            <a:chExt cx="9542048" cy="5143503"/>
          </a:xfrm>
        </p:grpSpPr>
        <p:sp>
          <p:nvSpPr>
            <p:cNvPr id="212" name="Google Shape;212;p15"/>
            <p:cNvSpPr/>
            <p:nvPr/>
          </p:nvSpPr>
          <p:spPr>
            <a:xfrm>
              <a:off x="8649191" y="1796318"/>
              <a:ext cx="186673" cy="386357"/>
            </a:xfrm>
            <a:custGeom>
              <a:avLst/>
              <a:gdLst/>
              <a:ahLst/>
              <a:cxnLst/>
              <a:rect l="l" t="t" r="r" b="b"/>
              <a:pathLst>
                <a:path w="6442" h="13333" extrusionOk="0">
                  <a:moveTo>
                    <a:pt x="3221" y="1"/>
                  </a:moveTo>
                  <a:cubicBezTo>
                    <a:pt x="1442" y="1"/>
                    <a:pt x="0" y="1442"/>
                    <a:pt x="0" y="3221"/>
                  </a:cubicBezTo>
                  <a:lnTo>
                    <a:pt x="0" y="10112"/>
                  </a:lnTo>
                  <a:cubicBezTo>
                    <a:pt x="0" y="11890"/>
                    <a:pt x="1442" y="13332"/>
                    <a:pt x="3221" y="13332"/>
                  </a:cubicBezTo>
                  <a:cubicBezTo>
                    <a:pt x="4999" y="13332"/>
                    <a:pt x="6441" y="11890"/>
                    <a:pt x="6441" y="10112"/>
                  </a:cubicBezTo>
                  <a:lnTo>
                    <a:pt x="6441" y="3221"/>
                  </a:lnTo>
                  <a:cubicBezTo>
                    <a:pt x="6441" y="1442"/>
                    <a:pt x="4999" y="1"/>
                    <a:pt x="32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5"/>
            <p:cNvSpPr/>
            <p:nvPr/>
          </p:nvSpPr>
          <p:spPr>
            <a:xfrm>
              <a:off x="-12" y="2334635"/>
              <a:ext cx="237123" cy="237123"/>
            </a:xfrm>
            <a:custGeom>
              <a:avLst/>
              <a:gdLst/>
              <a:ahLst/>
              <a:cxnLst/>
              <a:rect l="l" t="t" r="r" b="b"/>
              <a:pathLst>
                <a:path w="8183" h="8183" extrusionOk="0">
                  <a:moveTo>
                    <a:pt x="0" y="0"/>
                  </a:moveTo>
                  <a:lnTo>
                    <a:pt x="0" y="8183"/>
                  </a:lnTo>
                  <a:lnTo>
                    <a:pt x="4091" y="8183"/>
                  </a:lnTo>
                  <a:cubicBezTo>
                    <a:pt x="6350" y="8183"/>
                    <a:pt x="8182" y="6351"/>
                    <a:pt x="8182" y="4091"/>
                  </a:cubicBezTo>
                  <a:cubicBezTo>
                    <a:pt x="8182" y="1832"/>
                    <a:pt x="6351" y="0"/>
                    <a:pt x="40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5"/>
            <p:cNvSpPr/>
            <p:nvPr/>
          </p:nvSpPr>
          <p:spPr>
            <a:xfrm rot="-5400000">
              <a:off x="8822644" y="1294769"/>
              <a:ext cx="401686" cy="241035"/>
            </a:xfrm>
            <a:custGeom>
              <a:avLst/>
              <a:gdLst/>
              <a:ahLst/>
              <a:cxnLst/>
              <a:rect l="l" t="t" r="r" b="b"/>
              <a:pathLst>
                <a:path w="13862" h="8318" extrusionOk="0">
                  <a:moveTo>
                    <a:pt x="6931" y="1"/>
                  </a:moveTo>
                  <a:cubicBezTo>
                    <a:pt x="3103" y="1"/>
                    <a:pt x="0" y="3103"/>
                    <a:pt x="0" y="6932"/>
                  </a:cubicBezTo>
                  <a:lnTo>
                    <a:pt x="0" y="8317"/>
                  </a:lnTo>
                  <a:lnTo>
                    <a:pt x="13861" y="8317"/>
                  </a:lnTo>
                  <a:lnTo>
                    <a:pt x="13861" y="6932"/>
                  </a:lnTo>
                  <a:cubicBezTo>
                    <a:pt x="13861" y="3103"/>
                    <a:pt x="10759" y="1"/>
                    <a:pt x="69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5"/>
            <p:cNvSpPr/>
            <p:nvPr/>
          </p:nvSpPr>
          <p:spPr>
            <a:xfrm>
              <a:off x="237107" y="1998273"/>
              <a:ext cx="172213" cy="156884"/>
            </a:xfrm>
            <a:custGeom>
              <a:avLst/>
              <a:gdLst/>
              <a:ahLst/>
              <a:cxnLst/>
              <a:rect l="l" t="t" r="r" b="b"/>
              <a:pathLst>
                <a:path w="5943" h="5414" extrusionOk="0">
                  <a:moveTo>
                    <a:pt x="2972" y="0"/>
                  </a:moveTo>
                  <a:cubicBezTo>
                    <a:pt x="2279" y="0"/>
                    <a:pt x="1587" y="264"/>
                    <a:pt x="1058" y="793"/>
                  </a:cubicBezTo>
                  <a:cubicBezTo>
                    <a:pt x="1" y="1850"/>
                    <a:pt x="1" y="3563"/>
                    <a:pt x="1058" y="4620"/>
                  </a:cubicBezTo>
                  <a:cubicBezTo>
                    <a:pt x="1587" y="5149"/>
                    <a:pt x="2279" y="5413"/>
                    <a:pt x="2972" y="5413"/>
                  </a:cubicBezTo>
                  <a:cubicBezTo>
                    <a:pt x="3664" y="5413"/>
                    <a:pt x="4357" y="5149"/>
                    <a:pt x="4885" y="4620"/>
                  </a:cubicBezTo>
                  <a:cubicBezTo>
                    <a:pt x="5943" y="3563"/>
                    <a:pt x="5943" y="1850"/>
                    <a:pt x="4885" y="793"/>
                  </a:cubicBezTo>
                  <a:cubicBezTo>
                    <a:pt x="4357" y="264"/>
                    <a:pt x="3664" y="0"/>
                    <a:pt x="29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5"/>
            <p:cNvSpPr/>
            <p:nvPr/>
          </p:nvSpPr>
          <p:spPr>
            <a:xfrm>
              <a:off x="8780657" y="5"/>
              <a:ext cx="9765" cy="1142409"/>
            </a:xfrm>
            <a:custGeom>
              <a:avLst/>
              <a:gdLst/>
              <a:ahLst/>
              <a:cxnLst/>
              <a:rect l="l" t="t" r="r" b="b"/>
              <a:pathLst>
                <a:path w="337" h="39424" extrusionOk="0">
                  <a:moveTo>
                    <a:pt x="1" y="1"/>
                  </a:moveTo>
                  <a:lnTo>
                    <a:pt x="1" y="39424"/>
                  </a:lnTo>
                  <a:lnTo>
                    <a:pt x="336" y="39424"/>
                  </a:lnTo>
                  <a:lnTo>
                    <a:pt x="3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7" name="Google Shape;217;p15"/>
            <p:cNvGrpSpPr/>
            <p:nvPr/>
          </p:nvGrpSpPr>
          <p:grpSpPr>
            <a:xfrm>
              <a:off x="8564248" y="3904749"/>
              <a:ext cx="977788" cy="1238759"/>
              <a:chOff x="227223" y="1681074"/>
              <a:chExt cx="977788" cy="1238759"/>
            </a:xfrm>
          </p:grpSpPr>
          <p:sp>
            <p:nvSpPr>
              <p:cNvPr id="218" name="Google Shape;218;p15"/>
              <p:cNvSpPr/>
              <p:nvPr/>
            </p:nvSpPr>
            <p:spPr>
              <a:xfrm>
                <a:off x="283700" y="1737638"/>
                <a:ext cx="864805" cy="1168054"/>
              </a:xfrm>
              <a:custGeom>
                <a:avLst/>
                <a:gdLst/>
                <a:ahLst/>
                <a:cxnLst/>
                <a:rect l="l" t="t" r="r" b="b"/>
                <a:pathLst>
                  <a:path w="29844" h="40309" extrusionOk="0">
                    <a:moveTo>
                      <a:pt x="14922" y="0"/>
                    </a:moveTo>
                    <a:cubicBezTo>
                      <a:pt x="6694" y="0"/>
                      <a:pt x="0" y="6694"/>
                      <a:pt x="0" y="14921"/>
                    </a:cubicBezTo>
                    <a:lnTo>
                      <a:pt x="0" y="40308"/>
                    </a:lnTo>
                    <a:lnTo>
                      <a:pt x="976" y="40308"/>
                    </a:lnTo>
                    <a:lnTo>
                      <a:pt x="976" y="14921"/>
                    </a:lnTo>
                    <a:cubicBezTo>
                      <a:pt x="976" y="7232"/>
                      <a:pt x="7233" y="976"/>
                      <a:pt x="14923" y="976"/>
                    </a:cubicBezTo>
                    <a:cubicBezTo>
                      <a:pt x="22612" y="976"/>
                      <a:pt x="28868" y="7232"/>
                      <a:pt x="28868" y="14921"/>
                    </a:cubicBezTo>
                    <a:lnTo>
                      <a:pt x="28868" y="40308"/>
                    </a:lnTo>
                    <a:lnTo>
                      <a:pt x="29843" y="40308"/>
                    </a:lnTo>
                    <a:lnTo>
                      <a:pt x="29843" y="14921"/>
                    </a:lnTo>
                    <a:cubicBezTo>
                      <a:pt x="29843" y="6694"/>
                      <a:pt x="23149" y="0"/>
                      <a:pt x="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5"/>
              <p:cNvSpPr/>
              <p:nvPr/>
            </p:nvSpPr>
            <p:spPr>
              <a:xfrm>
                <a:off x="227223" y="1681074"/>
                <a:ext cx="977788" cy="1238759"/>
              </a:xfrm>
              <a:custGeom>
                <a:avLst/>
                <a:gdLst/>
                <a:ahLst/>
                <a:cxnLst/>
                <a:rect l="l" t="t" r="r" b="b"/>
                <a:pathLst>
                  <a:path w="33743" h="42749" extrusionOk="0">
                    <a:moveTo>
                      <a:pt x="16871" y="976"/>
                    </a:moveTo>
                    <a:cubicBezTo>
                      <a:pt x="25637" y="976"/>
                      <a:pt x="32767" y="8108"/>
                      <a:pt x="32767" y="16873"/>
                    </a:cubicBezTo>
                    <a:lnTo>
                      <a:pt x="32767" y="41773"/>
                    </a:lnTo>
                    <a:lnTo>
                      <a:pt x="29841" y="41773"/>
                    </a:lnTo>
                    <a:lnTo>
                      <a:pt x="29841" y="16873"/>
                    </a:lnTo>
                    <a:cubicBezTo>
                      <a:pt x="29841" y="9721"/>
                      <a:pt x="24022" y="3903"/>
                      <a:pt x="16871" y="3903"/>
                    </a:cubicBezTo>
                    <a:cubicBezTo>
                      <a:pt x="9719" y="3903"/>
                      <a:pt x="3901" y="9721"/>
                      <a:pt x="3901" y="16873"/>
                    </a:cubicBezTo>
                    <a:lnTo>
                      <a:pt x="3901" y="41773"/>
                    </a:lnTo>
                    <a:lnTo>
                      <a:pt x="976" y="41773"/>
                    </a:lnTo>
                    <a:lnTo>
                      <a:pt x="976" y="16873"/>
                    </a:lnTo>
                    <a:cubicBezTo>
                      <a:pt x="976" y="8109"/>
                      <a:pt x="8104" y="976"/>
                      <a:pt x="16871" y="976"/>
                    </a:cubicBezTo>
                    <a:close/>
                    <a:moveTo>
                      <a:pt x="16872" y="1"/>
                    </a:moveTo>
                    <a:cubicBezTo>
                      <a:pt x="7567" y="1"/>
                      <a:pt x="0" y="7571"/>
                      <a:pt x="0" y="16873"/>
                    </a:cubicBezTo>
                    <a:lnTo>
                      <a:pt x="0" y="42746"/>
                    </a:lnTo>
                    <a:lnTo>
                      <a:pt x="4877" y="42746"/>
                    </a:lnTo>
                    <a:lnTo>
                      <a:pt x="4877" y="16873"/>
                    </a:lnTo>
                    <a:cubicBezTo>
                      <a:pt x="4877" y="10258"/>
                      <a:pt x="10256" y="4878"/>
                      <a:pt x="16870" y="4878"/>
                    </a:cubicBezTo>
                    <a:cubicBezTo>
                      <a:pt x="23485" y="4878"/>
                      <a:pt x="28865" y="10258"/>
                      <a:pt x="28865" y="16873"/>
                    </a:cubicBezTo>
                    <a:lnTo>
                      <a:pt x="28865" y="42748"/>
                    </a:lnTo>
                    <a:lnTo>
                      <a:pt x="33743" y="42748"/>
                    </a:lnTo>
                    <a:lnTo>
                      <a:pt x="33743" y="16873"/>
                    </a:lnTo>
                    <a:cubicBezTo>
                      <a:pt x="33743" y="7571"/>
                      <a:pt x="26176" y="1"/>
                      <a:pt x="16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0" name="Google Shape;220;p15"/>
            <p:cNvSpPr/>
            <p:nvPr/>
          </p:nvSpPr>
          <p:spPr>
            <a:xfrm>
              <a:off x="353599" y="4131785"/>
              <a:ext cx="9765" cy="1011720"/>
            </a:xfrm>
            <a:custGeom>
              <a:avLst/>
              <a:gdLst/>
              <a:ahLst/>
              <a:cxnLst/>
              <a:rect l="l" t="t" r="r" b="b"/>
              <a:pathLst>
                <a:path w="337" h="34914" extrusionOk="0">
                  <a:moveTo>
                    <a:pt x="1" y="0"/>
                  </a:moveTo>
                  <a:lnTo>
                    <a:pt x="1" y="34914"/>
                  </a:lnTo>
                  <a:lnTo>
                    <a:pt x="336" y="34914"/>
                  </a:lnTo>
                  <a:lnTo>
                    <a:pt x="3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5"/>
            <p:cNvSpPr/>
            <p:nvPr/>
          </p:nvSpPr>
          <p:spPr>
            <a:xfrm>
              <a:off x="285390" y="2929828"/>
              <a:ext cx="146191" cy="427273"/>
            </a:xfrm>
            <a:custGeom>
              <a:avLst/>
              <a:gdLst/>
              <a:ahLst/>
              <a:cxnLst/>
              <a:rect l="l" t="t" r="r" b="b"/>
              <a:pathLst>
                <a:path w="5045" h="14745" extrusionOk="0">
                  <a:moveTo>
                    <a:pt x="2523" y="1"/>
                  </a:moveTo>
                  <a:cubicBezTo>
                    <a:pt x="1130" y="1"/>
                    <a:pt x="1" y="1130"/>
                    <a:pt x="1" y="2523"/>
                  </a:cubicBezTo>
                  <a:cubicBezTo>
                    <a:pt x="1" y="3723"/>
                    <a:pt x="840" y="4724"/>
                    <a:pt x="1962" y="4980"/>
                  </a:cubicBezTo>
                  <a:cubicBezTo>
                    <a:pt x="840" y="5235"/>
                    <a:pt x="1" y="6237"/>
                    <a:pt x="1" y="7438"/>
                  </a:cubicBezTo>
                  <a:cubicBezTo>
                    <a:pt x="1" y="8552"/>
                    <a:pt x="727" y="9497"/>
                    <a:pt x="1729" y="9830"/>
                  </a:cubicBezTo>
                  <a:cubicBezTo>
                    <a:pt x="725" y="10163"/>
                    <a:pt x="1" y="11107"/>
                    <a:pt x="1" y="12222"/>
                  </a:cubicBezTo>
                  <a:cubicBezTo>
                    <a:pt x="1" y="13615"/>
                    <a:pt x="1130" y="14744"/>
                    <a:pt x="2523" y="14744"/>
                  </a:cubicBezTo>
                  <a:cubicBezTo>
                    <a:pt x="3915" y="14744"/>
                    <a:pt x="5044" y="13615"/>
                    <a:pt x="5044" y="12222"/>
                  </a:cubicBezTo>
                  <a:cubicBezTo>
                    <a:pt x="5044" y="11107"/>
                    <a:pt x="4320" y="10162"/>
                    <a:pt x="3316" y="9830"/>
                  </a:cubicBezTo>
                  <a:cubicBezTo>
                    <a:pt x="4320" y="9497"/>
                    <a:pt x="5044" y="8553"/>
                    <a:pt x="5044" y="7438"/>
                  </a:cubicBezTo>
                  <a:cubicBezTo>
                    <a:pt x="5044" y="6237"/>
                    <a:pt x="4206" y="5235"/>
                    <a:pt x="3083" y="4980"/>
                  </a:cubicBezTo>
                  <a:cubicBezTo>
                    <a:pt x="4206" y="4724"/>
                    <a:pt x="5044" y="3723"/>
                    <a:pt x="5044" y="2523"/>
                  </a:cubicBezTo>
                  <a:cubicBezTo>
                    <a:pt x="5044" y="1130"/>
                    <a:pt x="3915" y="1"/>
                    <a:pt x="25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222"/>
        <p:cNvGrpSpPr/>
        <p:nvPr/>
      </p:nvGrpSpPr>
      <p:grpSpPr>
        <a:xfrm>
          <a:off x="0" y="0"/>
          <a:ext cx="0" cy="0"/>
          <a:chOff x="0" y="0"/>
          <a:chExt cx="0" cy="0"/>
        </a:xfrm>
      </p:grpSpPr>
      <p:sp>
        <p:nvSpPr>
          <p:cNvPr id="223" name="Google Shape;223;p16"/>
          <p:cNvSpPr txBox="1">
            <a:spLocks noGrp="1"/>
          </p:cNvSpPr>
          <p:nvPr>
            <p:ph type="title" hasCustomPrompt="1"/>
          </p:nvPr>
        </p:nvSpPr>
        <p:spPr>
          <a:xfrm>
            <a:off x="720225" y="841963"/>
            <a:ext cx="1554600" cy="1035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6000"/>
              <a:buNone/>
              <a:defRPr sz="7500">
                <a:solidFill>
                  <a:schemeClr val="accent1"/>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224" name="Google Shape;224;p16"/>
          <p:cNvSpPr txBox="1">
            <a:spLocks noGrp="1"/>
          </p:cNvSpPr>
          <p:nvPr>
            <p:ph type="subTitle" idx="1"/>
          </p:nvPr>
        </p:nvSpPr>
        <p:spPr>
          <a:xfrm rot="202">
            <a:off x="720225" y="3843275"/>
            <a:ext cx="5106900" cy="4581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25" name="Google Shape;225;p16"/>
          <p:cNvSpPr txBox="1">
            <a:spLocks noGrp="1"/>
          </p:cNvSpPr>
          <p:nvPr>
            <p:ph type="title" idx="2"/>
          </p:nvPr>
        </p:nvSpPr>
        <p:spPr>
          <a:xfrm>
            <a:off x="720000" y="1877863"/>
            <a:ext cx="5106900" cy="19653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60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grpSp>
        <p:nvGrpSpPr>
          <p:cNvPr id="226" name="Google Shape;226;p16"/>
          <p:cNvGrpSpPr/>
          <p:nvPr/>
        </p:nvGrpSpPr>
        <p:grpSpPr>
          <a:xfrm>
            <a:off x="7688435" y="540010"/>
            <a:ext cx="1455576" cy="4603495"/>
            <a:chOff x="7688435" y="540010"/>
            <a:chExt cx="1455576" cy="4603495"/>
          </a:xfrm>
        </p:grpSpPr>
        <p:sp>
          <p:nvSpPr>
            <p:cNvPr id="227" name="Google Shape;227;p16"/>
            <p:cNvSpPr/>
            <p:nvPr/>
          </p:nvSpPr>
          <p:spPr>
            <a:xfrm flipH="1">
              <a:off x="8906888" y="540010"/>
              <a:ext cx="237123" cy="237123"/>
            </a:xfrm>
            <a:custGeom>
              <a:avLst/>
              <a:gdLst/>
              <a:ahLst/>
              <a:cxnLst/>
              <a:rect l="l" t="t" r="r" b="b"/>
              <a:pathLst>
                <a:path w="8183" h="8183" extrusionOk="0">
                  <a:moveTo>
                    <a:pt x="0" y="0"/>
                  </a:moveTo>
                  <a:lnTo>
                    <a:pt x="0" y="8183"/>
                  </a:lnTo>
                  <a:lnTo>
                    <a:pt x="4091" y="8183"/>
                  </a:lnTo>
                  <a:cubicBezTo>
                    <a:pt x="6350" y="8183"/>
                    <a:pt x="8182" y="6351"/>
                    <a:pt x="8182" y="4091"/>
                  </a:cubicBezTo>
                  <a:cubicBezTo>
                    <a:pt x="8182" y="1832"/>
                    <a:pt x="6351" y="0"/>
                    <a:pt x="40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6"/>
            <p:cNvSpPr/>
            <p:nvPr/>
          </p:nvSpPr>
          <p:spPr>
            <a:xfrm>
              <a:off x="8594206" y="4902470"/>
              <a:ext cx="401686" cy="241035"/>
            </a:xfrm>
            <a:custGeom>
              <a:avLst/>
              <a:gdLst/>
              <a:ahLst/>
              <a:cxnLst/>
              <a:rect l="l" t="t" r="r" b="b"/>
              <a:pathLst>
                <a:path w="13862" h="8318" extrusionOk="0">
                  <a:moveTo>
                    <a:pt x="6931" y="1"/>
                  </a:moveTo>
                  <a:cubicBezTo>
                    <a:pt x="3103" y="1"/>
                    <a:pt x="0" y="3103"/>
                    <a:pt x="0" y="6932"/>
                  </a:cubicBezTo>
                  <a:lnTo>
                    <a:pt x="0" y="8317"/>
                  </a:lnTo>
                  <a:lnTo>
                    <a:pt x="13861" y="8317"/>
                  </a:lnTo>
                  <a:lnTo>
                    <a:pt x="13861" y="6932"/>
                  </a:lnTo>
                  <a:cubicBezTo>
                    <a:pt x="13861" y="3103"/>
                    <a:pt x="10759" y="1"/>
                    <a:pt x="69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9" name="Google Shape;229;p16"/>
            <p:cNvGrpSpPr/>
            <p:nvPr/>
          </p:nvGrpSpPr>
          <p:grpSpPr>
            <a:xfrm>
              <a:off x="7688435" y="4333613"/>
              <a:ext cx="735565" cy="809892"/>
              <a:chOff x="4880660" y="1531638"/>
              <a:chExt cx="735565" cy="809892"/>
            </a:xfrm>
          </p:grpSpPr>
          <p:sp>
            <p:nvSpPr>
              <p:cNvPr id="230" name="Google Shape;230;p16"/>
              <p:cNvSpPr/>
              <p:nvPr/>
            </p:nvSpPr>
            <p:spPr>
              <a:xfrm>
                <a:off x="4978777" y="1629726"/>
                <a:ext cx="539387" cy="711803"/>
              </a:xfrm>
              <a:custGeom>
                <a:avLst/>
                <a:gdLst/>
                <a:ahLst/>
                <a:cxnLst/>
                <a:rect l="l" t="t" r="r" b="b"/>
                <a:pathLst>
                  <a:path w="18614" h="24564" extrusionOk="0">
                    <a:moveTo>
                      <a:pt x="9307" y="1"/>
                    </a:moveTo>
                    <a:cubicBezTo>
                      <a:pt x="8052" y="1"/>
                      <a:pt x="6831" y="248"/>
                      <a:pt x="5684" y="733"/>
                    </a:cubicBezTo>
                    <a:cubicBezTo>
                      <a:pt x="4575" y="1202"/>
                      <a:pt x="3581" y="1873"/>
                      <a:pt x="2726" y="2727"/>
                    </a:cubicBezTo>
                    <a:cubicBezTo>
                      <a:pt x="1871" y="3582"/>
                      <a:pt x="1200" y="4576"/>
                      <a:pt x="732" y="5685"/>
                    </a:cubicBezTo>
                    <a:cubicBezTo>
                      <a:pt x="247" y="6832"/>
                      <a:pt x="0" y="8050"/>
                      <a:pt x="0" y="9308"/>
                    </a:cubicBezTo>
                    <a:lnTo>
                      <a:pt x="0" y="24564"/>
                    </a:lnTo>
                    <a:lnTo>
                      <a:pt x="333" y="24564"/>
                    </a:lnTo>
                    <a:lnTo>
                      <a:pt x="333" y="9308"/>
                    </a:lnTo>
                    <a:cubicBezTo>
                      <a:pt x="333" y="8096"/>
                      <a:pt x="569" y="6920"/>
                      <a:pt x="1038" y="5814"/>
                    </a:cubicBezTo>
                    <a:cubicBezTo>
                      <a:pt x="1489" y="4745"/>
                      <a:pt x="2136" y="3786"/>
                      <a:pt x="2960" y="2962"/>
                    </a:cubicBezTo>
                    <a:cubicBezTo>
                      <a:pt x="3784" y="2138"/>
                      <a:pt x="4745" y="1491"/>
                      <a:pt x="5813" y="1039"/>
                    </a:cubicBezTo>
                    <a:cubicBezTo>
                      <a:pt x="6921" y="571"/>
                      <a:pt x="8095" y="334"/>
                      <a:pt x="9307" y="334"/>
                    </a:cubicBezTo>
                    <a:cubicBezTo>
                      <a:pt x="10519" y="334"/>
                      <a:pt x="11694" y="570"/>
                      <a:pt x="12801" y="1039"/>
                    </a:cubicBezTo>
                    <a:cubicBezTo>
                      <a:pt x="13870" y="1491"/>
                      <a:pt x="14828" y="2137"/>
                      <a:pt x="15653" y="2962"/>
                    </a:cubicBezTo>
                    <a:cubicBezTo>
                      <a:pt x="16477" y="3785"/>
                      <a:pt x="17124" y="4745"/>
                      <a:pt x="17576" y="5814"/>
                    </a:cubicBezTo>
                    <a:cubicBezTo>
                      <a:pt x="18043" y="6922"/>
                      <a:pt x="18280" y="8096"/>
                      <a:pt x="18280" y="9308"/>
                    </a:cubicBezTo>
                    <a:lnTo>
                      <a:pt x="18280" y="24564"/>
                    </a:lnTo>
                    <a:lnTo>
                      <a:pt x="18614" y="24564"/>
                    </a:lnTo>
                    <a:lnTo>
                      <a:pt x="18614" y="9308"/>
                    </a:lnTo>
                    <a:cubicBezTo>
                      <a:pt x="18614" y="8052"/>
                      <a:pt x="18367" y="6832"/>
                      <a:pt x="17882" y="5685"/>
                    </a:cubicBezTo>
                    <a:cubicBezTo>
                      <a:pt x="17413" y="4578"/>
                      <a:pt x="16742" y="3582"/>
                      <a:pt x="15888" y="2727"/>
                    </a:cubicBezTo>
                    <a:cubicBezTo>
                      <a:pt x="15033" y="1873"/>
                      <a:pt x="14038" y="1202"/>
                      <a:pt x="12930" y="733"/>
                    </a:cubicBezTo>
                    <a:cubicBezTo>
                      <a:pt x="11782" y="248"/>
                      <a:pt x="10563" y="1"/>
                      <a:pt x="93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6"/>
              <p:cNvSpPr/>
              <p:nvPr/>
            </p:nvSpPr>
            <p:spPr>
              <a:xfrm>
                <a:off x="4983240" y="1634218"/>
                <a:ext cx="530375" cy="702791"/>
              </a:xfrm>
              <a:custGeom>
                <a:avLst/>
                <a:gdLst/>
                <a:ahLst/>
                <a:cxnLst/>
                <a:rect l="l" t="t" r="r" b="b"/>
                <a:pathLst>
                  <a:path w="18303" h="24253" extrusionOk="0">
                    <a:moveTo>
                      <a:pt x="9152" y="1"/>
                    </a:moveTo>
                    <a:cubicBezTo>
                      <a:pt x="7916" y="1"/>
                      <a:pt x="6717" y="242"/>
                      <a:pt x="5590" y="719"/>
                    </a:cubicBezTo>
                    <a:cubicBezTo>
                      <a:pt x="4499" y="1182"/>
                      <a:pt x="3521" y="1842"/>
                      <a:pt x="2680" y="2681"/>
                    </a:cubicBezTo>
                    <a:cubicBezTo>
                      <a:pt x="1839" y="3522"/>
                      <a:pt x="1179" y="4501"/>
                      <a:pt x="719" y="5591"/>
                    </a:cubicBezTo>
                    <a:cubicBezTo>
                      <a:pt x="242" y="6718"/>
                      <a:pt x="0" y="7918"/>
                      <a:pt x="0" y="9153"/>
                    </a:cubicBezTo>
                    <a:lnTo>
                      <a:pt x="0" y="24252"/>
                    </a:lnTo>
                    <a:lnTo>
                      <a:pt x="21" y="24252"/>
                    </a:lnTo>
                    <a:lnTo>
                      <a:pt x="21" y="9153"/>
                    </a:lnTo>
                    <a:cubicBezTo>
                      <a:pt x="21" y="7920"/>
                      <a:pt x="262" y="6723"/>
                      <a:pt x="738" y="5598"/>
                    </a:cubicBezTo>
                    <a:cubicBezTo>
                      <a:pt x="1198" y="4511"/>
                      <a:pt x="1855" y="3535"/>
                      <a:pt x="2695" y="2696"/>
                    </a:cubicBezTo>
                    <a:cubicBezTo>
                      <a:pt x="3533" y="1857"/>
                      <a:pt x="4511" y="1198"/>
                      <a:pt x="5597" y="739"/>
                    </a:cubicBezTo>
                    <a:cubicBezTo>
                      <a:pt x="6723" y="263"/>
                      <a:pt x="7919" y="21"/>
                      <a:pt x="9152" y="21"/>
                    </a:cubicBezTo>
                    <a:cubicBezTo>
                      <a:pt x="10384" y="21"/>
                      <a:pt x="11580" y="263"/>
                      <a:pt x="12706" y="739"/>
                    </a:cubicBezTo>
                    <a:cubicBezTo>
                      <a:pt x="13794" y="1198"/>
                      <a:pt x="14770" y="1857"/>
                      <a:pt x="15608" y="2696"/>
                    </a:cubicBezTo>
                    <a:cubicBezTo>
                      <a:pt x="16447" y="3535"/>
                      <a:pt x="17105" y="4512"/>
                      <a:pt x="17565" y="5598"/>
                    </a:cubicBezTo>
                    <a:cubicBezTo>
                      <a:pt x="18042" y="6723"/>
                      <a:pt x="18282" y="7920"/>
                      <a:pt x="18282" y="9153"/>
                    </a:cubicBezTo>
                    <a:lnTo>
                      <a:pt x="18282" y="24253"/>
                    </a:lnTo>
                    <a:lnTo>
                      <a:pt x="18303" y="24253"/>
                    </a:lnTo>
                    <a:lnTo>
                      <a:pt x="18303" y="9153"/>
                    </a:lnTo>
                    <a:cubicBezTo>
                      <a:pt x="18303" y="7918"/>
                      <a:pt x="18062" y="6718"/>
                      <a:pt x="17584" y="5591"/>
                    </a:cubicBezTo>
                    <a:cubicBezTo>
                      <a:pt x="17123" y="4500"/>
                      <a:pt x="16463" y="3522"/>
                      <a:pt x="15623" y="2681"/>
                    </a:cubicBezTo>
                    <a:cubicBezTo>
                      <a:pt x="14782" y="1840"/>
                      <a:pt x="13803" y="1181"/>
                      <a:pt x="12714" y="719"/>
                    </a:cubicBezTo>
                    <a:cubicBezTo>
                      <a:pt x="11586" y="242"/>
                      <a:pt x="10387" y="1"/>
                      <a:pt x="91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6"/>
              <p:cNvSpPr/>
              <p:nvPr/>
            </p:nvSpPr>
            <p:spPr>
              <a:xfrm>
                <a:off x="5174867" y="1825815"/>
                <a:ext cx="147177" cy="515713"/>
              </a:xfrm>
              <a:custGeom>
                <a:avLst/>
                <a:gdLst/>
                <a:ahLst/>
                <a:cxnLst/>
                <a:rect l="l" t="t" r="r" b="b"/>
                <a:pathLst>
                  <a:path w="5079" h="17797" extrusionOk="0">
                    <a:moveTo>
                      <a:pt x="2540" y="1"/>
                    </a:moveTo>
                    <a:cubicBezTo>
                      <a:pt x="1140" y="1"/>
                      <a:pt x="0" y="1141"/>
                      <a:pt x="0" y="2541"/>
                    </a:cubicBezTo>
                    <a:lnTo>
                      <a:pt x="0" y="17797"/>
                    </a:lnTo>
                    <a:lnTo>
                      <a:pt x="333" y="17797"/>
                    </a:lnTo>
                    <a:lnTo>
                      <a:pt x="333" y="2541"/>
                    </a:lnTo>
                    <a:cubicBezTo>
                      <a:pt x="333" y="1324"/>
                      <a:pt x="1323" y="335"/>
                      <a:pt x="2540" y="335"/>
                    </a:cubicBezTo>
                    <a:cubicBezTo>
                      <a:pt x="3755" y="335"/>
                      <a:pt x="4745" y="1323"/>
                      <a:pt x="4745" y="2541"/>
                    </a:cubicBezTo>
                    <a:lnTo>
                      <a:pt x="4745" y="17797"/>
                    </a:lnTo>
                    <a:lnTo>
                      <a:pt x="5079" y="17797"/>
                    </a:lnTo>
                    <a:lnTo>
                      <a:pt x="5079" y="2541"/>
                    </a:lnTo>
                    <a:cubicBezTo>
                      <a:pt x="5079" y="1141"/>
                      <a:pt x="3940" y="1"/>
                      <a:pt x="25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6"/>
              <p:cNvSpPr/>
              <p:nvPr/>
            </p:nvSpPr>
            <p:spPr>
              <a:xfrm>
                <a:off x="5179387" y="1830365"/>
                <a:ext cx="138078" cy="506643"/>
              </a:xfrm>
              <a:custGeom>
                <a:avLst/>
                <a:gdLst/>
                <a:ahLst/>
                <a:cxnLst/>
                <a:rect l="l" t="t" r="r" b="b"/>
                <a:pathLst>
                  <a:path w="4765" h="17484" extrusionOk="0">
                    <a:moveTo>
                      <a:pt x="2382" y="1"/>
                    </a:moveTo>
                    <a:cubicBezTo>
                      <a:pt x="1069" y="1"/>
                      <a:pt x="0" y="1069"/>
                      <a:pt x="0" y="2384"/>
                    </a:cubicBezTo>
                    <a:lnTo>
                      <a:pt x="0" y="17483"/>
                    </a:lnTo>
                    <a:lnTo>
                      <a:pt x="21" y="17483"/>
                    </a:lnTo>
                    <a:lnTo>
                      <a:pt x="21" y="2384"/>
                    </a:lnTo>
                    <a:cubicBezTo>
                      <a:pt x="21" y="1080"/>
                      <a:pt x="1082" y="20"/>
                      <a:pt x="2384" y="20"/>
                    </a:cubicBezTo>
                    <a:cubicBezTo>
                      <a:pt x="3686" y="20"/>
                      <a:pt x="4745" y="1082"/>
                      <a:pt x="4745" y="2384"/>
                    </a:cubicBezTo>
                    <a:lnTo>
                      <a:pt x="4745" y="17484"/>
                    </a:lnTo>
                    <a:lnTo>
                      <a:pt x="4765" y="17484"/>
                    </a:lnTo>
                    <a:lnTo>
                      <a:pt x="4765" y="2384"/>
                    </a:lnTo>
                    <a:cubicBezTo>
                      <a:pt x="4765" y="1069"/>
                      <a:pt x="3696" y="1"/>
                      <a:pt x="2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6"/>
              <p:cNvSpPr/>
              <p:nvPr/>
            </p:nvSpPr>
            <p:spPr>
              <a:xfrm>
                <a:off x="4880660" y="1531638"/>
                <a:ext cx="735565" cy="809892"/>
              </a:xfrm>
              <a:custGeom>
                <a:avLst/>
                <a:gdLst/>
                <a:ahLst/>
                <a:cxnLst/>
                <a:rect l="l" t="t" r="r" b="b"/>
                <a:pathLst>
                  <a:path w="25384" h="27949" extrusionOk="0">
                    <a:moveTo>
                      <a:pt x="12692" y="0"/>
                    </a:moveTo>
                    <a:cubicBezTo>
                      <a:pt x="5694" y="0"/>
                      <a:pt x="1" y="5695"/>
                      <a:pt x="1" y="12693"/>
                    </a:cubicBezTo>
                    <a:lnTo>
                      <a:pt x="1" y="27949"/>
                    </a:lnTo>
                    <a:lnTo>
                      <a:pt x="334" y="27949"/>
                    </a:lnTo>
                    <a:lnTo>
                      <a:pt x="334" y="12693"/>
                    </a:lnTo>
                    <a:cubicBezTo>
                      <a:pt x="334" y="5878"/>
                      <a:pt x="5878" y="334"/>
                      <a:pt x="12692" y="334"/>
                    </a:cubicBezTo>
                    <a:cubicBezTo>
                      <a:pt x="19506" y="334"/>
                      <a:pt x="25051" y="5878"/>
                      <a:pt x="25051" y="12693"/>
                    </a:cubicBezTo>
                    <a:lnTo>
                      <a:pt x="25051" y="27949"/>
                    </a:lnTo>
                    <a:lnTo>
                      <a:pt x="25383" y="27949"/>
                    </a:lnTo>
                    <a:lnTo>
                      <a:pt x="25383" y="12693"/>
                    </a:lnTo>
                    <a:cubicBezTo>
                      <a:pt x="25383" y="5694"/>
                      <a:pt x="19689" y="0"/>
                      <a:pt x="126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6"/>
              <p:cNvSpPr/>
              <p:nvPr/>
            </p:nvSpPr>
            <p:spPr>
              <a:xfrm>
                <a:off x="4885151" y="1536217"/>
                <a:ext cx="726495" cy="800793"/>
              </a:xfrm>
              <a:custGeom>
                <a:avLst/>
                <a:gdLst/>
                <a:ahLst/>
                <a:cxnLst/>
                <a:rect l="l" t="t" r="r" b="b"/>
                <a:pathLst>
                  <a:path w="25071" h="27635" extrusionOk="0">
                    <a:moveTo>
                      <a:pt x="12535" y="0"/>
                    </a:moveTo>
                    <a:cubicBezTo>
                      <a:pt x="5624" y="0"/>
                      <a:pt x="1" y="5623"/>
                      <a:pt x="1" y="12535"/>
                    </a:cubicBezTo>
                    <a:lnTo>
                      <a:pt x="1" y="27634"/>
                    </a:lnTo>
                    <a:lnTo>
                      <a:pt x="21" y="27634"/>
                    </a:lnTo>
                    <a:lnTo>
                      <a:pt x="21" y="12535"/>
                    </a:lnTo>
                    <a:cubicBezTo>
                      <a:pt x="21" y="5634"/>
                      <a:pt x="5636" y="20"/>
                      <a:pt x="12536" y="20"/>
                    </a:cubicBezTo>
                    <a:cubicBezTo>
                      <a:pt x="19437" y="20"/>
                      <a:pt x="25052" y="5634"/>
                      <a:pt x="25052" y="12535"/>
                    </a:cubicBezTo>
                    <a:lnTo>
                      <a:pt x="25052" y="27635"/>
                    </a:lnTo>
                    <a:lnTo>
                      <a:pt x="25070" y="27635"/>
                    </a:lnTo>
                    <a:lnTo>
                      <a:pt x="25070" y="12535"/>
                    </a:lnTo>
                    <a:cubicBezTo>
                      <a:pt x="25070" y="5623"/>
                      <a:pt x="19446" y="0"/>
                      <a:pt x="125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6"/>
              <p:cNvSpPr/>
              <p:nvPr/>
            </p:nvSpPr>
            <p:spPr>
              <a:xfrm>
                <a:off x="5076778" y="1727756"/>
                <a:ext cx="343325" cy="613772"/>
              </a:xfrm>
              <a:custGeom>
                <a:avLst/>
                <a:gdLst/>
                <a:ahLst/>
                <a:cxnLst/>
                <a:rect l="l" t="t" r="r" b="b"/>
                <a:pathLst>
                  <a:path w="11848" h="21181" extrusionOk="0">
                    <a:moveTo>
                      <a:pt x="5925" y="0"/>
                    </a:moveTo>
                    <a:cubicBezTo>
                      <a:pt x="2658" y="0"/>
                      <a:pt x="1" y="2658"/>
                      <a:pt x="1" y="5925"/>
                    </a:cubicBezTo>
                    <a:lnTo>
                      <a:pt x="1" y="21181"/>
                    </a:lnTo>
                    <a:lnTo>
                      <a:pt x="334" y="21181"/>
                    </a:lnTo>
                    <a:lnTo>
                      <a:pt x="334" y="5925"/>
                    </a:lnTo>
                    <a:cubicBezTo>
                      <a:pt x="334" y="2842"/>
                      <a:pt x="2843" y="334"/>
                      <a:pt x="5925" y="334"/>
                    </a:cubicBezTo>
                    <a:cubicBezTo>
                      <a:pt x="9007" y="334"/>
                      <a:pt x="11515" y="2843"/>
                      <a:pt x="11515" y="5925"/>
                    </a:cubicBezTo>
                    <a:lnTo>
                      <a:pt x="11515" y="21181"/>
                    </a:lnTo>
                    <a:lnTo>
                      <a:pt x="11847" y="21181"/>
                    </a:lnTo>
                    <a:lnTo>
                      <a:pt x="11847" y="5925"/>
                    </a:lnTo>
                    <a:cubicBezTo>
                      <a:pt x="11847" y="2658"/>
                      <a:pt x="9192" y="0"/>
                      <a:pt x="59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6"/>
              <p:cNvSpPr/>
              <p:nvPr/>
            </p:nvSpPr>
            <p:spPr>
              <a:xfrm>
                <a:off x="5081270" y="1732335"/>
                <a:ext cx="334226" cy="604673"/>
              </a:xfrm>
              <a:custGeom>
                <a:avLst/>
                <a:gdLst/>
                <a:ahLst/>
                <a:cxnLst/>
                <a:rect l="l" t="t" r="r" b="b"/>
                <a:pathLst>
                  <a:path w="11534" h="20867" extrusionOk="0">
                    <a:moveTo>
                      <a:pt x="5767" y="0"/>
                    </a:moveTo>
                    <a:cubicBezTo>
                      <a:pt x="2589" y="0"/>
                      <a:pt x="1" y="2587"/>
                      <a:pt x="1" y="5767"/>
                    </a:cubicBezTo>
                    <a:lnTo>
                      <a:pt x="1" y="20866"/>
                    </a:lnTo>
                    <a:lnTo>
                      <a:pt x="21" y="20866"/>
                    </a:lnTo>
                    <a:lnTo>
                      <a:pt x="21" y="5767"/>
                    </a:lnTo>
                    <a:cubicBezTo>
                      <a:pt x="21" y="2598"/>
                      <a:pt x="2600" y="20"/>
                      <a:pt x="5769" y="20"/>
                    </a:cubicBezTo>
                    <a:cubicBezTo>
                      <a:pt x="8939" y="20"/>
                      <a:pt x="11516" y="2598"/>
                      <a:pt x="11516" y="5767"/>
                    </a:cubicBezTo>
                    <a:lnTo>
                      <a:pt x="11516" y="20867"/>
                    </a:lnTo>
                    <a:lnTo>
                      <a:pt x="11533" y="20867"/>
                    </a:lnTo>
                    <a:lnTo>
                      <a:pt x="11533" y="5767"/>
                    </a:lnTo>
                    <a:cubicBezTo>
                      <a:pt x="11533" y="2587"/>
                      <a:pt x="8947" y="0"/>
                      <a:pt x="57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6"/>
              <p:cNvSpPr/>
              <p:nvPr/>
            </p:nvSpPr>
            <p:spPr>
              <a:xfrm>
                <a:off x="5243601" y="1899592"/>
                <a:ext cx="9707" cy="441559"/>
              </a:xfrm>
              <a:custGeom>
                <a:avLst/>
                <a:gdLst/>
                <a:ahLst/>
                <a:cxnLst/>
                <a:rect l="l" t="t" r="r" b="b"/>
                <a:pathLst>
                  <a:path w="335" h="15238" extrusionOk="0">
                    <a:moveTo>
                      <a:pt x="1" y="1"/>
                    </a:moveTo>
                    <a:lnTo>
                      <a:pt x="1" y="15237"/>
                    </a:lnTo>
                    <a:lnTo>
                      <a:pt x="334" y="15237"/>
                    </a:lnTo>
                    <a:lnTo>
                      <a:pt x="3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6"/>
              <p:cNvSpPr/>
              <p:nvPr/>
            </p:nvSpPr>
            <p:spPr>
              <a:xfrm>
                <a:off x="5248150" y="1904170"/>
                <a:ext cx="638" cy="432518"/>
              </a:xfrm>
              <a:custGeom>
                <a:avLst/>
                <a:gdLst/>
                <a:ahLst/>
                <a:cxnLst/>
                <a:rect l="l" t="t" r="r" b="b"/>
                <a:pathLst>
                  <a:path w="22" h="14926" extrusionOk="0">
                    <a:moveTo>
                      <a:pt x="1" y="1"/>
                    </a:moveTo>
                    <a:lnTo>
                      <a:pt x="1" y="14925"/>
                    </a:lnTo>
                    <a:lnTo>
                      <a:pt x="21" y="14925"/>
                    </a:lnTo>
                    <a:lnTo>
                      <a:pt x="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240"/>
        <p:cNvGrpSpPr/>
        <p:nvPr/>
      </p:nvGrpSpPr>
      <p:grpSpPr>
        <a:xfrm>
          <a:off x="0" y="0"/>
          <a:ext cx="0" cy="0"/>
          <a:chOff x="0" y="0"/>
          <a:chExt cx="0" cy="0"/>
        </a:xfrm>
      </p:grpSpPr>
      <p:sp>
        <p:nvSpPr>
          <p:cNvPr id="241" name="Google Shape;241;p17"/>
          <p:cNvSpPr txBox="1">
            <a:spLocks noGrp="1"/>
          </p:cNvSpPr>
          <p:nvPr>
            <p:ph type="title" hasCustomPrompt="1"/>
          </p:nvPr>
        </p:nvSpPr>
        <p:spPr>
          <a:xfrm>
            <a:off x="6642975" y="787550"/>
            <a:ext cx="1780800" cy="10359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6000"/>
              <a:buNone/>
              <a:defRPr sz="7500">
                <a:solidFill>
                  <a:schemeClr val="accent1"/>
                </a:solidFill>
              </a:defRPr>
            </a:lvl1pPr>
            <a:lvl2pPr lvl="1" algn="r" rtl="0">
              <a:spcBef>
                <a:spcPts val="0"/>
              </a:spcBef>
              <a:spcAft>
                <a:spcPts val="0"/>
              </a:spcAft>
              <a:buSzPts val="6000"/>
              <a:buNone/>
              <a:defRPr sz="6000"/>
            </a:lvl2pPr>
            <a:lvl3pPr lvl="2" algn="r" rtl="0">
              <a:spcBef>
                <a:spcPts val="0"/>
              </a:spcBef>
              <a:spcAft>
                <a:spcPts val="0"/>
              </a:spcAft>
              <a:buSzPts val="6000"/>
              <a:buNone/>
              <a:defRPr sz="6000"/>
            </a:lvl3pPr>
            <a:lvl4pPr lvl="3" algn="r" rtl="0">
              <a:spcBef>
                <a:spcPts val="0"/>
              </a:spcBef>
              <a:spcAft>
                <a:spcPts val="0"/>
              </a:spcAft>
              <a:buSzPts val="6000"/>
              <a:buNone/>
              <a:defRPr sz="6000"/>
            </a:lvl4pPr>
            <a:lvl5pPr lvl="4" algn="r" rtl="0">
              <a:spcBef>
                <a:spcPts val="0"/>
              </a:spcBef>
              <a:spcAft>
                <a:spcPts val="0"/>
              </a:spcAft>
              <a:buSzPts val="6000"/>
              <a:buNone/>
              <a:defRPr sz="6000"/>
            </a:lvl5pPr>
            <a:lvl6pPr lvl="5" algn="r" rtl="0">
              <a:spcBef>
                <a:spcPts val="0"/>
              </a:spcBef>
              <a:spcAft>
                <a:spcPts val="0"/>
              </a:spcAft>
              <a:buSzPts val="6000"/>
              <a:buNone/>
              <a:defRPr sz="6000"/>
            </a:lvl6pPr>
            <a:lvl7pPr lvl="6" algn="r" rtl="0">
              <a:spcBef>
                <a:spcPts val="0"/>
              </a:spcBef>
              <a:spcAft>
                <a:spcPts val="0"/>
              </a:spcAft>
              <a:buSzPts val="6000"/>
              <a:buNone/>
              <a:defRPr sz="6000"/>
            </a:lvl7pPr>
            <a:lvl8pPr lvl="7" algn="r" rtl="0">
              <a:spcBef>
                <a:spcPts val="0"/>
              </a:spcBef>
              <a:spcAft>
                <a:spcPts val="0"/>
              </a:spcAft>
              <a:buSzPts val="6000"/>
              <a:buNone/>
              <a:defRPr sz="6000"/>
            </a:lvl8pPr>
            <a:lvl9pPr lvl="8" algn="r" rtl="0">
              <a:spcBef>
                <a:spcPts val="0"/>
              </a:spcBef>
              <a:spcAft>
                <a:spcPts val="0"/>
              </a:spcAft>
              <a:buSzPts val="6000"/>
              <a:buNone/>
              <a:defRPr sz="6000"/>
            </a:lvl9pPr>
          </a:lstStyle>
          <a:p>
            <a:r>
              <a:t>xx%</a:t>
            </a:r>
          </a:p>
        </p:txBody>
      </p:sp>
      <p:sp>
        <p:nvSpPr>
          <p:cNvPr id="242" name="Google Shape;242;p17"/>
          <p:cNvSpPr txBox="1">
            <a:spLocks noGrp="1"/>
          </p:cNvSpPr>
          <p:nvPr>
            <p:ph type="subTitle" idx="1"/>
          </p:nvPr>
        </p:nvSpPr>
        <p:spPr>
          <a:xfrm rot="228">
            <a:off x="3895500" y="3897675"/>
            <a:ext cx="4528500" cy="4581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SzPts val="1400"/>
              <a:buNone/>
              <a:defRPr sz="16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243" name="Google Shape;243;p17"/>
          <p:cNvSpPr txBox="1">
            <a:spLocks noGrp="1"/>
          </p:cNvSpPr>
          <p:nvPr>
            <p:ph type="title" idx="2"/>
          </p:nvPr>
        </p:nvSpPr>
        <p:spPr>
          <a:xfrm>
            <a:off x="3895250" y="1899750"/>
            <a:ext cx="4528500" cy="19977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600"/>
              <a:buNone/>
              <a:defRPr sz="6000"/>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a:endParaRPr/>
          </a:p>
        </p:txBody>
      </p:sp>
      <p:grpSp>
        <p:nvGrpSpPr>
          <p:cNvPr id="244" name="Google Shape;244;p17"/>
          <p:cNvGrpSpPr/>
          <p:nvPr/>
        </p:nvGrpSpPr>
        <p:grpSpPr>
          <a:xfrm>
            <a:off x="-11" y="34148"/>
            <a:ext cx="8428679" cy="5109357"/>
            <a:chOff x="-11" y="34148"/>
            <a:chExt cx="8428679" cy="5109357"/>
          </a:xfrm>
        </p:grpSpPr>
        <p:sp>
          <p:nvSpPr>
            <p:cNvPr id="245" name="Google Shape;245;p17"/>
            <p:cNvSpPr/>
            <p:nvPr/>
          </p:nvSpPr>
          <p:spPr>
            <a:xfrm>
              <a:off x="3071166" y="346831"/>
              <a:ext cx="186673" cy="386357"/>
            </a:xfrm>
            <a:custGeom>
              <a:avLst/>
              <a:gdLst/>
              <a:ahLst/>
              <a:cxnLst/>
              <a:rect l="l" t="t" r="r" b="b"/>
              <a:pathLst>
                <a:path w="6442" h="13333" extrusionOk="0">
                  <a:moveTo>
                    <a:pt x="3221" y="1"/>
                  </a:moveTo>
                  <a:cubicBezTo>
                    <a:pt x="1442" y="1"/>
                    <a:pt x="0" y="1442"/>
                    <a:pt x="0" y="3221"/>
                  </a:cubicBezTo>
                  <a:lnTo>
                    <a:pt x="0" y="10112"/>
                  </a:lnTo>
                  <a:cubicBezTo>
                    <a:pt x="0" y="11890"/>
                    <a:pt x="1442" y="13332"/>
                    <a:pt x="3221" y="13332"/>
                  </a:cubicBezTo>
                  <a:cubicBezTo>
                    <a:pt x="4999" y="13332"/>
                    <a:pt x="6441" y="11890"/>
                    <a:pt x="6441" y="10112"/>
                  </a:cubicBezTo>
                  <a:lnTo>
                    <a:pt x="6441" y="3221"/>
                  </a:lnTo>
                  <a:cubicBezTo>
                    <a:pt x="6441" y="1442"/>
                    <a:pt x="4999" y="1"/>
                    <a:pt x="32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7"/>
            <p:cNvSpPr/>
            <p:nvPr/>
          </p:nvSpPr>
          <p:spPr>
            <a:xfrm>
              <a:off x="3461554" y="81848"/>
              <a:ext cx="280068" cy="280068"/>
            </a:xfrm>
            <a:custGeom>
              <a:avLst/>
              <a:gdLst/>
              <a:ahLst/>
              <a:cxnLst/>
              <a:rect l="l" t="t" r="r" b="b"/>
              <a:pathLst>
                <a:path w="9665" h="9665" extrusionOk="0">
                  <a:moveTo>
                    <a:pt x="4832" y="1"/>
                  </a:moveTo>
                  <a:cubicBezTo>
                    <a:pt x="3550" y="1"/>
                    <a:pt x="2321" y="510"/>
                    <a:pt x="1415" y="1416"/>
                  </a:cubicBezTo>
                  <a:cubicBezTo>
                    <a:pt x="509" y="2323"/>
                    <a:pt x="0" y="3551"/>
                    <a:pt x="0" y="4833"/>
                  </a:cubicBezTo>
                  <a:cubicBezTo>
                    <a:pt x="0" y="6114"/>
                    <a:pt x="509" y="7344"/>
                    <a:pt x="1415" y="8249"/>
                  </a:cubicBezTo>
                  <a:cubicBezTo>
                    <a:pt x="2321" y="9156"/>
                    <a:pt x="3550" y="9665"/>
                    <a:pt x="4832" y="9665"/>
                  </a:cubicBezTo>
                  <a:cubicBezTo>
                    <a:pt x="6114" y="9665"/>
                    <a:pt x="7342" y="9156"/>
                    <a:pt x="8249" y="8249"/>
                  </a:cubicBezTo>
                  <a:cubicBezTo>
                    <a:pt x="9155" y="7344"/>
                    <a:pt x="9664" y="6114"/>
                    <a:pt x="9664" y="4833"/>
                  </a:cubicBezTo>
                  <a:cubicBezTo>
                    <a:pt x="9664" y="3551"/>
                    <a:pt x="9155" y="2323"/>
                    <a:pt x="8249" y="1416"/>
                  </a:cubicBezTo>
                  <a:cubicBezTo>
                    <a:pt x="7342" y="510"/>
                    <a:pt x="6114" y="1"/>
                    <a:pt x="48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7"/>
            <p:cNvSpPr/>
            <p:nvPr/>
          </p:nvSpPr>
          <p:spPr>
            <a:xfrm>
              <a:off x="7850756" y="4902470"/>
              <a:ext cx="401686" cy="241035"/>
            </a:xfrm>
            <a:custGeom>
              <a:avLst/>
              <a:gdLst/>
              <a:ahLst/>
              <a:cxnLst/>
              <a:rect l="l" t="t" r="r" b="b"/>
              <a:pathLst>
                <a:path w="13862" h="8318" extrusionOk="0">
                  <a:moveTo>
                    <a:pt x="6931" y="1"/>
                  </a:moveTo>
                  <a:cubicBezTo>
                    <a:pt x="3103" y="1"/>
                    <a:pt x="0" y="3103"/>
                    <a:pt x="0" y="6932"/>
                  </a:cubicBezTo>
                  <a:lnTo>
                    <a:pt x="0" y="8317"/>
                  </a:lnTo>
                  <a:lnTo>
                    <a:pt x="13861" y="8317"/>
                  </a:lnTo>
                  <a:lnTo>
                    <a:pt x="13861" y="6932"/>
                  </a:lnTo>
                  <a:cubicBezTo>
                    <a:pt x="13861" y="3103"/>
                    <a:pt x="10759" y="1"/>
                    <a:pt x="69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7"/>
            <p:cNvSpPr/>
            <p:nvPr/>
          </p:nvSpPr>
          <p:spPr>
            <a:xfrm>
              <a:off x="382482" y="690123"/>
              <a:ext cx="172213" cy="156884"/>
            </a:xfrm>
            <a:custGeom>
              <a:avLst/>
              <a:gdLst/>
              <a:ahLst/>
              <a:cxnLst/>
              <a:rect l="l" t="t" r="r" b="b"/>
              <a:pathLst>
                <a:path w="5943" h="5414" extrusionOk="0">
                  <a:moveTo>
                    <a:pt x="2972" y="0"/>
                  </a:moveTo>
                  <a:cubicBezTo>
                    <a:pt x="2279" y="0"/>
                    <a:pt x="1587" y="264"/>
                    <a:pt x="1058" y="793"/>
                  </a:cubicBezTo>
                  <a:cubicBezTo>
                    <a:pt x="1" y="1850"/>
                    <a:pt x="1" y="3563"/>
                    <a:pt x="1058" y="4620"/>
                  </a:cubicBezTo>
                  <a:cubicBezTo>
                    <a:pt x="1587" y="5149"/>
                    <a:pt x="2279" y="5413"/>
                    <a:pt x="2972" y="5413"/>
                  </a:cubicBezTo>
                  <a:cubicBezTo>
                    <a:pt x="3664" y="5413"/>
                    <a:pt x="4357" y="5149"/>
                    <a:pt x="4885" y="4620"/>
                  </a:cubicBezTo>
                  <a:cubicBezTo>
                    <a:pt x="5943" y="3563"/>
                    <a:pt x="5943" y="1850"/>
                    <a:pt x="4885" y="793"/>
                  </a:cubicBezTo>
                  <a:cubicBezTo>
                    <a:pt x="4357" y="264"/>
                    <a:pt x="3664" y="0"/>
                    <a:pt x="29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7"/>
            <p:cNvSpPr/>
            <p:nvPr/>
          </p:nvSpPr>
          <p:spPr>
            <a:xfrm flipH="1">
              <a:off x="-11" y="3330755"/>
              <a:ext cx="878511" cy="599139"/>
            </a:xfrm>
            <a:custGeom>
              <a:avLst/>
              <a:gdLst/>
              <a:ahLst/>
              <a:cxnLst/>
              <a:rect l="l" t="t" r="r" b="b"/>
              <a:pathLst>
                <a:path w="30317" h="20676" extrusionOk="0">
                  <a:moveTo>
                    <a:pt x="29981" y="336"/>
                  </a:moveTo>
                  <a:lnTo>
                    <a:pt x="29981" y="20339"/>
                  </a:lnTo>
                  <a:lnTo>
                    <a:pt x="10337" y="20339"/>
                  </a:lnTo>
                  <a:cubicBezTo>
                    <a:pt x="8988" y="20339"/>
                    <a:pt x="7677" y="20073"/>
                    <a:pt x="6445" y="19552"/>
                  </a:cubicBezTo>
                  <a:cubicBezTo>
                    <a:pt x="5253" y="19048"/>
                    <a:pt x="4184" y="18327"/>
                    <a:pt x="3266" y="17408"/>
                  </a:cubicBezTo>
                  <a:cubicBezTo>
                    <a:pt x="2347" y="16489"/>
                    <a:pt x="1626" y="15421"/>
                    <a:pt x="1122" y="14229"/>
                  </a:cubicBezTo>
                  <a:cubicBezTo>
                    <a:pt x="601" y="12998"/>
                    <a:pt x="336" y="11687"/>
                    <a:pt x="336" y="10337"/>
                  </a:cubicBezTo>
                  <a:cubicBezTo>
                    <a:pt x="336" y="8987"/>
                    <a:pt x="601" y="7677"/>
                    <a:pt x="1122" y="6444"/>
                  </a:cubicBezTo>
                  <a:cubicBezTo>
                    <a:pt x="1627" y="5254"/>
                    <a:pt x="2347" y="4184"/>
                    <a:pt x="3266" y="3266"/>
                  </a:cubicBezTo>
                  <a:cubicBezTo>
                    <a:pt x="4184" y="2348"/>
                    <a:pt x="5253" y="1626"/>
                    <a:pt x="6445" y="1122"/>
                  </a:cubicBezTo>
                  <a:cubicBezTo>
                    <a:pt x="7677" y="601"/>
                    <a:pt x="8988" y="336"/>
                    <a:pt x="10337" y="336"/>
                  </a:cubicBezTo>
                  <a:close/>
                  <a:moveTo>
                    <a:pt x="10337" y="1"/>
                  </a:moveTo>
                  <a:cubicBezTo>
                    <a:pt x="8941" y="1"/>
                    <a:pt x="7589" y="273"/>
                    <a:pt x="6313" y="812"/>
                  </a:cubicBezTo>
                  <a:cubicBezTo>
                    <a:pt x="5082" y="1333"/>
                    <a:pt x="3977" y="2077"/>
                    <a:pt x="3027" y="3027"/>
                  </a:cubicBezTo>
                  <a:cubicBezTo>
                    <a:pt x="2078" y="3977"/>
                    <a:pt x="1333" y="5082"/>
                    <a:pt x="812" y="6313"/>
                  </a:cubicBezTo>
                  <a:cubicBezTo>
                    <a:pt x="274" y="7588"/>
                    <a:pt x="1" y="8942"/>
                    <a:pt x="1" y="10337"/>
                  </a:cubicBezTo>
                  <a:cubicBezTo>
                    <a:pt x="1" y="11734"/>
                    <a:pt x="273" y="13086"/>
                    <a:pt x="812" y="14362"/>
                  </a:cubicBezTo>
                  <a:cubicBezTo>
                    <a:pt x="1333" y="15592"/>
                    <a:pt x="2077" y="16697"/>
                    <a:pt x="3027" y="17647"/>
                  </a:cubicBezTo>
                  <a:cubicBezTo>
                    <a:pt x="3977" y="18596"/>
                    <a:pt x="5082" y="19342"/>
                    <a:pt x="6313" y="19862"/>
                  </a:cubicBezTo>
                  <a:cubicBezTo>
                    <a:pt x="7589" y="20400"/>
                    <a:pt x="8942" y="20674"/>
                    <a:pt x="10337" y="20674"/>
                  </a:cubicBezTo>
                  <a:lnTo>
                    <a:pt x="10337" y="20675"/>
                  </a:lnTo>
                  <a:lnTo>
                    <a:pt x="30317" y="20675"/>
                  </a:lnTo>
                  <a:lnTo>
                    <a:pt x="30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7"/>
            <p:cNvSpPr/>
            <p:nvPr/>
          </p:nvSpPr>
          <p:spPr>
            <a:xfrm>
              <a:off x="1953572" y="4759916"/>
              <a:ext cx="639331" cy="383575"/>
            </a:xfrm>
            <a:custGeom>
              <a:avLst/>
              <a:gdLst/>
              <a:ahLst/>
              <a:cxnLst/>
              <a:rect l="l" t="t" r="r" b="b"/>
              <a:pathLst>
                <a:path w="22063" h="13237" extrusionOk="0">
                  <a:moveTo>
                    <a:pt x="11031" y="0"/>
                  </a:moveTo>
                  <a:cubicBezTo>
                    <a:pt x="4940" y="0"/>
                    <a:pt x="0" y="4939"/>
                    <a:pt x="0" y="11030"/>
                  </a:cubicBezTo>
                  <a:lnTo>
                    <a:pt x="0" y="13237"/>
                  </a:lnTo>
                  <a:lnTo>
                    <a:pt x="22062" y="13237"/>
                  </a:lnTo>
                  <a:lnTo>
                    <a:pt x="22062" y="11030"/>
                  </a:lnTo>
                  <a:cubicBezTo>
                    <a:pt x="22062" y="4939"/>
                    <a:pt x="17123" y="0"/>
                    <a:pt x="110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7"/>
            <p:cNvSpPr/>
            <p:nvPr/>
          </p:nvSpPr>
          <p:spPr>
            <a:xfrm>
              <a:off x="715124" y="34148"/>
              <a:ext cx="9765" cy="1011720"/>
            </a:xfrm>
            <a:custGeom>
              <a:avLst/>
              <a:gdLst/>
              <a:ahLst/>
              <a:cxnLst/>
              <a:rect l="l" t="t" r="r" b="b"/>
              <a:pathLst>
                <a:path w="337" h="34914" extrusionOk="0">
                  <a:moveTo>
                    <a:pt x="1" y="0"/>
                  </a:moveTo>
                  <a:lnTo>
                    <a:pt x="1" y="34914"/>
                  </a:lnTo>
                  <a:lnTo>
                    <a:pt x="336" y="34914"/>
                  </a:lnTo>
                  <a:lnTo>
                    <a:pt x="3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7"/>
            <p:cNvSpPr/>
            <p:nvPr/>
          </p:nvSpPr>
          <p:spPr>
            <a:xfrm>
              <a:off x="8419337" y="4603494"/>
              <a:ext cx="9331" cy="537504"/>
            </a:xfrm>
            <a:custGeom>
              <a:avLst/>
              <a:gdLst/>
              <a:ahLst/>
              <a:cxnLst/>
              <a:rect l="l" t="t" r="r" b="b"/>
              <a:pathLst>
                <a:path w="322" h="18549" extrusionOk="0">
                  <a:moveTo>
                    <a:pt x="1" y="1"/>
                  </a:moveTo>
                  <a:lnTo>
                    <a:pt x="1" y="18548"/>
                  </a:lnTo>
                  <a:lnTo>
                    <a:pt x="322" y="18548"/>
                  </a:lnTo>
                  <a:lnTo>
                    <a:pt x="3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MAIN_POINT_1">
    <p:spTree>
      <p:nvGrpSpPr>
        <p:cNvPr id="1" name="Shape 253"/>
        <p:cNvGrpSpPr/>
        <p:nvPr/>
      </p:nvGrpSpPr>
      <p:grpSpPr>
        <a:xfrm>
          <a:off x="0" y="0"/>
          <a:ext cx="0" cy="0"/>
          <a:chOff x="0" y="0"/>
          <a:chExt cx="0" cy="0"/>
        </a:xfrm>
      </p:grpSpPr>
      <p:sp>
        <p:nvSpPr>
          <p:cNvPr id="254" name="Google Shape;254;p18"/>
          <p:cNvSpPr txBox="1">
            <a:spLocks noGrp="1"/>
          </p:cNvSpPr>
          <p:nvPr>
            <p:ph type="title"/>
          </p:nvPr>
        </p:nvSpPr>
        <p:spPr>
          <a:xfrm>
            <a:off x="1427933" y="1534350"/>
            <a:ext cx="6288300" cy="11691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600"/>
              <a:buNone/>
              <a:defRPr sz="6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55" name="Google Shape;255;p18"/>
          <p:cNvSpPr txBox="1">
            <a:spLocks noGrp="1"/>
          </p:cNvSpPr>
          <p:nvPr>
            <p:ph type="subTitle" idx="1"/>
          </p:nvPr>
        </p:nvSpPr>
        <p:spPr>
          <a:xfrm>
            <a:off x="1427799" y="2670151"/>
            <a:ext cx="6288300" cy="939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56" name="Google Shape;256;p18"/>
          <p:cNvGrpSpPr/>
          <p:nvPr/>
        </p:nvGrpSpPr>
        <p:grpSpPr>
          <a:xfrm>
            <a:off x="409854" y="-6"/>
            <a:ext cx="8786820" cy="5091913"/>
            <a:chOff x="409854" y="-6"/>
            <a:chExt cx="8786820" cy="5091913"/>
          </a:xfrm>
        </p:grpSpPr>
        <p:sp>
          <p:nvSpPr>
            <p:cNvPr id="257" name="Google Shape;257;p18"/>
            <p:cNvSpPr/>
            <p:nvPr/>
          </p:nvSpPr>
          <p:spPr>
            <a:xfrm>
              <a:off x="409854" y="1109498"/>
              <a:ext cx="280068" cy="280068"/>
            </a:xfrm>
            <a:custGeom>
              <a:avLst/>
              <a:gdLst/>
              <a:ahLst/>
              <a:cxnLst/>
              <a:rect l="l" t="t" r="r" b="b"/>
              <a:pathLst>
                <a:path w="9665" h="9665" extrusionOk="0">
                  <a:moveTo>
                    <a:pt x="4832" y="1"/>
                  </a:moveTo>
                  <a:cubicBezTo>
                    <a:pt x="3550" y="1"/>
                    <a:pt x="2321" y="510"/>
                    <a:pt x="1415" y="1416"/>
                  </a:cubicBezTo>
                  <a:cubicBezTo>
                    <a:pt x="509" y="2323"/>
                    <a:pt x="0" y="3551"/>
                    <a:pt x="0" y="4833"/>
                  </a:cubicBezTo>
                  <a:cubicBezTo>
                    <a:pt x="0" y="6114"/>
                    <a:pt x="509" y="7344"/>
                    <a:pt x="1415" y="8249"/>
                  </a:cubicBezTo>
                  <a:cubicBezTo>
                    <a:pt x="2321" y="9156"/>
                    <a:pt x="3550" y="9665"/>
                    <a:pt x="4832" y="9665"/>
                  </a:cubicBezTo>
                  <a:cubicBezTo>
                    <a:pt x="6114" y="9665"/>
                    <a:pt x="7342" y="9156"/>
                    <a:pt x="8249" y="8249"/>
                  </a:cubicBezTo>
                  <a:cubicBezTo>
                    <a:pt x="9155" y="7344"/>
                    <a:pt x="9664" y="6114"/>
                    <a:pt x="9664" y="4833"/>
                  </a:cubicBezTo>
                  <a:cubicBezTo>
                    <a:pt x="9664" y="3551"/>
                    <a:pt x="9155" y="2323"/>
                    <a:pt x="8249" y="1416"/>
                  </a:cubicBezTo>
                  <a:cubicBezTo>
                    <a:pt x="7342" y="510"/>
                    <a:pt x="6114" y="1"/>
                    <a:pt x="48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8"/>
            <p:cNvSpPr/>
            <p:nvPr/>
          </p:nvSpPr>
          <p:spPr>
            <a:xfrm>
              <a:off x="8605107" y="3752948"/>
              <a:ext cx="172213" cy="156884"/>
            </a:xfrm>
            <a:custGeom>
              <a:avLst/>
              <a:gdLst/>
              <a:ahLst/>
              <a:cxnLst/>
              <a:rect l="l" t="t" r="r" b="b"/>
              <a:pathLst>
                <a:path w="5943" h="5414" extrusionOk="0">
                  <a:moveTo>
                    <a:pt x="2972" y="0"/>
                  </a:moveTo>
                  <a:cubicBezTo>
                    <a:pt x="2279" y="0"/>
                    <a:pt x="1587" y="264"/>
                    <a:pt x="1058" y="793"/>
                  </a:cubicBezTo>
                  <a:cubicBezTo>
                    <a:pt x="1" y="1850"/>
                    <a:pt x="1" y="3563"/>
                    <a:pt x="1058" y="4620"/>
                  </a:cubicBezTo>
                  <a:cubicBezTo>
                    <a:pt x="1587" y="5149"/>
                    <a:pt x="2279" y="5413"/>
                    <a:pt x="2972" y="5413"/>
                  </a:cubicBezTo>
                  <a:cubicBezTo>
                    <a:pt x="3664" y="5413"/>
                    <a:pt x="4357" y="5149"/>
                    <a:pt x="4885" y="4620"/>
                  </a:cubicBezTo>
                  <a:cubicBezTo>
                    <a:pt x="5943" y="3563"/>
                    <a:pt x="5943" y="1850"/>
                    <a:pt x="4885" y="793"/>
                  </a:cubicBezTo>
                  <a:cubicBezTo>
                    <a:pt x="4357" y="264"/>
                    <a:pt x="3664" y="0"/>
                    <a:pt x="29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8"/>
            <p:cNvSpPr/>
            <p:nvPr/>
          </p:nvSpPr>
          <p:spPr>
            <a:xfrm>
              <a:off x="519156" y="419482"/>
              <a:ext cx="401686" cy="241035"/>
            </a:xfrm>
            <a:custGeom>
              <a:avLst/>
              <a:gdLst/>
              <a:ahLst/>
              <a:cxnLst/>
              <a:rect l="l" t="t" r="r" b="b"/>
              <a:pathLst>
                <a:path w="13862" h="8318" extrusionOk="0">
                  <a:moveTo>
                    <a:pt x="6931" y="1"/>
                  </a:moveTo>
                  <a:cubicBezTo>
                    <a:pt x="3103" y="1"/>
                    <a:pt x="0" y="3103"/>
                    <a:pt x="0" y="6932"/>
                  </a:cubicBezTo>
                  <a:lnTo>
                    <a:pt x="0" y="8317"/>
                  </a:lnTo>
                  <a:lnTo>
                    <a:pt x="13861" y="8317"/>
                  </a:lnTo>
                  <a:lnTo>
                    <a:pt x="13861" y="6932"/>
                  </a:lnTo>
                  <a:cubicBezTo>
                    <a:pt x="13861" y="3103"/>
                    <a:pt x="10759" y="1"/>
                    <a:pt x="69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8"/>
            <p:cNvSpPr/>
            <p:nvPr/>
          </p:nvSpPr>
          <p:spPr>
            <a:xfrm>
              <a:off x="8318164" y="4169530"/>
              <a:ext cx="878511" cy="599139"/>
            </a:xfrm>
            <a:custGeom>
              <a:avLst/>
              <a:gdLst/>
              <a:ahLst/>
              <a:cxnLst/>
              <a:rect l="l" t="t" r="r" b="b"/>
              <a:pathLst>
                <a:path w="30317" h="20676" extrusionOk="0">
                  <a:moveTo>
                    <a:pt x="29981" y="336"/>
                  </a:moveTo>
                  <a:lnTo>
                    <a:pt x="29981" y="20339"/>
                  </a:lnTo>
                  <a:lnTo>
                    <a:pt x="10337" y="20339"/>
                  </a:lnTo>
                  <a:cubicBezTo>
                    <a:pt x="8988" y="20339"/>
                    <a:pt x="7677" y="20073"/>
                    <a:pt x="6445" y="19552"/>
                  </a:cubicBezTo>
                  <a:cubicBezTo>
                    <a:pt x="5253" y="19048"/>
                    <a:pt x="4184" y="18327"/>
                    <a:pt x="3266" y="17408"/>
                  </a:cubicBezTo>
                  <a:cubicBezTo>
                    <a:pt x="2347" y="16489"/>
                    <a:pt x="1626" y="15421"/>
                    <a:pt x="1122" y="14229"/>
                  </a:cubicBezTo>
                  <a:cubicBezTo>
                    <a:pt x="601" y="12998"/>
                    <a:pt x="336" y="11687"/>
                    <a:pt x="336" y="10337"/>
                  </a:cubicBezTo>
                  <a:cubicBezTo>
                    <a:pt x="336" y="8987"/>
                    <a:pt x="601" y="7677"/>
                    <a:pt x="1122" y="6444"/>
                  </a:cubicBezTo>
                  <a:cubicBezTo>
                    <a:pt x="1627" y="5254"/>
                    <a:pt x="2347" y="4184"/>
                    <a:pt x="3266" y="3266"/>
                  </a:cubicBezTo>
                  <a:cubicBezTo>
                    <a:pt x="4184" y="2348"/>
                    <a:pt x="5253" y="1626"/>
                    <a:pt x="6445" y="1122"/>
                  </a:cubicBezTo>
                  <a:cubicBezTo>
                    <a:pt x="7677" y="601"/>
                    <a:pt x="8988" y="336"/>
                    <a:pt x="10337" y="336"/>
                  </a:cubicBezTo>
                  <a:close/>
                  <a:moveTo>
                    <a:pt x="10337" y="1"/>
                  </a:moveTo>
                  <a:cubicBezTo>
                    <a:pt x="8941" y="1"/>
                    <a:pt x="7589" y="273"/>
                    <a:pt x="6313" y="812"/>
                  </a:cubicBezTo>
                  <a:cubicBezTo>
                    <a:pt x="5082" y="1333"/>
                    <a:pt x="3977" y="2077"/>
                    <a:pt x="3027" y="3027"/>
                  </a:cubicBezTo>
                  <a:cubicBezTo>
                    <a:pt x="2078" y="3977"/>
                    <a:pt x="1333" y="5082"/>
                    <a:pt x="812" y="6313"/>
                  </a:cubicBezTo>
                  <a:cubicBezTo>
                    <a:pt x="274" y="7588"/>
                    <a:pt x="1" y="8942"/>
                    <a:pt x="1" y="10337"/>
                  </a:cubicBezTo>
                  <a:cubicBezTo>
                    <a:pt x="1" y="11734"/>
                    <a:pt x="273" y="13086"/>
                    <a:pt x="812" y="14362"/>
                  </a:cubicBezTo>
                  <a:cubicBezTo>
                    <a:pt x="1333" y="15592"/>
                    <a:pt x="2077" y="16697"/>
                    <a:pt x="3027" y="17647"/>
                  </a:cubicBezTo>
                  <a:cubicBezTo>
                    <a:pt x="3977" y="18596"/>
                    <a:pt x="5082" y="19342"/>
                    <a:pt x="6313" y="19862"/>
                  </a:cubicBezTo>
                  <a:cubicBezTo>
                    <a:pt x="7589" y="20400"/>
                    <a:pt x="8942" y="20674"/>
                    <a:pt x="10337" y="20674"/>
                  </a:cubicBezTo>
                  <a:lnTo>
                    <a:pt x="10337" y="20675"/>
                  </a:lnTo>
                  <a:lnTo>
                    <a:pt x="30317" y="20675"/>
                  </a:lnTo>
                  <a:lnTo>
                    <a:pt x="30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8"/>
            <p:cNvSpPr/>
            <p:nvPr/>
          </p:nvSpPr>
          <p:spPr>
            <a:xfrm>
              <a:off x="8597866" y="1056356"/>
              <a:ext cx="186673" cy="386357"/>
            </a:xfrm>
            <a:custGeom>
              <a:avLst/>
              <a:gdLst/>
              <a:ahLst/>
              <a:cxnLst/>
              <a:rect l="l" t="t" r="r" b="b"/>
              <a:pathLst>
                <a:path w="6442" h="13333" extrusionOk="0">
                  <a:moveTo>
                    <a:pt x="3221" y="1"/>
                  </a:moveTo>
                  <a:cubicBezTo>
                    <a:pt x="1442" y="1"/>
                    <a:pt x="0" y="1442"/>
                    <a:pt x="0" y="3221"/>
                  </a:cubicBezTo>
                  <a:lnTo>
                    <a:pt x="0" y="10112"/>
                  </a:lnTo>
                  <a:cubicBezTo>
                    <a:pt x="0" y="11890"/>
                    <a:pt x="1442" y="13332"/>
                    <a:pt x="3221" y="13332"/>
                  </a:cubicBezTo>
                  <a:cubicBezTo>
                    <a:pt x="4999" y="13332"/>
                    <a:pt x="6441" y="11890"/>
                    <a:pt x="6441" y="10112"/>
                  </a:cubicBezTo>
                  <a:lnTo>
                    <a:pt x="6441" y="3221"/>
                  </a:lnTo>
                  <a:cubicBezTo>
                    <a:pt x="6441" y="1442"/>
                    <a:pt x="4999" y="1"/>
                    <a:pt x="32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8"/>
            <p:cNvSpPr/>
            <p:nvPr/>
          </p:nvSpPr>
          <p:spPr>
            <a:xfrm>
              <a:off x="3344770" y="4721691"/>
              <a:ext cx="347730" cy="370217"/>
            </a:xfrm>
            <a:custGeom>
              <a:avLst/>
              <a:gdLst/>
              <a:ahLst/>
              <a:cxnLst/>
              <a:rect l="l" t="t" r="r" b="b"/>
              <a:pathLst>
                <a:path w="12000" h="12776" extrusionOk="0">
                  <a:moveTo>
                    <a:pt x="781" y="0"/>
                  </a:moveTo>
                  <a:cubicBezTo>
                    <a:pt x="350" y="0"/>
                    <a:pt x="0" y="350"/>
                    <a:pt x="0" y="781"/>
                  </a:cubicBezTo>
                  <a:cubicBezTo>
                    <a:pt x="0" y="1213"/>
                    <a:pt x="350" y="1563"/>
                    <a:pt x="781" y="1563"/>
                  </a:cubicBezTo>
                  <a:lnTo>
                    <a:pt x="7161" y="1563"/>
                  </a:lnTo>
                  <a:cubicBezTo>
                    <a:pt x="8968" y="1563"/>
                    <a:pt x="10440" y="3033"/>
                    <a:pt x="10440" y="4842"/>
                  </a:cubicBezTo>
                  <a:cubicBezTo>
                    <a:pt x="10440" y="6650"/>
                    <a:pt x="8968" y="8121"/>
                    <a:pt x="7161" y="8121"/>
                  </a:cubicBezTo>
                  <a:lnTo>
                    <a:pt x="2329" y="8121"/>
                  </a:lnTo>
                  <a:cubicBezTo>
                    <a:pt x="1045" y="8121"/>
                    <a:pt x="1" y="9165"/>
                    <a:pt x="1" y="10448"/>
                  </a:cubicBezTo>
                  <a:cubicBezTo>
                    <a:pt x="1" y="11730"/>
                    <a:pt x="1045" y="12775"/>
                    <a:pt x="2329" y="12775"/>
                  </a:cubicBezTo>
                  <a:lnTo>
                    <a:pt x="7161" y="12775"/>
                  </a:lnTo>
                  <a:cubicBezTo>
                    <a:pt x="7591" y="12775"/>
                    <a:pt x="7941" y="12425"/>
                    <a:pt x="7941" y="11994"/>
                  </a:cubicBezTo>
                  <a:cubicBezTo>
                    <a:pt x="7941" y="11563"/>
                    <a:pt x="7591" y="11213"/>
                    <a:pt x="7161" y="11213"/>
                  </a:cubicBezTo>
                  <a:lnTo>
                    <a:pt x="2329" y="11213"/>
                  </a:lnTo>
                  <a:cubicBezTo>
                    <a:pt x="1905" y="11213"/>
                    <a:pt x="1561" y="10868"/>
                    <a:pt x="1561" y="10446"/>
                  </a:cubicBezTo>
                  <a:cubicBezTo>
                    <a:pt x="1561" y="10023"/>
                    <a:pt x="1906" y="9680"/>
                    <a:pt x="2329" y="9680"/>
                  </a:cubicBezTo>
                  <a:lnTo>
                    <a:pt x="7161" y="9680"/>
                  </a:lnTo>
                  <a:cubicBezTo>
                    <a:pt x="9830" y="9680"/>
                    <a:pt x="12000" y="7509"/>
                    <a:pt x="12000" y="4840"/>
                  </a:cubicBezTo>
                  <a:cubicBezTo>
                    <a:pt x="12000" y="2172"/>
                    <a:pt x="9830" y="0"/>
                    <a:pt x="7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8"/>
            <p:cNvSpPr/>
            <p:nvPr/>
          </p:nvSpPr>
          <p:spPr>
            <a:xfrm>
              <a:off x="4498978" y="4341403"/>
              <a:ext cx="146191" cy="427273"/>
            </a:xfrm>
            <a:custGeom>
              <a:avLst/>
              <a:gdLst/>
              <a:ahLst/>
              <a:cxnLst/>
              <a:rect l="l" t="t" r="r" b="b"/>
              <a:pathLst>
                <a:path w="5045" h="14745" extrusionOk="0">
                  <a:moveTo>
                    <a:pt x="2523" y="1"/>
                  </a:moveTo>
                  <a:cubicBezTo>
                    <a:pt x="1130" y="1"/>
                    <a:pt x="1" y="1130"/>
                    <a:pt x="1" y="2523"/>
                  </a:cubicBezTo>
                  <a:cubicBezTo>
                    <a:pt x="1" y="3723"/>
                    <a:pt x="840" y="4724"/>
                    <a:pt x="1962" y="4980"/>
                  </a:cubicBezTo>
                  <a:cubicBezTo>
                    <a:pt x="840" y="5235"/>
                    <a:pt x="1" y="6237"/>
                    <a:pt x="1" y="7438"/>
                  </a:cubicBezTo>
                  <a:cubicBezTo>
                    <a:pt x="1" y="8552"/>
                    <a:pt x="727" y="9497"/>
                    <a:pt x="1729" y="9830"/>
                  </a:cubicBezTo>
                  <a:cubicBezTo>
                    <a:pt x="725" y="10163"/>
                    <a:pt x="1" y="11107"/>
                    <a:pt x="1" y="12222"/>
                  </a:cubicBezTo>
                  <a:cubicBezTo>
                    <a:pt x="1" y="13615"/>
                    <a:pt x="1130" y="14744"/>
                    <a:pt x="2523" y="14744"/>
                  </a:cubicBezTo>
                  <a:cubicBezTo>
                    <a:pt x="3915" y="14744"/>
                    <a:pt x="5044" y="13615"/>
                    <a:pt x="5044" y="12222"/>
                  </a:cubicBezTo>
                  <a:cubicBezTo>
                    <a:pt x="5044" y="11107"/>
                    <a:pt x="4320" y="10162"/>
                    <a:pt x="3316" y="9830"/>
                  </a:cubicBezTo>
                  <a:cubicBezTo>
                    <a:pt x="4320" y="9497"/>
                    <a:pt x="5044" y="8553"/>
                    <a:pt x="5044" y="7438"/>
                  </a:cubicBezTo>
                  <a:cubicBezTo>
                    <a:pt x="5044" y="6237"/>
                    <a:pt x="4206" y="5235"/>
                    <a:pt x="3083" y="4980"/>
                  </a:cubicBezTo>
                  <a:cubicBezTo>
                    <a:pt x="4206" y="4724"/>
                    <a:pt x="5044" y="3723"/>
                    <a:pt x="5044" y="2523"/>
                  </a:cubicBezTo>
                  <a:cubicBezTo>
                    <a:pt x="5044" y="1130"/>
                    <a:pt x="3915" y="1"/>
                    <a:pt x="25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8"/>
            <p:cNvSpPr/>
            <p:nvPr/>
          </p:nvSpPr>
          <p:spPr>
            <a:xfrm>
              <a:off x="8686549" y="-6"/>
              <a:ext cx="9331" cy="537504"/>
            </a:xfrm>
            <a:custGeom>
              <a:avLst/>
              <a:gdLst/>
              <a:ahLst/>
              <a:cxnLst/>
              <a:rect l="l" t="t" r="r" b="b"/>
              <a:pathLst>
                <a:path w="322" h="18549" extrusionOk="0">
                  <a:moveTo>
                    <a:pt x="1" y="1"/>
                  </a:moveTo>
                  <a:lnTo>
                    <a:pt x="1" y="18548"/>
                  </a:lnTo>
                  <a:lnTo>
                    <a:pt x="322" y="18548"/>
                  </a:lnTo>
                  <a:lnTo>
                    <a:pt x="3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BLANK_1_2">
    <p:spTree>
      <p:nvGrpSpPr>
        <p:cNvPr id="1" name="Shape 265"/>
        <p:cNvGrpSpPr/>
        <p:nvPr/>
      </p:nvGrpSpPr>
      <p:grpSpPr>
        <a:xfrm>
          <a:off x="0" y="0"/>
          <a:ext cx="0" cy="0"/>
          <a:chOff x="0" y="0"/>
          <a:chExt cx="0" cy="0"/>
        </a:xfrm>
      </p:grpSpPr>
      <p:sp>
        <p:nvSpPr>
          <p:cNvPr id="266" name="Google Shape;266;p19"/>
          <p:cNvSpPr txBox="1">
            <a:spLocks noGrp="1"/>
          </p:cNvSpPr>
          <p:nvPr>
            <p:ph type="subTitle" idx="1"/>
          </p:nvPr>
        </p:nvSpPr>
        <p:spPr>
          <a:xfrm>
            <a:off x="720000" y="2456738"/>
            <a:ext cx="3852000" cy="797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67" name="Google Shape;267;p19"/>
          <p:cNvSpPr txBox="1">
            <a:spLocks noGrp="1"/>
          </p:cNvSpPr>
          <p:nvPr>
            <p:ph type="title"/>
          </p:nvPr>
        </p:nvSpPr>
        <p:spPr>
          <a:xfrm>
            <a:off x="720000" y="1889063"/>
            <a:ext cx="3852000" cy="643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68" name="Google Shape;268;p19"/>
          <p:cNvGrpSpPr/>
          <p:nvPr/>
        </p:nvGrpSpPr>
        <p:grpSpPr>
          <a:xfrm>
            <a:off x="253869" y="172905"/>
            <a:ext cx="8890130" cy="4970600"/>
            <a:chOff x="253869" y="172905"/>
            <a:chExt cx="8890130" cy="4970600"/>
          </a:xfrm>
        </p:grpSpPr>
        <p:sp>
          <p:nvSpPr>
            <p:cNvPr id="269" name="Google Shape;269;p19"/>
            <p:cNvSpPr/>
            <p:nvPr/>
          </p:nvSpPr>
          <p:spPr>
            <a:xfrm>
              <a:off x="253879" y="2974993"/>
              <a:ext cx="186673" cy="386357"/>
            </a:xfrm>
            <a:custGeom>
              <a:avLst/>
              <a:gdLst/>
              <a:ahLst/>
              <a:cxnLst/>
              <a:rect l="l" t="t" r="r" b="b"/>
              <a:pathLst>
                <a:path w="6442" h="13333" extrusionOk="0">
                  <a:moveTo>
                    <a:pt x="3221" y="1"/>
                  </a:moveTo>
                  <a:cubicBezTo>
                    <a:pt x="1442" y="1"/>
                    <a:pt x="0" y="1442"/>
                    <a:pt x="0" y="3221"/>
                  </a:cubicBezTo>
                  <a:lnTo>
                    <a:pt x="0" y="10112"/>
                  </a:lnTo>
                  <a:cubicBezTo>
                    <a:pt x="0" y="11890"/>
                    <a:pt x="1442" y="13332"/>
                    <a:pt x="3221" y="13332"/>
                  </a:cubicBezTo>
                  <a:cubicBezTo>
                    <a:pt x="4999" y="13332"/>
                    <a:pt x="6441" y="11890"/>
                    <a:pt x="6441" y="10112"/>
                  </a:cubicBezTo>
                  <a:lnTo>
                    <a:pt x="6441" y="3221"/>
                  </a:lnTo>
                  <a:cubicBezTo>
                    <a:pt x="6441" y="1442"/>
                    <a:pt x="4999" y="1"/>
                    <a:pt x="32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9"/>
            <p:cNvSpPr/>
            <p:nvPr/>
          </p:nvSpPr>
          <p:spPr>
            <a:xfrm>
              <a:off x="253869" y="3674170"/>
              <a:ext cx="358973" cy="431823"/>
            </a:xfrm>
            <a:custGeom>
              <a:avLst/>
              <a:gdLst/>
              <a:ahLst/>
              <a:cxnLst/>
              <a:rect l="l" t="t" r="r" b="b"/>
              <a:pathLst>
                <a:path w="12388" h="14902" extrusionOk="0">
                  <a:moveTo>
                    <a:pt x="5035" y="0"/>
                  </a:moveTo>
                  <a:cubicBezTo>
                    <a:pt x="4605" y="0"/>
                    <a:pt x="4255" y="350"/>
                    <a:pt x="4255" y="782"/>
                  </a:cubicBezTo>
                  <a:cubicBezTo>
                    <a:pt x="4255" y="3344"/>
                    <a:pt x="6339" y="5428"/>
                    <a:pt x="8901" y="5428"/>
                  </a:cubicBezTo>
                  <a:lnTo>
                    <a:pt x="10253" y="5428"/>
                  </a:lnTo>
                  <a:cubicBezTo>
                    <a:pt x="10569" y="5428"/>
                    <a:pt x="10827" y="5684"/>
                    <a:pt x="10827" y="6001"/>
                  </a:cubicBezTo>
                  <a:cubicBezTo>
                    <a:pt x="10827" y="6317"/>
                    <a:pt x="10569" y="6574"/>
                    <a:pt x="10253" y="6574"/>
                  </a:cubicBezTo>
                  <a:lnTo>
                    <a:pt x="4164" y="6574"/>
                  </a:lnTo>
                  <a:cubicBezTo>
                    <a:pt x="1869" y="6574"/>
                    <a:pt x="1" y="8441"/>
                    <a:pt x="1" y="10737"/>
                  </a:cubicBezTo>
                  <a:cubicBezTo>
                    <a:pt x="1" y="13033"/>
                    <a:pt x="1869" y="14901"/>
                    <a:pt x="4164" y="14901"/>
                  </a:cubicBezTo>
                  <a:lnTo>
                    <a:pt x="8660" y="14901"/>
                  </a:lnTo>
                  <a:cubicBezTo>
                    <a:pt x="9092" y="14901"/>
                    <a:pt x="9442" y="14551"/>
                    <a:pt x="9443" y="14118"/>
                  </a:cubicBezTo>
                  <a:cubicBezTo>
                    <a:pt x="9443" y="13687"/>
                    <a:pt x="9093" y="13338"/>
                    <a:pt x="8662" y="13338"/>
                  </a:cubicBezTo>
                  <a:lnTo>
                    <a:pt x="4166" y="13338"/>
                  </a:lnTo>
                  <a:cubicBezTo>
                    <a:pt x="2731" y="13338"/>
                    <a:pt x="1564" y="12171"/>
                    <a:pt x="1564" y="10736"/>
                  </a:cubicBezTo>
                  <a:cubicBezTo>
                    <a:pt x="1564" y="9301"/>
                    <a:pt x="2731" y="8134"/>
                    <a:pt x="4166" y="8134"/>
                  </a:cubicBezTo>
                  <a:lnTo>
                    <a:pt x="10255" y="8134"/>
                  </a:lnTo>
                  <a:cubicBezTo>
                    <a:pt x="11431" y="8134"/>
                    <a:pt x="12388" y="7178"/>
                    <a:pt x="12388" y="6001"/>
                  </a:cubicBezTo>
                  <a:cubicBezTo>
                    <a:pt x="12388" y="4824"/>
                    <a:pt x="11432" y="3867"/>
                    <a:pt x="10255" y="3867"/>
                  </a:cubicBezTo>
                  <a:lnTo>
                    <a:pt x="8902" y="3867"/>
                  </a:lnTo>
                  <a:cubicBezTo>
                    <a:pt x="7199" y="3867"/>
                    <a:pt x="5816" y="2482"/>
                    <a:pt x="5816" y="782"/>
                  </a:cubicBezTo>
                  <a:cubicBezTo>
                    <a:pt x="5816" y="350"/>
                    <a:pt x="5467" y="0"/>
                    <a:pt x="5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9"/>
            <p:cNvSpPr/>
            <p:nvPr/>
          </p:nvSpPr>
          <p:spPr>
            <a:xfrm>
              <a:off x="7763504" y="4650673"/>
              <a:ext cx="280068" cy="280068"/>
            </a:xfrm>
            <a:custGeom>
              <a:avLst/>
              <a:gdLst/>
              <a:ahLst/>
              <a:cxnLst/>
              <a:rect l="l" t="t" r="r" b="b"/>
              <a:pathLst>
                <a:path w="9665" h="9665" extrusionOk="0">
                  <a:moveTo>
                    <a:pt x="4832" y="1"/>
                  </a:moveTo>
                  <a:cubicBezTo>
                    <a:pt x="3550" y="1"/>
                    <a:pt x="2321" y="510"/>
                    <a:pt x="1415" y="1416"/>
                  </a:cubicBezTo>
                  <a:cubicBezTo>
                    <a:pt x="509" y="2323"/>
                    <a:pt x="0" y="3551"/>
                    <a:pt x="0" y="4833"/>
                  </a:cubicBezTo>
                  <a:cubicBezTo>
                    <a:pt x="0" y="6114"/>
                    <a:pt x="509" y="7344"/>
                    <a:pt x="1415" y="8249"/>
                  </a:cubicBezTo>
                  <a:cubicBezTo>
                    <a:pt x="2321" y="9156"/>
                    <a:pt x="3550" y="9665"/>
                    <a:pt x="4832" y="9665"/>
                  </a:cubicBezTo>
                  <a:cubicBezTo>
                    <a:pt x="6114" y="9665"/>
                    <a:pt x="7342" y="9156"/>
                    <a:pt x="8249" y="8249"/>
                  </a:cubicBezTo>
                  <a:cubicBezTo>
                    <a:pt x="9155" y="7344"/>
                    <a:pt x="9664" y="6114"/>
                    <a:pt x="9664" y="4833"/>
                  </a:cubicBezTo>
                  <a:cubicBezTo>
                    <a:pt x="9664" y="3551"/>
                    <a:pt x="9155" y="2323"/>
                    <a:pt x="8249" y="1416"/>
                  </a:cubicBezTo>
                  <a:cubicBezTo>
                    <a:pt x="7342" y="510"/>
                    <a:pt x="6114" y="1"/>
                    <a:pt x="48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9"/>
            <p:cNvSpPr/>
            <p:nvPr/>
          </p:nvSpPr>
          <p:spPr>
            <a:xfrm>
              <a:off x="3084393" y="4902470"/>
              <a:ext cx="401686" cy="241035"/>
            </a:xfrm>
            <a:custGeom>
              <a:avLst/>
              <a:gdLst/>
              <a:ahLst/>
              <a:cxnLst/>
              <a:rect l="l" t="t" r="r" b="b"/>
              <a:pathLst>
                <a:path w="13862" h="8318" extrusionOk="0">
                  <a:moveTo>
                    <a:pt x="6931" y="1"/>
                  </a:moveTo>
                  <a:cubicBezTo>
                    <a:pt x="3103" y="1"/>
                    <a:pt x="0" y="3103"/>
                    <a:pt x="0" y="6932"/>
                  </a:cubicBezTo>
                  <a:lnTo>
                    <a:pt x="0" y="8317"/>
                  </a:lnTo>
                  <a:lnTo>
                    <a:pt x="13861" y="8317"/>
                  </a:lnTo>
                  <a:lnTo>
                    <a:pt x="13861" y="6932"/>
                  </a:lnTo>
                  <a:cubicBezTo>
                    <a:pt x="13861" y="3103"/>
                    <a:pt x="10759" y="1"/>
                    <a:pt x="69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9"/>
            <p:cNvSpPr/>
            <p:nvPr/>
          </p:nvSpPr>
          <p:spPr>
            <a:xfrm>
              <a:off x="8265489" y="172905"/>
              <a:ext cx="878511" cy="599139"/>
            </a:xfrm>
            <a:custGeom>
              <a:avLst/>
              <a:gdLst/>
              <a:ahLst/>
              <a:cxnLst/>
              <a:rect l="l" t="t" r="r" b="b"/>
              <a:pathLst>
                <a:path w="30317" h="20676" extrusionOk="0">
                  <a:moveTo>
                    <a:pt x="29981" y="336"/>
                  </a:moveTo>
                  <a:lnTo>
                    <a:pt x="29981" y="20339"/>
                  </a:lnTo>
                  <a:lnTo>
                    <a:pt x="10337" y="20339"/>
                  </a:lnTo>
                  <a:cubicBezTo>
                    <a:pt x="8988" y="20339"/>
                    <a:pt x="7677" y="20073"/>
                    <a:pt x="6445" y="19552"/>
                  </a:cubicBezTo>
                  <a:cubicBezTo>
                    <a:pt x="5253" y="19048"/>
                    <a:pt x="4184" y="18327"/>
                    <a:pt x="3266" y="17408"/>
                  </a:cubicBezTo>
                  <a:cubicBezTo>
                    <a:pt x="2347" y="16489"/>
                    <a:pt x="1626" y="15421"/>
                    <a:pt x="1122" y="14229"/>
                  </a:cubicBezTo>
                  <a:cubicBezTo>
                    <a:pt x="601" y="12998"/>
                    <a:pt x="336" y="11687"/>
                    <a:pt x="336" y="10337"/>
                  </a:cubicBezTo>
                  <a:cubicBezTo>
                    <a:pt x="336" y="8987"/>
                    <a:pt x="601" y="7677"/>
                    <a:pt x="1122" y="6444"/>
                  </a:cubicBezTo>
                  <a:cubicBezTo>
                    <a:pt x="1627" y="5254"/>
                    <a:pt x="2347" y="4184"/>
                    <a:pt x="3266" y="3266"/>
                  </a:cubicBezTo>
                  <a:cubicBezTo>
                    <a:pt x="4184" y="2348"/>
                    <a:pt x="5253" y="1626"/>
                    <a:pt x="6445" y="1122"/>
                  </a:cubicBezTo>
                  <a:cubicBezTo>
                    <a:pt x="7677" y="601"/>
                    <a:pt x="8988" y="336"/>
                    <a:pt x="10337" y="336"/>
                  </a:cubicBezTo>
                  <a:close/>
                  <a:moveTo>
                    <a:pt x="10337" y="1"/>
                  </a:moveTo>
                  <a:cubicBezTo>
                    <a:pt x="8941" y="1"/>
                    <a:pt x="7589" y="273"/>
                    <a:pt x="6313" y="812"/>
                  </a:cubicBezTo>
                  <a:cubicBezTo>
                    <a:pt x="5082" y="1333"/>
                    <a:pt x="3977" y="2077"/>
                    <a:pt x="3027" y="3027"/>
                  </a:cubicBezTo>
                  <a:cubicBezTo>
                    <a:pt x="2078" y="3977"/>
                    <a:pt x="1333" y="5082"/>
                    <a:pt x="812" y="6313"/>
                  </a:cubicBezTo>
                  <a:cubicBezTo>
                    <a:pt x="274" y="7588"/>
                    <a:pt x="1" y="8942"/>
                    <a:pt x="1" y="10337"/>
                  </a:cubicBezTo>
                  <a:cubicBezTo>
                    <a:pt x="1" y="11734"/>
                    <a:pt x="273" y="13086"/>
                    <a:pt x="812" y="14362"/>
                  </a:cubicBezTo>
                  <a:cubicBezTo>
                    <a:pt x="1333" y="15592"/>
                    <a:pt x="2077" y="16697"/>
                    <a:pt x="3027" y="17647"/>
                  </a:cubicBezTo>
                  <a:cubicBezTo>
                    <a:pt x="3977" y="18596"/>
                    <a:pt x="5082" y="19342"/>
                    <a:pt x="6313" y="19862"/>
                  </a:cubicBezTo>
                  <a:cubicBezTo>
                    <a:pt x="7589" y="20400"/>
                    <a:pt x="8942" y="20674"/>
                    <a:pt x="10337" y="20674"/>
                  </a:cubicBezTo>
                  <a:lnTo>
                    <a:pt x="10337" y="20675"/>
                  </a:lnTo>
                  <a:lnTo>
                    <a:pt x="30317" y="20675"/>
                  </a:lnTo>
                  <a:lnTo>
                    <a:pt x="30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9"/>
            <p:cNvSpPr/>
            <p:nvPr/>
          </p:nvSpPr>
          <p:spPr>
            <a:xfrm>
              <a:off x="8265499" y="4436435"/>
              <a:ext cx="275286" cy="271693"/>
            </a:xfrm>
            <a:custGeom>
              <a:avLst/>
              <a:gdLst/>
              <a:ahLst/>
              <a:cxnLst/>
              <a:rect l="l" t="t" r="r" b="b"/>
              <a:pathLst>
                <a:path w="9500" h="9376" extrusionOk="0">
                  <a:moveTo>
                    <a:pt x="4931" y="1"/>
                  </a:moveTo>
                  <a:cubicBezTo>
                    <a:pt x="3810" y="1"/>
                    <a:pt x="2899" y="910"/>
                    <a:pt x="2899" y="2032"/>
                  </a:cubicBezTo>
                  <a:cubicBezTo>
                    <a:pt x="2899" y="2494"/>
                    <a:pt x="3056" y="2918"/>
                    <a:pt x="3314" y="3258"/>
                  </a:cubicBezTo>
                  <a:lnTo>
                    <a:pt x="3059" y="3258"/>
                  </a:lnTo>
                  <a:cubicBezTo>
                    <a:pt x="1370" y="3258"/>
                    <a:pt x="1" y="4627"/>
                    <a:pt x="1" y="6316"/>
                  </a:cubicBezTo>
                  <a:cubicBezTo>
                    <a:pt x="1" y="8006"/>
                    <a:pt x="1370" y="9376"/>
                    <a:pt x="3059" y="9376"/>
                  </a:cubicBezTo>
                  <a:lnTo>
                    <a:pt x="6439" y="9376"/>
                  </a:lnTo>
                  <a:cubicBezTo>
                    <a:pt x="8128" y="9376"/>
                    <a:pt x="9499" y="8006"/>
                    <a:pt x="9499" y="6316"/>
                  </a:cubicBezTo>
                  <a:cubicBezTo>
                    <a:pt x="9500" y="5288"/>
                    <a:pt x="8989" y="4379"/>
                    <a:pt x="8210" y="3824"/>
                  </a:cubicBezTo>
                  <a:cubicBezTo>
                    <a:pt x="8850" y="3482"/>
                    <a:pt x="9287" y="2809"/>
                    <a:pt x="9287" y="2032"/>
                  </a:cubicBezTo>
                  <a:cubicBezTo>
                    <a:pt x="9287" y="910"/>
                    <a:pt x="8376" y="1"/>
                    <a:pt x="7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cSld name="BLANK_1_2_2">
    <p:spTree>
      <p:nvGrpSpPr>
        <p:cNvPr id="1" name="Shape 275"/>
        <p:cNvGrpSpPr/>
        <p:nvPr/>
      </p:nvGrpSpPr>
      <p:grpSpPr>
        <a:xfrm>
          <a:off x="0" y="0"/>
          <a:ext cx="0" cy="0"/>
          <a:chOff x="0" y="0"/>
          <a:chExt cx="0" cy="0"/>
        </a:xfrm>
      </p:grpSpPr>
      <p:sp>
        <p:nvSpPr>
          <p:cNvPr id="276" name="Google Shape;276;p20"/>
          <p:cNvSpPr txBox="1">
            <a:spLocks noGrp="1"/>
          </p:cNvSpPr>
          <p:nvPr>
            <p:ph type="subTitle" idx="1"/>
          </p:nvPr>
        </p:nvSpPr>
        <p:spPr>
          <a:xfrm>
            <a:off x="4572000" y="2470025"/>
            <a:ext cx="3852000" cy="797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277" name="Google Shape;277;p20"/>
          <p:cNvSpPr txBox="1">
            <a:spLocks noGrp="1"/>
          </p:cNvSpPr>
          <p:nvPr>
            <p:ph type="title"/>
          </p:nvPr>
        </p:nvSpPr>
        <p:spPr>
          <a:xfrm>
            <a:off x="4572000" y="1876050"/>
            <a:ext cx="3852000" cy="670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algn="r" rtl="0">
              <a:spcBef>
                <a:spcPts val="0"/>
              </a:spcBef>
              <a:spcAft>
                <a:spcPts val="0"/>
              </a:spcAft>
              <a:buSzPts val="3000"/>
              <a:buNone/>
              <a:defRPr/>
            </a:lvl2pPr>
            <a:lvl3pPr lvl="2" algn="r" rtl="0">
              <a:spcBef>
                <a:spcPts val="0"/>
              </a:spcBef>
              <a:spcAft>
                <a:spcPts val="0"/>
              </a:spcAft>
              <a:buSzPts val="3000"/>
              <a:buNone/>
              <a:defRPr/>
            </a:lvl3pPr>
            <a:lvl4pPr lvl="3" algn="r" rtl="0">
              <a:spcBef>
                <a:spcPts val="0"/>
              </a:spcBef>
              <a:spcAft>
                <a:spcPts val="0"/>
              </a:spcAft>
              <a:buSzPts val="3000"/>
              <a:buNone/>
              <a:defRPr/>
            </a:lvl4pPr>
            <a:lvl5pPr lvl="4" algn="r" rtl="0">
              <a:spcBef>
                <a:spcPts val="0"/>
              </a:spcBef>
              <a:spcAft>
                <a:spcPts val="0"/>
              </a:spcAft>
              <a:buSzPts val="3000"/>
              <a:buNone/>
              <a:defRPr/>
            </a:lvl5pPr>
            <a:lvl6pPr lvl="5" algn="r" rtl="0">
              <a:spcBef>
                <a:spcPts val="0"/>
              </a:spcBef>
              <a:spcAft>
                <a:spcPts val="0"/>
              </a:spcAft>
              <a:buSzPts val="3000"/>
              <a:buNone/>
              <a:defRPr/>
            </a:lvl6pPr>
            <a:lvl7pPr lvl="6" algn="r" rtl="0">
              <a:spcBef>
                <a:spcPts val="0"/>
              </a:spcBef>
              <a:spcAft>
                <a:spcPts val="0"/>
              </a:spcAft>
              <a:buSzPts val="3000"/>
              <a:buNone/>
              <a:defRPr/>
            </a:lvl7pPr>
            <a:lvl8pPr lvl="7" algn="r" rtl="0">
              <a:spcBef>
                <a:spcPts val="0"/>
              </a:spcBef>
              <a:spcAft>
                <a:spcPts val="0"/>
              </a:spcAft>
              <a:buSzPts val="3000"/>
              <a:buNone/>
              <a:defRPr/>
            </a:lvl8pPr>
            <a:lvl9pPr lvl="8" algn="r" rtl="0">
              <a:spcBef>
                <a:spcPts val="0"/>
              </a:spcBef>
              <a:spcAft>
                <a:spcPts val="0"/>
              </a:spcAft>
              <a:buSzPts val="3000"/>
              <a:buNone/>
              <a:defRPr/>
            </a:lvl9pPr>
          </a:lstStyle>
          <a:p>
            <a:endParaRPr/>
          </a:p>
        </p:txBody>
      </p:sp>
      <p:grpSp>
        <p:nvGrpSpPr>
          <p:cNvPr id="278" name="Google Shape;278;p20"/>
          <p:cNvGrpSpPr/>
          <p:nvPr/>
        </p:nvGrpSpPr>
        <p:grpSpPr>
          <a:xfrm>
            <a:off x="294215" y="8"/>
            <a:ext cx="8849795" cy="5143500"/>
            <a:chOff x="294215" y="8"/>
            <a:chExt cx="8849795" cy="5143500"/>
          </a:xfrm>
        </p:grpSpPr>
        <p:sp>
          <p:nvSpPr>
            <p:cNvPr id="279" name="Google Shape;279;p20"/>
            <p:cNvSpPr/>
            <p:nvPr/>
          </p:nvSpPr>
          <p:spPr>
            <a:xfrm>
              <a:off x="8542695" y="3101316"/>
              <a:ext cx="347730" cy="370217"/>
            </a:xfrm>
            <a:custGeom>
              <a:avLst/>
              <a:gdLst/>
              <a:ahLst/>
              <a:cxnLst/>
              <a:rect l="l" t="t" r="r" b="b"/>
              <a:pathLst>
                <a:path w="12000" h="12776" extrusionOk="0">
                  <a:moveTo>
                    <a:pt x="781" y="0"/>
                  </a:moveTo>
                  <a:cubicBezTo>
                    <a:pt x="350" y="0"/>
                    <a:pt x="0" y="350"/>
                    <a:pt x="0" y="781"/>
                  </a:cubicBezTo>
                  <a:cubicBezTo>
                    <a:pt x="0" y="1213"/>
                    <a:pt x="350" y="1563"/>
                    <a:pt x="781" y="1563"/>
                  </a:cubicBezTo>
                  <a:lnTo>
                    <a:pt x="7161" y="1563"/>
                  </a:lnTo>
                  <a:cubicBezTo>
                    <a:pt x="8968" y="1563"/>
                    <a:pt x="10440" y="3033"/>
                    <a:pt x="10440" y="4842"/>
                  </a:cubicBezTo>
                  <a:cubicBezTo>
                    <a:pt x="10440" y="6650"/>
                    <a:pt x="8968" y="8121"/>
                    <a:pt x="7161" y="8121"/>
                  </a:cubicBezTo>
                  <a:lnTo>
                    <a:pt x="2329" y="8121"/>
                  </a:lnTo>
                  <a:cubicBezTo>
                    <a:pt x="1045" y="8121"/>
                    <a:pt x="1" y="9165"/>
                    <a:pt x="1" y="10448"/>
                  </a:cubicBezTo>
                  <a:cubicBezTo>
                    <a:pt x="1" y="11730"/>
                    <a:pt x="1045" y="12775"/>
                    <a:pt x="2329" y="12775"/>
                  </a:cubicBezTo>
                  <a:lnTo>
                    <a:pt x="7161" y="12775"/>
                  </a:lnTo>
                  <a:cubicBezTo>
                    <a:pt x="7591" y="12775"/>
                    <a:pt x="7941" y="12425"/>
                    <a:pt x="7941" y="11994"/>
                  </a:cubicBezTo>
                  <a:cubicBezTo>
                    <a:pt x="7941" y="11563"/>
                    <a:pt x="7591" y="11213"/>
                    <a:pt x="7161" y="11213"/>
                  </a:cubicBezTo>
                  <a:lnTo>
                    <a:pt x="2329" y="11213"/>
                  </a:lnTo>
                  <a:cubicBezTo>
                    <a:pt x="1905" y="11213"/>
                    <a:pt x="1561" y="10868"/>
                    <a:pt x="1561" y="10446"/>
                  </a:cubicBezTo>
                  <a:cubicBezTo>
                    <a:pt x="1561" y="10023"/>
                    <a:pt x="1906" y="9680"/>
                    <a:pt x="2329" y="9680"/>
                  </a:cubicBezTo>
                  <a:lnTo>
                    <a:pt x="7161" y="9680"/>
                  </a:lnTo>
                  <a:cubicBezTo>
                    <a:pt x="9830" y="9680"/>
                    <a:pt x="12000" y="7509"/>
                    <a:pt x="12000" y="4840"/>
                  </a:cubicBezTo>
                  <a:cubicBezTo>
                    <a:pt x="12000" y="2172"/>
                    <a:pt x="9830" y="0"/>
                    <a:pt x="7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0"/>
            <p:cNvSpPr/>
            <p:nvPr/>
          </p:nvSpPr>
          <p:spPr>
            <a:xfrm>
              <a:off x="5476399" y="8"/>
              <a:ext cx="388414" cy="868832"/>
            </a:xfrm>
            <a:custGeom>
              <a:avLst/>
              <a:gdLst/>
              <a:ahLst/>
              <a:cxnLst/>
              <a:rect l="l" t="t" r="r" b="b"/>
              <a:pathLst>
                <a:path w="13404" h="29983" extrusionOk="0">
                  <a:moveTo>
                    <a:pt x="1" y="1"/>
                  </a:moveTo>
                  <a:lnTo>
                    <a:pt x="1" y="23281"/>
                  </a:lnTo>
                  <a:cubicBezTo>
                    <a:pt x="1" y="26981"/>
                    <a:pt x="3000" y="29982"/>
                    <a:pt x="6701" y="29982"/>
                  </a:cubicBezTo>
                  <a:cubicBezTo>
                    <a:pt x="10403" y="29982"/>
                    <a:pt x="13403" y="26983"/>
                    <a:pt x="13402" y="23281"/>
                  </a:cubicBezTo>
                  <a:lnTo>
                    <a:pt x="134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1" name="Google Shape;281;p20"/>
            <p:cNvGrpSpPr/>
            <p:nvPr/>
          </p:nvGrpSpPr>
          <p:grpSpPr>
            <a:xfrm>
              <a:off x="8166223" y="3904749"/>
              <a:ext cx="977788" cy="1238759"/>
              <a:chOff x="227223" y="1681074"/>
              <a:chExt cx="977788" cy="1238759"/>
            </a:xfrm>
          </p:grpSpPr>
          <p:sp>
            <p:nvSpPr>
              <p:cNvPr id="282" name="Google Shape;282;p20"/>
              <p:cNvSpPr/>
              <p:nvPr/>
            </p:nvSpPr>
            <p:spPr>
              <a:xfrm>
                <a:off x="283700" y="1737638"/>
                <a:ext cx="864805" cy="1168054"/>
              </a:xfrm>
              <a:custGeom>
                <a:avLst/>
                <a:gdLst/>
                <a:ahLst/>
                <a:cxnLst/>
                <a:rect l="l" t="t" r="r" b="b"/>
                <a:pathLst>
                  <a:path w="29844" h="40309" extrusionOk="0">
                    <a:moveTo>
                      <a:pt x="14922" y="0"/>
                    </a:moveTo>
                    <a:cubicBezTo>
                      <a:pt x="6694" y="0"/>
                      <a:pt x="0" y="6694"/>
                      <a:pt x="0" y="14921"/>
                    </a:cubicBezTo>
                    <a:lnTo>
                      <a:pt x="0" y="40308"/>
                    </a:lnTo>
                    <a:lnTo>
                      <a:pt x="976" y="40308"/>
                    </a:lnTo>
                    <a:lnTo>
                      <a:pt x="976" y="14921"/>
                    </a:lnTo>
                    <a:cubicBezTo>
                      <a:pt x="976" y="7232"/>
                      <a:pt x="7233" y="976"/>
                      <a:pt x="14923" y="976"/>
                    </a:cubicBezTo>
                    <a:cubicBezTo>
                      <a:pt x="22612" y="976"/>
                      <a:pt x="28868" y="7232"/>
                      <a:pt x="28868" y="14921"/>
                    </a:cubicBezTo>
                    <a:lnTo>
                      <a:pt x="28868" y="40308"/>
                    </a:lnTo>
                    <a:lnTo>
                      <a:pt x="29843" y="40308"/>
                    </a:lnTo>
                    <a:lnTo>
                      <a:pt x="29843" y="14921"/>
                    </a:lnTo>
                    <a:cubicBezTo>
                      <a:pt x="29843" y="6694"/>
                      <a:pt x="23149" y="0"/>
                      <a:pt x="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0"/>
              <p:cNvSpPr/>
              <p:nvPr/>
            </p:nvSpPr>
            <p:spPr>
              <a:xfrm>
                <a:off x="227223" y="1681074"/>
                <a:ext cx="977788" cy="1238759"/>
              </a:xfrm>
              <a:custGeom>
                <a:avLst/>
                <a:gdLst/>
                <a:ahLst/>
                <a:cxnLst/>
                <a:rect l="l" t="t" r="r" b="b"/>
                <a:pathLst>
                  <a:path w="33743" h="42749" extrusionOk="0">
                    <a:moveTo>
                      <a:pt x="16871" y="976"/>
                    </a:moveTo>
                    <a:cubicBezTo>
                      <a:pt x="25637" y="976"/>
                      <a:pt x="32767" y="8108"/>
                      <a:pt x="32767" y="16873"/>
                    </a:cubicBezTo>
                    <a:lnTo>
                      <a:pt x="32767" y="41773"/>
                    </a:lnTo>
                    <a:lnTo>
                      <a:pt x="29841" y="41773"/>
                    </a:lnTo>
                    <a:lnTo>
                      <a:pt x="29841" y="16873"/>
                    </a:lnTo>
                    <a:cubicBezTo>
                      <a:pt x="29841" y="9721"/>
                      <a:pt x="24022" y="3903"/>
                      <a:pt x="16871" y="3903"/>
                    </a:cubicBezTo>
                    <a:cubicBezTo>
                      <a:pt x="9719" y="3903"/>
                      <a:pt x="3901" y="9721"/>
                      <a:pt x="3901" y="16873"/>
                    </a:cubicBezTo>
                    <a:lnTo>
                      <a:pt x="3901" y="41773"/>
                    </a:lnTo>
                    <a:lnTo>
                      <a:pt x="976" y="41773"/>
                    </a:lnTo>
                    <a:lnTo>
                      <a:pt x="976" y="16873"/>
                    </a:lnTo>
                    <a:cubicBezTo>
                      <a:pt x="976" y="8109"/>
                      <a:pt x="8104" y="976"/>
                      <a:pt x="16871" y="976"/>
                    </a:cubicBezTo>
                    <a:close/>
                    <a:moveTo>
                      <a:pt x="16872" y="1"/>
                    </a:moveTo>
                    <a:cubicBezTo>
                      <a:pt x="7567" y="1"/>
                      <a:pt x="0" y="7571"/>
                      <a:pt x="0" y="16873"/>
                    </a:cubicBezTo>
                    <a:lnTo>
                      <a:pt x="0" y="42746"/>
                    </a:lnTo>
                    <a:lnTo>
                      <a:pt x="4877" y="42746"/>
                    </a:lnTo>
                    <a:lnTo>
                      <a:pt x="4877" y="16873"/>
                    </a:lnTo>
                    <a:cubicBezTo>
                      <a:pt x="4877" y="10258"/>
                      <a:pt x="10256" y="4878"/>
                      <a:pt x="16870" y="4878"/>
                    </a:cubicBezTo>
                    <a:cubicBezTo>
                      <a:pt x="23485" y="4878"/>
                      <a:pt x="28865" y="10258"/>
                      <a:pt x="28865" y="16873"/>
                    </a:cubicBezTo>
                    <a:lnTo>
                      <a:pt x="28865" y="42748"/>
                    </a:lnTo>
                    <a:lnTo>
                      <a:pt x="33743" y="42748"/>
                    </a:lnTo>
                    <a:lnTo>
                      <a:pt x="33743" y="16873"/>
                    </a:lnTo>
                    <a:cubicBezTo>
                      <a:pt x="33743" y="7571"/>
                      <a:pt x="26176" y="1"/>
                      <a:pt x="16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4" name="Google Shape;284;p20"/>
            <p:cNvSpPr/>
            <p:nvPr/>
          </p:nvSpPr>
          <p:spPr>
            <a:xfrm>
              <a:off x="6866672" y="4759916"/>
              <a:ext cx="639331" cy="383575"/>
            </a:xfrm>
            <a:custGeom>
              <a:avLst/>
              <a:gdLst/>
              <a:ahLst/>
              <a:cxnLst/>
              <a:rect l="l" t="t" r="r" b="b"/>
              <a:pathLst>
                <a:path w="22063" h="13237" extrusionOk="0">
                  <a:moveTo>
                    <a:pt x="11031" y="0"/>
                  </a:moveTo>
                  <a:cubicBezTo>
                    <a:pt x="4940" y="0"/>
                    <a:pt x="0" y="4939"/>
                    <a:pt x="0" y="11030"/>
                  </a:cubicBezTo>
                  <a:lnTo>
                    <a:pt x="0" y="13237"/>
                  </a:lnTo>
                  <a:lnTo>
                    <a:pt x="22062" y="13237"/>
                  </a:lnTo>
                  <a:lnTo>
                    <a:pt x="22062" y="11030"/>
                  </a:lnTo>
                  <a:cubicBezTo>
                    <a:pt x="22062" y="4939"/>
                    <a:pt x="17123" y="0"/>
                    <a:pt x="110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0"/>
            <p:cNvSpPr/>
            <p:nvPr/>
          </p:nvSpPr>
          <p:spPr>
            <a:xfrm>
              <a:off x="362436" y="10"/>
              <a:ext cx="9765" cy="1011720"/>
            </a:xfrm>
            <a:custGeom>
              <a:avLst/>
              <a:gdLst/>
              <a:ahLst/>
              <a:cxnLst/>
              <a:rect l="l" t="t" r="r" b="b"/>
              <a:pathLst>
                <a:path w="337" h="34914" extrusionOk="0">
                  <a:moveTo>
                    <a:pt x="1" y="0"/>
                  </a:moveTo>
                  <a:lnTo>
                    <a:pt x="1" y="34914"/>
                  </a:lnTo>
                  <a:lnTo>
                    <a:pt x="336" y="34914"/>
                  </a:lnTo>
                  <a:lnTo>
                    <a:pt x="3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0"/>
            <p:cNvSpPr/>
            <p:nvPr/>
          </p:nvSpPr>
          <p:spPr>
            <a:xfrm>
              <a:off x="294215" y="2408778"/>
              <a:ext cx="146191" cy="427273"/>
            </a:xfrm>
            <a:custGeom>
              <a:avLst/>
              <a:gdLst/>
              <a:ahLst/>
              <a:cxnLst/>
              <a:rect l="l" t="t" r="r" b="b"/>
              <a:pathLst>
                <a:path w="5045" h="14745" extrusionOk="0">
                  <a:moveTo>
                    <a:pt x="2523" y="1"/>
                  </a:moveTo>
                  <a:cubicBezTo>
                    <a:pt x="1130" y="1"/>
                    <a:pt x="1" y="1130"/>
                    <a:pt x="1" y="2523"/>
                  </a:cubicBezTo>
                  <a:cubicBezTo>
                    <a:pt x="1" y="3723"/>
                    <a:pt x="840" y="4724"/>
                    <a:pt x="1962" y="4980"/>
                  </a:cubicBezTo>
                  <a:cubicBezTo>
                    <a:pt x="840" y="5235"/>
                    <a:pt x="1" y="6237"/>
                    <a:pt x="1" y="7438"/>
                  </a:cubicBezTo>
                  <a:cubicBezTo>
                    <a:pt x="1" y="8552"/>
                    <a:pt x="727" y="9497"/>
                    <a:pt x="1729" y="9830"/>
                  </a:cubicBezTo>
                  <a:cubicBezTo>
                    <a:pt x="725" y="10163"/>
                    <a:pt x="1" y="11107"/>
                    <a:pt x="1" y="12222"/>
                  </a:cubicBezTo>
                  <a:cubicBezTo>
                    <a:pt x="1" y="13615"/>
                    <a:pt x="1130" y="14744"/>
                    <a:pt x="2523" y="14744"/>
                  </a:cubicBezTo>
                  <a:cubicBezTo>
                    <a:pt x="3915" y="14744"/>
                    <a:pt x="5044" y="13615"/>
                    <a:pt x="5044" y="12222"/>
                  </a:cubicBezTo>
                  <a:cubicBezTo>
                    <a:pt x="5044" y="11107"/>
                    <a:pt x="4320" y="10162"/>
                    <a:pt x="3316" y="9830"/>
                  </a:cubicBezTo>
                  <a:cubicBezTo>
                    <a:pt x="4320" y="9497"/>
                    <a:pt x="5044" y="8553"/>
                    <a:pt x="5044" y="7438"/>
                  </a:cubicBezTo>
                  <a:cubicBezTo>
                    <a:pt x="5044" y="6237"/>
                    <a:pt x="4206" y="5235"/>
                    <a:pt x="3083" y="4980"/>
                  </a:cubicBezTo>
                  <a:cubicBezTo>
                    <a:pt x="4206" y="4724"/>
                    <a:pt x="5044" y="3723"/>
                    <a:pt x="5044" y="2523"/>
                  </a:cubicBezTo>
                  <a:cubicBezTo>
                    <a:pt x="5044" y="1130"/>
                    <a:pt x="3915" y="1"/>
                    <a:pt x="25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0"/>
            <p:cNvSpPr/>
            <p:nvPr/>
          </p:nvSpPr>
          <p:spPr>
            <a:xfrm>
              <a:off x="362649" y="4603494"/>
              <a:ext cx="9331" cy="537504"/>
            </a:xfrm>
            <a:custGeom>
              <a:avLst/>
              <a:gdLst/>
              <a:ahLst/>
              <a:cxnLst/>
              <a:rect l="l" t="t" r="r" b="b"/>
              <a:pathLst>
                <a:path w="322" h="18549" extrusionOk="0">
                  <a:moveTo>
                    <a:pt x="1" y="1"/>
                  </a:moveTo>
                  <a:lnTo>
                    <a:pt x="1" y="18548"/>
                  </a:lnTo>
                  <a:lnTo>
                    <a:pt x="322" y="18548"/>
                  </a:lnTo>
                  <a:lnTo>
                    <a:pt x="3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3">
  <p:cSld name="BLANK_1_2_1">
    <p:spTree>
      <p:nvGrpSpPr>
        <p:cNvPr id="1" name="Shape 288"/>
        <p:cNvGrpSpPr/>
        <p:nvPr/>
      </p:nvGrpSpPr>
      <p:grpSpPr>
        <a:xfrm>
          <a:off x="0" y="0"/>
          <a:ext cx="0" cy="0"/>
          <a:chOff x="0" y="0"/>
          <a:chExt cx="0" cy="0"/>
        </a:xfrm>
      </p:grpSpPr>
      <p:sp>
        <p:nvSpPr>
          <p:cNvPr id="289" name="Google Shape;289;p21"/>
          <p:cNvSpPr txBox="1">
            <a:spLocks noGrp="1"/>
          </p:cNvSpPr>
          <p:nvPr>
            <p:ph type="subTitle" idx="1"/>
          </p:nvPr>
        </p:nvSpPr>
        <p:spPr>
          <a:xfrm>
            <a:off x="929689" y="2655837"/>
            <a:ext cx="3848700" cy="929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290" name="Google Shape;290;p21"/>
          <p:cNvSpPr txBox="1">
            <a:spLocks noGrp="1"/>
          </p:cNvSpPr>
          <p:nvPr>
            <p:ph type="title"/>
          </p:nvPr>
        </p:nvSpPr>
        <p:spPr>
          <a:xfrm>
            <a:off x="929675" y="1557963"/>
            <a:ext cx="3848700" cy="10980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algn="r" rtl="0">
              <a:spcBef>
                <a:spcPts val="0"/>
              </a:spcBef>
              <a:spcAft>
                <a:spcPts val="0"/>
              </a:spcAft>
              <a:buSzPts val="3000"/>
              <a:buNone/>
              <a:defRPr/>
            </a:lvl2pPr>
            <a:lvl3pPr lvl="2" algn="r" rtl="0">
              <a:spcBef>
                <a:spcPts val="0"/>
              </a:spcBef>
              <a:spcAft>
                <a:spcPts val="0"/>
              </a:spcAft>
              <a:buSzPts val="3000"/>
              <a:buNone/>
              <a:defRPr/>
            </a:lvl3pPr>
            <a:lvl4pPr lvl="3" algn="r" rtl="0">
              <a:spcBef>
                <a:spcPts val="0"/>
              </a:spcBef>
              <a:spcAft>
                <a:spcPts val="0"/>
              </a:spcAft>
              <a:buSzPts val="3000"/>
              <a:buNone/>
              <a:defRPr/>
            </a:lvl4pPr>
            <a:lvl5pPr lvl="4" algn="r" rtl="0">
              <a:spcBef>
                <a:spcPts val="0"/>
              </a:spcBef>
              <a:spcAft>
                <a:spcPts val="0"/>
              </a:spcAft>
              <a:buSzPts val="3000"/>
              <a:buNone/>
              <a:defRPr/>
            </a:lvl5pPr>
            <a:lvl6pPr lvl="5" algn="r" rtl="0">
              <a:spcBef>
                <a:spcPts val="0"/>
              </a:spcBef>
              <a:spcAft>
                <a:spcPts val="0"/>
              </a:spcAft>
              <a:buSzPts val="3000"/>
              <a:buNone/>
              <a:defRPr/>
            </a:lvl6pPr>
            <a:lvl7pPr lvl="6" algn="r" rtl="0">
              <a:spcBef>
                <a:spcPts val="0"/>
              </a:spcBef>
              <a:spcAft>
                <a:spcPts val="0"/>
              </a:spcAft>
              <a:buSzPts val="3000"/>
              <a:buNone/>
              <a:defRPr/>
            </a:lvl7pPr>
            <a:lvl8pPr lvl="7" algn="r" rtl="0">
              <a:spcBef>
                <a:spcPts val="0"/>
              </a:spcBef>
              <a:spcAft>
                <a:spcPts val="0"/>
              </a:spcAft>
              <a:buSzPts val="3000"/>
              <a:buNone/>
              <a:defRPr/>
            </a:lvl8pPr>
            <a:lvl9pPr lvl="8" algn="r" rtl="0">
              <a:spcBef>
                <a:spcPts val="0"/>
              </a:spcBef>
              <a:spcAft>
                <a:spcPts val="0"/>
              </a:spcAft>
              <a:buSzPts val="3000"/>
              <a:buNone/>
              <a:defRPr/>
            </a:lvl9pPr>
          </a:lstStyle>
          <a:p>
            <a:endParaRPr/>
          </a:p>
        </p:txBody>
      </p:sp>
      <p:sp>
        <p:nvSpPr>
          <p:cNvPr id="291" name="Google Shape;291;p21"/>
          <p:cNvSpPr>
            <a:spLocks noGrp="1"/>
          </p:cNvSpPr>
          <p:nvPr>
            <p:ph type="pic" idx="2"/>
          </p:nvPr>
        </p:nvSpPr>
        <p:spPr>
          <a:xfrm>
            <a:off x="5717101" y="63"/>
            <a:ext cx="3426900" cy="5143500"/>
          </a:xfrm>
          <a:prstGeom prst="rect">
            <a:avLst/>
          </a:prstGeom>
          <a:noFill/>
          <a:ln>
            <a:noFill/>
          </a:ln>
        </p:spPr>
      </p:sp>
      <p:grpSp>
        <p:nvGrpSpPr>
          <p:cNvPr id="292" name="Google Shape;292;p21"/>
          <p:cNvGrpSpPr/>
          <p:nvPr/>
        </p:nvGrpSpPr>
        <p:grpSpPr>
          <a:xfrm>
            <a:off x="6" y="69"/>
            <a:ext cx="5355061" cy="5143511"/>
            <a:chOff x="6" y="69"/>
            <a:chExt cx="5355061" cy="5143511"/>
          </a:xfrm>
        </p:grpSpPr>
        <p:sp>
          <p:nvSpPr>
            <p:cNvPr id="293" name="Google Shape;293;p21"/>
            <p:cNvSpPr/>
            <p:nvPr/>
          </p:nvSpPr>
          <p:spPr>
            <a:xfrm>
              <a:off x="287941" y="1202593"/>
              <a:ext cx="186673" cy="386357"/>
            </a:xfrm>
            <a:custGeom>
              <a:avLst/>
              <a:gdLst/>
              <a:ahLst/>
              <a:cxnLst/>
              <a:rect l="l" t="t" r="r" b="b"/>
              <a:pathLst>
                <a:path w="6442" h="13333" extrusionOk="0">
                  <a:moveTo>
                    <a:pt x="3221" y="1"/>
                  </a:moveTo>
                  <a:cubicBezTo>
                    <a:pt x="1442" y="1"/>
                    <a:pt x="0" y="1442"/>
                    <a:pt x="0" y="3221"/>
                  </a:cubicBezTo>
                  <a:lnTo>
                    <a:pt x="0" y="10112"/>
                  </a:lnTo>
                  <a:cubicBezTo>
                    <a:pt x="0" y="11890"/>
                    <a:pt x="1442" y="13332"/>
                    <a:pt x="3221" y="13332"/>
                  </a:cubicBezTo>
                  <a:cubicBezTo>
                    <a:pt x="4999" y="13332"/>
                    <a:pt x="6441" y="11890"/>
                    <a:pt x="6441" y="10112"/>
                  </a:cubicBezTo>
                  <a:lnTo>
                    <a:pt x="6441" y="3221"/>
                  </a:lnTo>
                  <a:cubicBezTo>
                    <a:pt x="6441" y="1442"/>
                    <a:pt x="4999" y="1"/>
                    <a:pt x="32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1"/>
            <p:cNvSpPr/>
            <p:nvPr/>
          </p:nvSpPr>
          <p:spPr>
            <a:xfrm rot="5400000">
              <a:off x="-80319" y="663920"/>
              <a:ext cx="401686" cy="241035"/>
            </a:xfrm>
            <a:custGeom>
              <a:avLst/>
              <a:gdLst/>
              <a:ahLst/>
              <a:cxnLst/>
              <a:rect l="l" t="t" r="r" b="b"/>
              <a:pathLst>
                <a:path w="13862" h="8318" extrusionOk="0">
                  <a:moveTo>
                    <a:pt x="6931" y="1"/>
                  </a:moveTo>
                  <a:cubicBezTo>
                    <a:pt x="3103" y="1"/>
                    <a:pt x="0" y="3103"/>
                    <a:pt x="0" y="6932"/>
                  </a:cubicBezTo>
                  <a:lnTo>
                    <a:pt x="0" y="8317"/>
                  </a:lnTo>
                  <a:lnTo>
                    <a:pt x="13861" y="8317"/>
                  </a:lnTo>
                  <a:lnTo>
                    <a:pt x="13861" y="6932"/>
                  </a:lnTo>
                  <a:cubicBezTo>
                    <a:pt x="13861" y="3103"/>
                    <a:pt x="10759" y="1"/>
                    <a:pt x="69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1"/>
            <p:cNvSpPr/>
            <p:nvPr/>
          </p:nvSpPr>
          <p:spPr>
            <a:xfrm>
              <a:off x="4938582" y="426723"/>
              <a:ext cx="172213" cy="156884"/>
            </a:xfrm>
            <a:custGeom>
              <a:avLst/>
              <a:gdLst/>
              <a:ahLst/>
              <a:cxnLst/>
              <a:rect l="l" t="t" r="r" b="b"/>
              <a:pathLst>
                <a:path w="5943" h="5414" extrusionOk="0">
                  <a:moveTo>
                    <a:pt x="2972" y="0"/>
                  </a:moveTo>
                  <a:cubicBezTo>
                    <a:pt x="2279" y="0"/>
                    <a:pt x="1587" y="264"/>
                    <a:pt x="1058" y="793"/>
                  </a:cubicBezTo>
                  <a:cubicBezTo>
                    <a:pt x="1" y="1850"/>
                    <a:pt x="1" y="3563"/>
                    <a:pt x="1058" y="4620"/>
                  </a:cubicBezTo>
                  <a:cubicBezTo>
                    <a:pt x="1587" y="5149"/>
                    <a:pt x="2279" y="5413"/>
                    <a:pt x="2972" y="5413"/>
                  </a:cubicBezTo>
                  <a:cubicBezTo>
                    <a:pt x="3664" y="5413"/>
                    <a:pt x="4357" y="5149"/>
                    <a:pt x="4885" y="4620"/>
                  </a:cubicBezTo>
                  <a:cubicBezTo>
                    <a:pt x="5943" y="3563"/>
                    <a:pt x="5943" y="1850"/>
                    <a:pt x="4885" y="793"/>
                  </a:cubicBezTo>
                  <a:cubicBezTo>
                    <a:pt x="4357" y="264"/>
                    <a:pt x="3664" y="0"/>
                    <a:pt x="29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1"/>
            <p:cNvSpPr/>
            <p:nvPr/>
          </p:nvSpPr>
          <p:spPr>
            <a:xfrm>
              <a:off x="376411" y="4131860"/>
              <a:ext cx="9765" cy="1011720"/>
            </a:xfrm>
            <a:custGeom>
              <a:avLst/>
              <a:gdLst/>
              <a:ahLst/>
              <a:cxnLst/>
              <a:rect l="l" t="t" r="r" b="b"/>
              <a:pathLst>
                <a:path w="337" h="34914" extrusionOk="0">
                  <a:moveTo>
                    <a:pt x="1" y="0"/>
                  </a:moveTo>
                  <a:lnTo>
                    <a:pt x="1" y="34914"/>
                  </a:lnTo>
                  <a:lnTo>
                    <a:pt x="336" y="34914"/>
                  </a:lnTo>
                  <a:lnTo>
                    <a:pt x="3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1"/>
            <p:cNvSpPr/>
            <p:nvPr/>
          </p:nvSpPr>
          <p:spPr>
            <a:xfrm>
              <a:off x="5345737" y="69"/>
              <a:ext cx="9331" cy="537504"/>
            </a:xfrm>
            <a:custGeom>
              <a:avLst/>
              <a:gdLst/>
              <a:ahLst/>
              <a:cxnLst/>
              <a:rect l="l" t="t" r="r" b="b"/>
              <a:pathLst>
                <a:path w="322" h="18549" extrusionOk="0">
                  <a:moveTo>
                    <a:pt x="1" y="1"/>
                  </a:moveTo>
                  <a:lnTo>
                    <a:pt x="1" y="18548"/>
                  </a:lnTo>
                  <a:lnTo>
                    <a:pt x="322" y="18548"/>
                  </a:lnTo>
                  <a:lnTo>
                    <a:pt x="3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4">
  <p:cSld name="TITLE_AND_BODY_1">
    <p:spTree>
      <p:nvGrpSpPr>
        <p:cNvPr id="1" name="Shape 298"/>
        <p:cNvGrpSpPr/>
        <p:nvPr/>
      </p:nvGrpSpPr>
      <p:grpSpPr>
        <a:xfrm>
          <a:off x="0" y="0"/>
          <a:ext cx="0" cy="0"/>
          <a:chOff x="0" y="0"/>
          <a:chExt cx="0" cy="0"/>
        </a:xfrm>
      </p:grpSpPr>
      <p:sp>
        <p:nvSpPr>
          <p:cNvPr id="299" name="Google Shape;299;p22"/>
          <p:cNvSpPr txBox="1">
            <a:spLocks noGrp="1"/>
          </p:cNvSpPr>
          <p:nvPr>
            <p:ph type="title"/>
          </p:nvPr>
        </p:nvSpPr>
        <p:spPr>
          <a:xfrm>
            <a:off x="720000" y="4638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00" name="Google Shape;300;p22"/>
          <p:cNvSpPr txBox="1">
            <a:spLocks noGrp="1"/>
          </p:cNvSpPr>
          <p:nvPr>
            <p:ph type="body" idx="1"/>
          </p:nvPr>
        </p:nvSpPr>
        <p:spPr>
          <a:xfrm>
            <a:off x="720000" y="1174500"/>
            <a:ext cx="7704000" cy="8703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accent1"/>
              </a:buClr>
              <a:buSzPts val="1400"/>
              <a:buChar char="●"/>
              <a:defRPr/>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1600"/>
              </a:spcBef>
              <a:spcAft>
                <a:spcPts val="0"/>
              </a:spcAft>
              <a:buSzPts val="1400"/>
              <a:buChar char="■"/>
              <a:defRPr/>
            </a:lvl3pPr>
            <a:lvl4pPr marL="1828800" lvl="3" indent="-317500" rtl="0">
              <a:lnSpc>
                <a:spcPct val="115000"/>
              </a:lnSpc>
              <a:spcBef>
                <a:spcPts val="1600"/>
              </a:spcBef>
              <a:spcAft>
                <a:spcPts val="0"/>
              </a:spcAft>
              <a:buSzPts val="1400"/>
              <a:buChar char="●"/>
              <a:defRPr/>
            </a:lvl4pPr>
            <a:lvl5pPr marL="2286000" lvl="4" indent="-317500" rtl="0">
              <a:lnSpc>
                <a:spcPct val="115000"/>
              </a:lnSpc>
              <a:spcBef>
                <a:spcPts val="1600"/>
              </a:spcBef>
              <a:spcAft>
                <a:spcPts val="0"/>
              </a:spcAft>
              <a:buSzPts val="1400"/>
              <a:buChar char="○"/>
              <a:defRPr/>
            </a:lvl5pPr>
            <a:lvl6pPr marL="2743200" lvl="5" indent="-317500" rtl="0">
              <a:lnSpc>
                <a:spcPct val="115000"/>
              </a:lnSpc>
              <a:spcBef>
                <a:spcPts val="1600"/>
              </a:spcBef>
              <a:spcAft>
                <a:spcPts val="0"/>
              </a:spcAft>
              <a:buSzPts val="1400"/>
              <a:buChar char="■"/>
              <a:defRPr/>
            </a:lvl6pPr>
            <a:lvl7pPr marL="3200400" lvl="6" indent="-317500" rtl="0">
              <a:lnSpc>
                <a:spcPct val="115000"/>
              </a:lnSpc>
              <a:spcBef>
                <a:spcPts val="1600"/>
              </a:spcBef>
              <a:spcAft>
                <a:spcPts val="0"/>
              </a:spcAft>
              <a:buSzPts val="1400"/>
              <a:buChar char="●"/>
              <a:defRPr/>
            </a:lvl7pPr>
            <a:lvl8pPr marL="3657600" lvl="7" indent="-317500" rtl="0">
              <a:lnSpc>
                <a:spcPct val="115000"/>
              </a:lnSpc>
              <a:spcBef>
                <a:spcPts val="1600"/>
              </a:spcBef>
              <a:spcAft>
                <a:spcPts val="0"/>
              </a:spcAft>
              <a:buSzPts val="1400"/>
              <a:buChar char="○"/>
              <a:defRPr/>
            </a:lvl8pPr>
            <a:lvl9pPr marL="4114800" lvl="8" indent="-317500" rtl="0">
              <a:lnSpc>
                <a:spcPct val="115000"/>
              </a:lnSpc>
              <a:spcBef>
                <a:spcPts val="1600"/>
              </a:spcBef>
              <a:spcAft>
                <a:spcPts val="1600"/>
              </a:spcAft>
              <a:buSzPts val="1400"/>
              <a:buChar char="■"/>
              <a:defRPr/>
            </a:lvl9pPr>
          </a:lstStyle>
          <a:p>
            <a:endParaRPr/>
          </a:p>
        </p:txBody>
      </p:sp>
      <p:grpSp>
        <p:nvGrpSpPr>
          <p:cNvPr id="301" name="Google Shape;301;p22"/>
          <p:cNvGrpSpPr/>
          <p:nvPr/>
        </p:nvGrpSpPr>
        <p:grpSpPr>
          <a:xfrm>
            <a:off x="196644" y="287030"/>
            <a:ext cx="9152505" cy="4856475"/>
            <a:chOff x="196644" y="287030"/>
            <a:chExt cx="9152505" cy="4856475"/>
          </a:xfrm>
        </p:grpSpPr>
        <p:sp>
          <p:nvSpPr>
            <p:cNvPr id="302" name="Google Shape;302;p22"/>
            <p:cNvSpPr/>
            <p:nvPr/>
          </p:nvSpPr>
          <p:spPr>
            <a:xfrm>
              <a:off x="196644" y="1551820"/>
              <a:ext cx="358973" cy="431823"/>
            </a:xfrm>
            <a:custGeom>
              <a:avLst/>
              <a:gdLst/>
              <a:ahLst/>
              <a:cxnLst/>
              <a:rect l="l" t="t" r="r" b="b"/>
              <a:pathLst>
                <a:path w="12388" h="14902" extrusionOk="0">
                  <a:moveTo>
                    <a:pt x="5035" y="0"/>
                  </a:moveTo>
                  <a:cubicBezTo>
                    <a:pt x="4605" y="0"/>
                    <a:pt x="4255" y="350"/>
                    <a:pt x="4255" y="782"/>
                  </a:cubicBezTo>
                  <a:cubicBezTo>
                    <a:pt x="4255" y="3344"/>
                    <a:pt x="6339" y="5428"/>
                    <a:pt x="8901" y="5428"/>
                  </a:cubicBezTo>
                  <a:lnTo>
                    <a:pt x="10253" y="5428"/>
                  </a:lnTo>
                  <a:cubicBezTo>
                    <a:pt x="10569" y="5428"/>
                    <a:pt x="10827" y="5684"/>
                    <a:pt x="10827" y="6001"/>
                  </a:cubicBezTo>
                  <a:cubicBezTo>
                    <a:pt x="10827" y="6317"/>
                    <a:pt x="10569" y="6574"/>
                    <a:pt x="10253" y="6574"/>
                  </a:cubicBezTo>
                  <a:lnTo>
                    <a:pt x="4164" y="6574"/>
                  </a:lnTo>
                  <a:cubicBezTo>
                    <a:pt x="1869" y="6574"/>
                    <a:pt x="1" y="8441"/>
                    <a:pt x="1" y="10737"/>
                  </a:cubicBezTo>
                  <a:cubicBezTo>
                    <a:pt x="1" y="13033"/>
                    <a:pt x="1869" y="14901"/>
                    <a:pt x="4164" y="14901"/>
                  </a:cubicBezTo>
                  <a:lnTo>
                    <a:pt x="8660" y="14901"/>
                  </a:lnTo>
                  <a:cubicBezTo>
                    <a:pt x="9092" y="14901"/>
                    <a:pt x="9442" y="14551"/>
                    <a:pt x="9443" y="14118"/>
                  </a:cubicBezTo>
                  <a:cubicBezTo>
                    <a:pt x="9443" y="13687"/>
                    <a:pt x="9093" y="13338"/>
                    <a:pt x="8662" y="13338"/>
                  </a:cubicBezTo>
                  <a:lnTo>
                    <a:pt x="4166" y="13338"/>
                  </a:lnTo>
                  <a:cubicBezTo>
                    <a:pt x="2731" y="13338"/>
                    <a:pt x="1564" y="12171"/>
                    <a:pt x="1564" y="10736"/>
                  </a:cubicBezTo>
                  <a:cubicBezTo>
                    <a:pt x="1564" y="9301"/>
                    <a:pt x="2731" y="8134"/>
                    <a:pt x="4166" y="8134"/>
                  </a:cubicBezTo>
                  <a:lnTo>
                    <a:pt x="10255" y="8134"/>
                  </a:lnTo>
                  <a:cubicBezTo>
                    <a:pt x="11431" y="8134"/>
                    <a:pt x="12388" y="7178"/>
                    <a:pt x="12388" y="6001"/>
                  </a:cubicBezTo>
                  <a:cubicBezTo>
                    <a:pt x="12388" y="4824"/>
                    <a:pt x="11432" y="3867"/>
                    <a:pt x="10255" y="3867"/>
                  </a:cubicBezTo>
                  <a:lnTo>
                    <a:pt x="8902" y="3867"/>
                  </a:lnTo>
                  <a:cubicBezTo>
                    <a:pt x="7199" y="3867"/>
                    <a:pt x="5816" y="2482"/>
                    <a:pt x="5816" y="782"/>
                  </a:cubicBezTo>
                  <a:cubicBezTo>
                    <a:pt x="5816" y="350"/>
                    <a:pt x="5467" y="0"/>
                    <a:pt x="5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2"/>
            <p:cNvSpPr/>
            <p:nvPr/>
          </p:nvSpPr>
          <p:spPr>
            <a:xfrm>
              <a:off x="6049854" y="4758698"/>
              <a:ext cx="280068" cy="280068"/>
            </a:xfrm>
            <a:custGeom>
              <a:avLst/>
              <a:gdLst/>
              <a:ahLst/>
              <a:cxnLst/>
              <a:rect l="l" t="t" r="r" b="b"/>
              <a:pathLst>
                <a:path w="9665" h="9665" extrusionOk="0">
                  <a:moveTo>
                    <a:pt x="4832" y="1"/>
                  </a:moveTo>
                  <a:cubicBezTo>
                    <a:pt x="3550" y="1"/>
                    <a:pt x="2321" y="510"/>
                    <a:pt x="1415" y="1416"/>
                  </a:cubicBezTo>
                  <a:cubicBezTo>
                    <a:pt x="509" y="2323"/>
                    <a:pt x="0" y="3551"/>
                    <a:pt x="0" y="4833"/>
                  </a:cubicBezTo>
                  <a:cubicBezTo>
                    <a:pt x="0" y="6114"/>
                    <a:pt x="509" y="7344"/>
                    <a:pt x="1415" y="8249"/>
                  </a:cubicBezTo>
                  <a:cubicBezTo>
                    <a:pt x="2321" y="9156"/>
                    <a:pt x="3550" y="9665"/>
                    <a:pt x="4832" y="9665"/>
                  </a:cubicBezTo>
                  <a:cubicBezTo>
                    <a:pt x="6114" y="9665"/>
                    <a:pt x="7342" y="9156"/>
                    <a:pt x="8249" y="8249"/>
                  </a:cubicBezTo>
                  <a:cubicBezTo>
                    <a:pt x="9155" y="7344"/>
                    <a:pt x="9664" y="6114"/>
                    <a:pt x="9664" y="4833"/>
                  </a:cubicBezTo>
                  <a:cubicBezTo>
                    <a:pt x="9664" y="3551"/>
                    <a:pt x="9155" y="2323"/>
                    <a:pt x="8249" y="1416"/>
                  </a:cubicBezTo>
                  <a:cubicBezTo>
                    <a:pt x="7342" y="510"/>
                    <a:pt x="6114" y="1"/>
                    <a:pt x="48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2"/>
            <p:cNvSpPr/>
            <p:nvPr/>
          </p:nvSpPr>
          <p:spPr>
            <a:xfrm>
              <a:off x="5455106" y="4902470"/>
              <a:ext cx="401686" cy="241035"/>
            </a:xfrm>
            <a:custGeom>
              <a:avLst/>
              <a:gdLst/>
              <a:ahLst/>
              <a:cxnLst/>
              <a:rect l="l" t="t" r="r" b="b"/>
              <a:pathLst>
                <a:path w="13862" h="8318" extrusionOk="0">
                  <a:moveTo>
                    <a:pt x="6931" y="1"/>
                  </a:moveTo>
                  <a:cubicBezTo>
                    <a:pt x="3103" y="1"/>
                    <a:pt x="0" y="3103"/>
                    <a:pt x="0" y="6932"/>
                  </a:cubicBezTo>
                  <a:lnTo>
                    <a:pt x="0" y="8317"/>
                  </a:lnTo>
                  <a:lnTo>
                    <a:pt x="13861" y="8317"/>
                  </a:lnTo>
                  <a:lnTo>
                    <a:pt x="13861" y="6932"/>
                  </a:lnTo>
                  <a:cubicBezTo>
                    <a:pt x="13861" y="3103"/>
                    <a:pt x="10759" y="1"/>
                    <a:pt x="69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2"/>
            <p:cNvSpPr/>
            <p:nvPr/>
          </p:nvSpPr>
          <p:spPr>
            <a:xfrm>
              <a:off x="8470639" y="287030"/>
              <a:ext cx="878511" cy="599139"/>
            </a:xfrm>
            <a:custGeom>
              <a:avLst/>
              <a:gdLst/>
              <a:ahLst/>
              <a:cxnLst/>
              <a:rect l="l" t="t" r="r" b="b"/>
              <a:pathLst>
                <a:path w="30317" h="20676" extrusionOk="0">
                  <a:moveTo>
                    <a:pt x="29981" y="336"/>
                  </a:moveTo>
                  <a:lnTo>
                    <a:pt x="29981" y="20339"/>
                  </a:lnTo>
                  <a:lnTo>
                    <a:pt x="10337" y="20339"/>
                  </a:lnTo>
                  <a:cubicBezTo>
                    <a:pt x="8988" y="20339"/>
                    <a:pt x="7677" y="20073"/>
                    <a:pt x="6445" y="19552"/>
                  </a:cubicBezTo>
                  <a:cubicBezTo>
                    <a:pt x="5253" y="19048"/>
                    <a:pt x="4184" y="18327"/>
                    <a:pt x="3266" y="17408"/>
                  </a:cubicBezTo>
                  <a:cubicBezTo>
                    <a:pt x="2347" y="16489"/>
                    <a:pt x="1626" y="15421"/>
                    <a:pt x="1122" y="14229"/>
                  </a:cubicBezTo>
                  <a:cubicBezTo>
                    <a:pt x="601" y="12998"/>
                    <a:pt x="336" y="11687"/>
                    <a:pt x="336" y="10337"/>
                  </a:cubicBezTo>
                  <a:cubicBezTo>
                    <a:pt x="336" y="8987"/>
                    <a:pt x="601" y="7677"/>
                    <a:pt x="1122" y="6444"/>
                  </a:cubicBezTo>
                  <a:cubicBezTo>
                    <a:pt x="1627" y="5254"/>
                    <a:pt x="2347" y="4184"/>
                    <a:pt x="3266" y="3266"/>
                  </a:cubicBezTo>
                  <a:cubicBezTo>
                    <a:pt x="4184" y="2348"/>
                    <a:pt x="5253" y="1626"/>
                    <a:pt x="6445" y="1122"/>
                  </a:cubicBezTo>
                  <a:cubicBezTo>
                    <a:pt x="7677" y="601"/>
                    <a:pt x="8988" y="336"/>
                    <a:pt x="10337" y="336"/>
                  </a:cubicBezTo>
                  <a:close/>
                  <a:moveTo>
                    <a:pt x="10337" y="1"/>
                  </a:moveTo>
                  <a:cubicBezTo>
                    <a:pt x="8941" y="1"/>
                    <a:pt x="7589" y="273"/>
                    <a:pt x="6313" y="812"/>
                  </a:cubicBezTo>
                  <a:cubicBezTo>
                    <a:pt x="5082" y="1333"/>
                    <a:pt x="3977" y="2077"/>
                    <a:pt x="3027" y="3027"/>
                  </a:cubicBezTo>
                  <a:cubicBezTo>
                    <a:pt x="2078" y="3977"/>
                    <a:pt x="1333" y="5082"/>
                    <a:pt x="812" y="6313"/>
                  </a:cubicBezTo>
                  <a:cubicBezTo>
                    <a:pt x="274" y="7588"/>
                    <a:pt x="1" y="8942"/>
                    <a:pt x="1" y="10337"/>
                  </a:cubicBezTo>
                  <a:cubicBezTo>
                    <a:pt x="1" y="11734"/>
                    <a:pt x="273" y="13086"/>
                    <a:pt x="812" y="14362"/>
                  </a:cubicBezTo>
                  <a:cubicBezTo>
                    <a:pt x="1333" y="15592"/>
                    <a:pt x="2077" y="16697"/>
                    <a:pt x="3027" y="17647"/>
                  </a:cubicBezTo>
                  <a:cubicBezTo>
                    <a:pt x="3977" y="18596"/>
                    <a:pt x="5082" y="19342"/>
                    <a:pt x="6313" y="19862"/>
                  </a:cubicBezTo>
                  <a:cubicBezTo>
                    <a:pt x="7589" y="20400"/>
                    <a:pt x="8942" y="20674"/>
                    <a:pt x="10337" y="20674"/>
                  </a:cubicBezTo>
                  <a:lnTo>
                    <a:pt x="10337" y="20675"/>
                  </a:lnTo>
                  <a:lnTo>
                    <a:pt x="30317" y="20675"/>
                  </a:lnTo>
                  <a:lnTo>
                    <a:pt x="30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6" name="Google Shape;306;p22"/>
          <p:cNvSpPr/>
          <p:nvPr/>
        </p:nvSpPr>
        <p:spPr>
          <a:xfrm>
            <a:off x="368786" y="10"/>
            <a:ext cx="9765" cy="1011720"/>
          </a:xfrm>
          <a:custGeom>
            <a:avLst/>
            <a:gdLst/>
            <a:ahLst/>
            <a:cxnLst/>
            <a:rect l="l" t="t" r="r" b="b"/>
            <a:pathLst>
              <a:path w="337" h="34914" extrusionOk="0">
                <a:moveTo>
                  <a:pt x="1" y="0"/>
                </a:moveTo>
                <a:lnTo>
                  <a:pt x="1" y="34914"/>
                </a:lnTo>
                <a:lnTo>
                  <a:pt x="336" y="34914"/>
                </a:lnTo>
                <a:lnTo>
                  <a:pt x="3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1">
  <p:cSld name="TITLE_AND_BODY_1_1">
    <p:spTree>
      <p:nvGrpSpPr>
        <p:cNvPr id="1" name="Shape 307"/>
        <p:cNvGrpSpPr/>
        <p:nvPr/>
      </p:nvGrpSpPr>
      <p:grpSpPr>
        <a:xfrm>
          <a:off x="0" y="0"/>
          <a:ext cx="0" cy="0"/>
          <a:chOff x="0" y="0"/>
          <a:chExt cx="0" cy="0"/>
        </a:xfrm>
      </p:grpSpPr>
      <p:sp>
        <p:nvSpPr>
          <p:cNvPr id="308" name="Google Shape;308;p23"/>
          <p:cNvSpPr txBox="1">
            <a:spLocks noGrp="1"/>
          </p:cNvSpPr>
          <p:nvPr>
            <p:ph type="body" idx="1"/>
          </p:nvPr>
        </p:nvSpPr>
        <p:spPr>
          <a:xfrm>
            <a:off x="720000" y="1174500"/>
            <a:ext cx="3753300" cy="3429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1"/>
              </a:buClr>
              <a:buSzPts val="1400"/>
              <a:buChar char="●"/>
              <a:defRPr/>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1600"/>
              </a:spcBef>
              <a:spcAft>
                <a:spcPts val="0"/>
              </a:spcAft>
              <a:buSzPts val="1400"/>
              <a:buChar char="■"/>
              <a:defRPr/>
            </a:lvl3pPr>
            <a:lvl4pPr marL="1828800" lvl="3" indent="-317500" rtl="0">
              <a:lnSpc>
                <a:spcPct val="115000"/>
              </a:lnSpc>
              <a:spcBef>
                <a:spcPts val="1600"/>
              </a:spcBef>
              <a:spcAft>
                <a:spcPts val="0"/>
              </a:spcAft>
              <a:buSzPts val="1400"/>
              <a:buChar char="●"/>
              <a:defRPr/>
            </a:lvl4pPr>
            <a:lvl5pPr marL="2286000" lvl="4" indent="-317500" rtl="0">
              <a:lnSpc>
                <a:spcPct val="115000"/>
              </a:lnSpc>
              <a:spcBef>
                <a:spcPts val="1600"/>
              </a:spcBef>
              <a:spcAft>
                <a:spcPts val="0"/>
              </a:spcAft>
              <a:buSzPts val="1400"/>
              <a:buChar char="○"/>
              <a:defRPr/>
            </a:lvl5pPr>
            <a:lvl6pPr marL="2743200" lvl="5" indent="-317500" rtl="0">
              <a:lnSpc>
                <a:spcPct val="115000"/>
              </a:lnSpc>
              <a:spcBef>
                <a:spcPts val="1600"/>
              </a:spcBef>
              <a:spcAft>
                <a:spcPts val="0"/>
              </a:spcAft>
              <a:buSzPts val="1400"/>
              <a:buChar char="■"/>
              <a:defRPr/>
            </a:lvl6pPr>
            <a:lvl7pPr marL="3200400" lvl="6" indent="-317500" rtl="0">
              <a:lnSpc>
                <a:spcPct val="115000"/>
              </a:lnSpc>
              <a:spcBef>
                <a:spcPts val="1600"/>
              </a:spcBef>
              <a:spcAft>
                <a:spcPts val="0"/>
              </a:spcAft>
              <a:buSzPts val="1400"/>
              <a:buChar char="●"/>
              <a:defRPr/>
            </a:lvl7pPr>
            <a:lvl8pPr marL="3657600" lvl="7" indent="-317500" rtl="0">
              <a:lnSpc>
                <a:spcPct val="115000"/>
              </a:lnSpc>
              <a:spcBef>
                <a:spcPts val="1600"/>
              </a:spcBef>
              <a:spcAft>
                <a:spcPts val="0"/>
              </a:spcAft>
              <a:buSzPts val="1400"/>
              <a:buChar char="○"/>
              <a:defRPr/>
            </a:lvl8pPr>
            <a:lvl9pPr marL="4114800" lvl="8" indent="-317500" rtl="0">
              <a:lnSpc>
                <a:spcPct val="115000"/>
              </a:lnSpc>
              <a:spcBef>
                <a:spcPts val="1600"/>
              </a:spcBef>
              <a:spcAft>
                <a:spcPts val="1600"/>
              </a:spcAft>
              <a:buSzPts val="1400"/>
              <a:buChar char="■"/>
              <a:defRPr/>
            </a:lvl9pPr>
          </a:lstStyle>
          <a:p>
            <a:endParaRPr/>
          </a:p>
        </p:txBody>
      </p:sp>
      <p:sp>
        <p:nvSpPr>
          <p:cNvPr id="309" name="Google Shape;309;p23"/>
          <p:cNvSpPr txBox="1">
            <a:spLocks noGrp="1"/>
          </p:cNvSpPr>
          <p:nvPr>
            <p:ph type="body" idx="2"/>
          </p:nvPr>
        </p:nvSpPr>
        <p:spPr>
          <a:xfrm>
            <a:off x="4670700" y="1174500"/>
            <a:ext cx="3753300" cy="34290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accent1"/>
              </a:buClr>
              <a:buSzPts val="1400"/>
              <a:buChar char="●"/>
              <a:defRPr/>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1600"/>
              </a:spcBef>
              <a:spcAft>
                <a:spcPts val="0"/>
              </a:spcAft>
              <a:buSzPts val="1400"/>
              <a:buChar char="■"/>
              <a:defRPr/>
            </a:lvl3pPr>
            <a:lvl4pPr marL="1828800" lvl="3" indent="-317500" rtl="0">
              <a:lnSpc>
                <a:spcPct val="115000"/>
              </a:lnSpc>
              <a:spcBef>
                <a:spcPts val="1600"/>
              </a:spcBef>
              <a:spcAft>
                <a:spcPts val="0"/>
              </a:spcAft>
              <a:buSzPts val="1400"/>
              <a:buChar char="●"/>
              <a:defRPr/>
            </a:lvl4pPr>
            <a:lvl5pPr marL="2286000" lvl="4" indent="-317500" rtl="0">
              <a:lnSpc>
                <a:spcPct val="115000"/>
              </a:lnSpc>
              <a:spcBef>
                <a:spcPts val="1600"/>
              </a:spcBef>
              <a:spcAft>
                <a:spcPts val="0"/>
              </a:spcAft>
              <a:buSzPts val="1400"/>
              <a:buChar char="○"/>
              <a:defRPr/>
            </a:lvl5pPr>
            <a:lvl6pPr marL="2743200" lvl="5" indent="-317500" rtl="0">
              <a:lnSpc>
                <a:spcPct val="115000"/>
              </a:lnSpc>
              <a:spcBef>
                <a:spcPts val="1600"/>
              </a:spcBef>
              <a:spcAft>
                <a:spcPts val="0"/>
              </a:spcAft>
              <a:buSzPts val="1400"/>
              <a:buChar char="■"/>
              <a:defRPr/>
            </a:lvl6pPr>
            <a:lvl7pPr marL="3200400" lvl="6" indent="-317500" rtl="0">
              <a:lnSpc>
                <a:spcPct val="115000"/>
              </a:lnSpc>
              <a:spcBef>
                <a:spcPts val="1600"/>
              </a:spcBef>
              <a:spcAft>
                <a:spcPts val="0"/>
              </a:spcAft>
              <a:buSzPts val="1400"/>
              <a:buChar char="●"/>
              <a:defRPr/>
            </a:lvl7pPr>
            <a:lvl8pPr marL="3657600" lvl="7" indent="-317500" rtl="0">
              <a:lnSpc>
                <a:spcPct val="115000"/>
              </a:lnSpc>
              <a:spcBef>
                <a:spcPts val="1600"/>
              </a:spcBef>
              <a:spcAft>
                <a:spcPts val="0"/>
              </a:spcAft>
              <a:buSzPts val="1400"/>
              <a:buChar char="○"/>
              <a:defRPr/>
            </a:lvl8pPr>
            <a:lvl9pPr marL="4114800" lvl="8" indent="-317500" rtl="0">
              <a:lnSpc>
                <a:spcPct val="115000"/>
              </a:lnSpc>
              <a:spcBef>
                <a:spcPts val="1600"/>
              </a:spcBef>
              <a:spcAft>
                <a:spcPts val="1600"/>
              </a:spcAft>
              <a:buSzPts val="1400"/>
              <a:buChar char="■"/>
              <a:defRPr/>
            </a:lvl9pPr>
          </a:lstStyle>
          <a:p>
            <a:endParaRPr/>
          </a:p>
        </p:txBody>
      </p:sp>
      <p:sp>
        <p:nvSpPr>
          <p:cNvPr id="310" name="Google Shape;310;p23"/>
          <p:cNvSpPr txBox="1">
            <a:spLocks noGrp="1"/>
          </p:cNvSpPr>
          <p:nvPr>
            <p:ph type="title"/>
          </p:nvPr>
        </p:nvSpPr>
        <p:spPr>
          <a:xfrm>
            <a:off x="720000" y="4638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11" name="Google Shape;311;p23"/>
          <p:cNvGrpSpPr/>
          <p:nvPr/>
        </p:nvGrpSpPr>
        <p:grpSpPr>
          <a:xfrm>
            <a:off x="-12" y="2619120"/>
            <a:ext cx="8854505" cy="2521879"/>
            <a:chOff x="-12" y="2619120"/>
            <a:chExt cx="8854505" cy="2521879"/>
          </a:xfrm>
        </p:grpSpPr>
        <p:sp>
          <p:nvSpPr>
            <p:cNvPr id="312" name="Google Shape;312;p23"/>
            <p:cNvSpPr/>
            <p:nvPr/>
          </p:nvSpPr>
          <p:spPr>
            <a:xfrm>
              <a:off x="268854" y="3668093"/>
              <a:ext cx="186673" cy="386357"/>
            </a:xfrm>
            <a:custGeom>
              <a:avLst/>
              <a:gdLst/>
              <a:ahLst/>
              <a:cxnLst/>
              <a:rect l="l" t="t" r="r" b="b"/>
              <a:pathLst>
                <a:path w="6442" h="13333" extrusionOk="0">
                  <a:moveTo>
                    <a:pt x="3221" y="1"/>
                  </a:moveTo>
                  <a:cubicBezTo>
                    <a:pt x="1442" y="1"/>
                    <a:pt x="0" y="1442"/>
                    <a:pt x="0" y="3221"/>
                  </a:cubicBezTo>
                  <a:lnTo>
                    <a:pt x="0" y="10112"/>
                  </a:lnTo>
                  <a:cubicBezTo>
                    <a:pt x="0" y="11890"/>
                    <a:pt x="1442" y="13332"/>
                    <a:pt x="3221" y="13332"/>
                  </a:cubicBezTo>
                  <a:cubicBezTo>
                    <a:pt x="4999" y="13332"/>
                    <a:pt x="6441" y="11890"/>
                    <a:pt x="6441" y="10112"/>
                  </a:cubicBezTo>
                  <a:lnTo>
                    <a:pt x="6441" y="3221"/>
                  </a:lnTo>
                  <a:cubicBezTo>
                    <a:pt x="6441" y="1442"/>
                    <a:pt x="4999" y="1"/>
                    <a:pt x="32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3"/>
            <p:cNvSpPr/>
            <p:nvPr/>
          </p:nvSpPr>
          <p:spPr>
            <a:xfrm>
              <a:off x="8495519" y="2619120"/>
              <a:ext cx="358973" cy="431823"/>
            </a:xfrm>
            <a:custGeom>
              <a:avLst/>
              <a:gdLst/>
              <a:ahLst/>
              <a:cxnLst/>
              <a:rect l="l" t="t" r="r" b="b"/>
              <a:pathLst>
                <a:path w="12388" h="14902" extrusionOk="0">
                  <a:moveTo>
                    <a:pt x="5035" y="0"/>
                  </a:moveTo>
                  <a:cubicBezTo>
                    <a:pt x="4605" y="0"/>
                    <a:pt x="4255" y="350"/>
                    <a:pt x="4255" y="782"/>
                  </a:cubicBezTo>
                  <a:cubicBezTo>
                    <a:pt x="4255" y="3344"/>
                    <a:pt x="6339" y="5428"/>
                    <a:pt x="8901" y="5428"/>
                  </a:cubicBezTo>
                  <a:lnTo>
                    <a:pt x="10253" y="5428"/>
                  </a:lnTo>
                  <a:cubicBezTo>
                    <a:pt x="10569" y="5428"/>
                    <a:pt x="10827" y="5684"/>
                    <a:pt x="10827" y="6001"/>
                  </a:cubicBezTo>
                  <a:cubicBezTo>
                    <a:pt x="10827" y="6317"/>
                    <a:pt x="10569" y="6574"/>
                    <a:pt x="10253" y="6574"/>
                  </a:cubicBezTo>
                  <a:lnTo>
                    <a:pt x="4164" y="6574"/>
                  </a:lnTo>
                  <a:cubicBezTo>
                    <a:pt x="1869" y="6574"/>
                    <a:pt x="1" y="8441"/>
                    <a:pt x="1" y="10737"/>
                  </a:cubicBezTo>
                  <a:cubicBezTo>
                    <a:pt x="1" y="13033"/>
                    <a:pt x="1869" y="14901"/>
                    <a:pt x="4164" y="14901"/>
                  </a:cubicBezTo>
                  <a:lnTo>
                    <a:pt x="8660" y="14901"/>
                  </a:lnTo>
                  <a:cubicBezTo>
                    <a:pt x="9092" y="14901"/>
                    <a:pt x="9442" y="14551"/>
                    <a:pt x="9443" y="14118"/>
                  </a:cubicBezTo>
                  <a:cubicBezTo>
                    <a:pt x="9443" y="13687"/>
                    <a:pt x="9093" y="13338"/>
                    <a:pt x="8662" y="13338"/>
                  </a:cubicBezTo>
                  <a:lnTo>
                    <a:pt x="4166" y="13338"/>
                  </a:lnTo>
                  <a:cubicBezTo>
                    <a:pt x="2731" y="13338"/>
                    <a:pt x="1564" y="12171"/>
                    <a:pt x="1564" y="10736"/>
                  </a:cubicBezTo>
                  <a:cubicBezTo>
                    <a:pt x="1564" y="9301"/>
                    <a:pt x="2731" y="8134"/>
                    <a:pt x="4166" y="8134"/>
                  </a:cubicBezTo>
                  <a:lnTo>
                    <a:pt x="10255" y="8134"/>
                  </a:lnTo>
                  <a:cubicBezTo>
                    <a:pt x="11431" y="8134"/>
                    <a:pt x="12388" y="7178"/>
                    <a:pt x="12388" y="6001"/>
                  </a:cubicBezTo>
                  <a:cubicBezTo>
                    <a:pt x="12388" y="4824"/>
                    <a:pt x="11432" y="3867"/>
                    <a:pt x="10255" y="3867"/>
                  </a:cubicBezTo>
                  <a:lnTo>
                    <a:pt x="8902" y="3867"/>
                  </a:lnTo>
                  <a:cubicBezTo>
                    <a:pt x="7199" y="3867"/>
                    <a:pt x="5816" y="2482"/>
                    <a:pt x="5816" y="782"/>
                  </a:cubicBezTo>
                  <a:cubicBezTo>
                    <a:pt x="5816" y="350"/>
                    <a:pt x="5467" y="0"/>
                    <a:pt x="5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3"/>
            <p:cNvSpPr/>
            <p:nvPr/>
          </p:nvSpPr>
          <p:spPr>
            <a:xfrm>
              <a:off x="-12" y="3050960"/>
              <a:ext cx="237123" cy="237123"/>
            </a:xfrm>
            <a:custGeom>
              <a:avLst/>
              <a:gdLst/>
              <a:ahLst/>
              <a:cxnLst/>
              <a:rect l="l" t="t" r="r" b="b"/>
              <a:pathLst>
                <a:path w="8183" h="8183" extrusionOk="0">
                  <a:moveTo>
                    <a:pt x="0" y="0"/>
                  </a:moveTo>
                  <a:lnTo>
                    <a:pt x="0" y="8183"/>
                  </a:lnTo>
                  <a:lnTo>
                    <a:pt x="4091" y="8183"/>
                  </a:lnTo>
                  <a:cubicBezTo>
                    <a:pt x="6350" y="8183"/>
                    <a:pt x="8182" y="6351"/>
                    <a:pt x="8182" y="4091"/>
                  </a:cubicBezTo>
                  <a:cubicBezTo>
                    <a:pt x="8182" y="1832"/>
                    <a:pt x="6351" y="0"/>
                    <a:pt x="40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3"/>
            <p:cNvSpPr/>
            <p:nvPr/>
          </p:nvSpPr>
          <p:spPr>
            <a:xfrm>
              <a:off x="8621407" y="3511223"/>
              <a:ext cx="172213" cy="156884"/>
            </a:xfrm>
            <a:custGeom>
              <a:avLst/>
              <a:gdLst/>
              <a:ahLst/>
              <a:cxnLst/>
              <a:rect l="l" t="t" r="r" b="b"/>
              <a:pathLst>
                <a:path w="5943" h="5414" extrusionOk="0">
                  <a:moveTo>
                    <a:pt x="2972" y="0"/>
                  </a:moveTo>
                  <a:cubicBezTo>
                    <a:pt x="2279" y="0"/>
                    <a:pt x="1587" y="264"/>
                    <a:pt x="1058" y="793"/>
                  </a:cubicBezTo>
                  <a:cubicBezTo>
                    <a:pt x="1" y="1850"/>
                    <a:pt x="1" y="3563"/>
                    <a:pt x="1058" y="4620"/>
                  </a:cubicBezTo>
                  <a:cubicBezTo>
                    <a:pt x="1587" y="5149"/>
                    <a:pt x="2279" y="5413"/>
                    <a:pt x="2972" y="5413"/>
                  </a:cubicBezTo>
                  <a:cubicBezTo>
                    <a:pt x="3664" y="5413"/>
                    <a:pt x="4357" y="5149"/>
                    <a:pt x="4885" y="4620"/>
                  </a:cubicBezTo>
                  <a:cubicBezTo>
                    <a:pt x="5943" y="3563"/>
                    <a:pt x="5943" y="1850"/>
                    <a:pt x="4885" y="793"/>
                  </a:cubicBezTo>
                  <a:cubicBezTo>
                    <a:pt x="4357" y="264"/>
                    <a:pt x="3664" y="0"/>
                    <a:pt x="29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3"/>
            <p:cNvSpPr/>
            <p:nvPr/>
          </p:nvSpPr>
          <p:spPr>
            <a:xfrm>
              <a:off x="7141241" y="4603498"/>
              <a:ext cx="445935" cy="445964"/>
            </a:xfrm>
            <a:custGeom>
              <a:avLst/>
              <a:gdLst/>
              <a:ahLst/>
              <a:cxnLst/>
              <a:rect l="l" t="t" r="r" b="b"/>
              <a:pathLst>
                <a:path w="15389" h="15390" extrusionOk="0">
                  <a:moveTo>
                    <a:pt x="0" y="1"/>
                  </a:moveTo>
                  <a:lnTo>
                    <a:pt x="24" y="24"/>
                  </a:lnTo>
                  <a:lnTo>
                    <a:pt x="0" y="24"/>
                  </a:lnTo>
                  <a:lnTo>
                    <a:pt x="0" y="3435"/>
                  </a:lnTo>
                  <a:cubicBezTo>
                    <a:pt x="0" y="4384"/>
                    <a:pt x="770" y="5153"/>
                    <a:pt x="1719" y="5153"/>
                  </a:cubicBezTo>
                  <a:lnTo>
                    <a:pt x="3427" y="5153"/>
                  </a:lnTo>
                  <a:cubicBezTo>
                    <a:pt x="4379" y="5153"/>
                    <a:pt x="5150" y="5927"/>
                    <a:pt x="5146" y="6879"/>
                  </a:cubicBezTo>
                  <a:lnTo>
                    <a:pt x="5138" y="8555"/>
                  </a:lnTo>
                  <a:cubicBezTo>
                    <a:pt x="5135" y="9507"/>
                    <a:pt x="5905" y="10281"/>
                    <a:pt x="6857" y="10281"/>
                  </a:cubicBezTo>
                  <a:lnTo>
                    <a:pt x="8540" y="10281"/>
                  </a:lnTo>
                  <a:cubicBezTo>
                    <a:pt x="9490" y="10281"/>
                    <a:pt x="10259" y="11050"/>
                    <a:pt x="10259" y="12000"/>
                  </a:cubicBezTo>
                  <a:lnTo>
                    <a:pt x="10259" y="13671"/>
                  </a:lnTo>
                  <a:cubicBezTo>
                    <a:pt x="10259" y="14621"/>
                    <a:pt x="11028" y="15390"/>
                    <a:pt x="11978" y="15390"/>
                  </a:cubicBezTo>
                  <a:lnTo>
                    <a:pt x="13669" y="15390"/>
                  </a:lnTo>
                  <a:cubicBezTo>
                    <a:pt x="14619" y="15390"/>
                    <a:pt x="15388" y="14621"/>
                    <a:pt x="15388" y="13671"/>
                  </a:cubicBezTo>
                  <a:lnTo>
                    <a:pt x="15388" y="10260"/>
                  </a:lnTo>
                  <a:lnTo>
                    <a:pt x="15388" y="1720"/>
                  </a:lnTo>
                  <a:cubicBezTo>
                    <a:pt x="15388" y="770"/>
                    <a:pt x="14619" y="1"/>
                    <a:pt x="136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3"/>
            <p:cNvSpPr/>
            <p:nvPr/>
          </p:nvSpPr>
          <p:spPr>
            <a:xfrm>
              <a:off x="357537" y="4603494"/>
              <a:ext cx="9331" cy="537504"/>
            </a:xfrm>
            <a:custGeom>
              <a:avLst/>
              <a:gdLst/>
              <a:ahLst/>
              <a:cxnLst/>
              <a:rect l="l" t="t" r="r" b="b"/>
              <a:pathLst>
                <a:path w="322" h="18549" extrusionOk="0">
                  <a:moveTo>
                    <a:pt x="1" y="1"/>
                  </a:moveTo>
                  <a:lnTo>
                    <a:pt x="1" y="18548"/>
                  </a:lnTo>
                  <a:lnTo>
                    <a:pt x="322" y="18548"/>
                  </a:lnTo>
                  <a:lnTo>
                    <a:pt x="3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2_1">
    <p:spTree>
      <p:nvGrpSpPr>
        <p:cNvPr id="1" name="Shape 318"/>
        <p:cNvGrpSpPr/>
        <p:nvPr/>
      </p:nvGrpSpPr>
      <p:grpSpPr>
        <a:xfrm>
          <a:off x="0" y="0"/>
          <a:ext cx="0" cy="0"/>
          <a:chOff x="0" y="0"/>
          <a:chExt cx="0" cy="0"/>
        </a:xfrm>
      </p:grpSpPr>
      <p:sp>
        <p:nvSpPr>
          <p:cNvPr id="319" name="Google Shape;319;p24"/>
          <p:cNvSpPr txBox="1">
            <a:spLocks noGrp="1"/>
          </p:cNvSpPr>
          <p:nvPr>
            <p:ph type="subTitle" idx="1"/>
          </p:nvPr>
        </p:nvSpPr>
        <p:spPr>
          <a:xfrm>
            <a:off x="720048" y="2024700"/>
            <a:ext cx="3571800" cy="188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0" name="Google Shape;320;p24"/>
          <p:cNvSpPr txBox="1">
            <a:spLocks noGrp="1"/>
          </p:cNvSpPr>
          <p:nvPr>
            <p:ph type="subTitle" idx="2"/>
          </p:nvPr>
        </p:nvSpPr>
        <p:spPr>
          <a:xfrm>
            <a:off x="4852152" y="2024700"/>
            <a:ext cx="3571800" cy="188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1" name="Google Shape;321;p24"/>
          <p:cNvSpPr txBox="1">
            <a:spLocks noGrp="1"/>
          </p:cNvSpPr>
          <p:nvPr>
            <p:ph type="title"/>
          </p:nvPr>
        </p:nvSpPr>
        <p:spPr>
          <a:xfrm>
            <a:off x="720000" y="4638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22" name="Google Shape;322;p24"/>
          <p:cNvGrpSpPr/>
          <p:nvPr/>
        </p:nvGrpSpPr>
        <p:grpSpPr>
          <a:xfrm>
            <a:off x="264154" y="-6"/>
            <a:ext cx="8879839" cy="5143497"/>
            <a:chOff x="264154" y="-6"/>
            <a:chExt cx="8879839" cy="5143497"/>
          </a:xfrm>
        </p:grpSpPr>
        <p:sp>
          <p:nvSpPr>
            <p:cNvPr id="323" name="Google Shape;323;p24"/>
            <p:cNvSpPr/>
            <p:nvPr/>
          </p:nvSpPr>
          <p:spPr>
            <a:xfrm>
              <a:off x="264154" y="2253293"/>
              <a:ext cx="186673" cy="386357"/>
            </a:xfrm>
            <a:custGeom>
              <a:avLst/>
              <a:gdLst/>
              <a:ahLst/>
              <a:cxnLst/>
              <a:rect l="l" t="t" r="r" b="b"/>
              <a:pathLst>
                <a:path w="6442" h="13333" extrusionOk="0">
                  <a:moveTo>
                    <a:pt x="3221" y="1"/>
                  </a:moveTo>
                  <a:cubicBezTo>
                    <a:pt x="1442" y="1"/>
                    <a:pt x="0" y="1442"/>
                    <a:pt x="0" y="3221"/>
                  </a:cubicBezTo>
                  <a:lnTo>
                    <a:pt x="0" y="10112"/>
                  </a:lnTo>
                  <a:cubicBezTo>
                    <a:pt x="0" y="11890"/>
                    <a:pt x="1442" y="13332"/>
                    <a:pt x="3221" y="13332"/>
                  </a:cubicBezTo>
                  <a:cubicBezTo>
                    <a:pt x="4999" y="13332"/>
                    <a:pt x="6441" y="11890"/>
                    <a:pt x="6441" y="10112"/>
                  </a:cubicBezTo>
                  <a:lnTo>
                    <a:pt x="6441" y="3221"/>
                  </a:lnTo>
                  <a:cubicBezTo>
                    <a:pt x="6441" y="1442"/>
                    <a:pt x="4999" y="1"/>
                    <a:pt x="32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4"/>
            <p:cNvSpPr/>
            <p:nvPr/>
          </p:nvSpPr>
          <p:spPr>
            <a:xfrm>
              <a:off x="8785019" y="361932"/>
              <a:ext cx="358973" cy="431823"/>
            </a:xfrm>
            <a:custGeom>
              <a:avLst/>
              <a:gdLst/>
              <a:ahLst/>
              <a:cxnLst/>
              <a:rect l="l" t="t" r="r" b="b"/>
              <a:pathLst>
                <a:path w="12388" h="14902" extrusionOk="0">
                  <a:moveTo>
                    <a:pt x="5035" y="0"/>
                  </a:moveTo>
                  <a:cubicBezTo>
                    <a:pt x="4605" y="0"/>
                    <a:pt x="4255" y="350"/>
                    <a:pt x="4255" y="782"/>
                  </a:cubicBezTo>
                  <a:cubicBezTo>
                    <a:pt x="4255" y="3344"/>
                    <a:pt x="6339" y="5428"/>
                    <a:pt x="8901" y="5428"/>
                  </a:cubicBezTo>
                  <a:lnTo>
                    <a:pt x="10253" y="5428"/>
                  </a:lnTo>
                  <a:cubicBezTo>
                    <a:pt x="10569" y="5428"/>
                    <a:pt x="10827" y="5684"/>
                    <a:pt x="10827" y="6001"/>
                  </a:cubicBezTo>
                  <a:cubicBezTo>
                    <a:pt x="10827" y="6317"/>
                    <a:pt x="10569" y="6574"/>
                    <a:pt x="10253" y="6574"/>
                  </a:cubicBezTo>
                  <a:lnTo>
                    <a:pt x="4164" y="6574"/>
                  </a:lnTo>
                  <a:cubicBezTo>
                    <a:pt x="1869" y="6574"/>
                    <a:pt x="1" y="8441"/>
                    <a:pt x="1" y="10737"/>
                  </a:cubicBezTo>
                  <a:cubicBezTo>
                    <a:pt x="1" y="13033"/>
                    <a:pt x="1869" y="14901"/>
                    <a:pt x="4164" y="14901"/>
                  </a:cubicBezTo>
                  <a:lnTo>
                    <a:pt x="8660" y="14901"/>
                  </a:lnTo>
                  <a:cubicBezTo>
                    <a:pt x="9092" y="14901"/>
                    <a:pt x="9442" y="14551"/>
                    <a:pt x="9443" y="14118"/>
                  </a:cubicBezTo>
                  <a:cubicBezTo>
                    <a:pt x="9443" y="13687"/>
                    <a:pt x="9093" y="13338"/>
                    <a:pt x="8662" y="13338"/>
                  </a:cubicBezTo>
                  <a:lnTo>
                    <a:pt x="4166" y="13338"/>
                  </a:lnTo>
                  <a:cubicBezTo>
                    <a:pt x="2731" y="13338"/>
                    <a:pt x="1564" y="12171"/>
                    <a:pt x="1564" y="10736"/>
                  </a:cubicBezTo>
                  <a:cubicBezTo>
                    <a:pt x="1564" y="9301"/>
                    <a:pt x="2731" y="8134"/>
                    <a:pt x="4166" y="8134"/>
                  </a:cubicBezTo>
                  <a:lnTo>
                    <a:pt x="10255" y="8134"/>
                  </a:lnTo>
                  <a:cubicBezTo>
                    <a:pt x="11431" y="8134"/>
                    <a:pt x="12388" y="7178"/>
                    <a:pt x="12388" y="6001"/>
                  </a:cubicBezTo>
                  <a:cubicBezTo>
                    <a:pt x="12388" y="4824"/>
                    <a:pt x="11432" y="3867"/>
                    <a:pt x="10255" y="3867"/>
                  </a:cubicBezTo>
                  <a:lnTo>
                    <a:pt x="8902" y="3867"/>
                  </a:lnTo>
                  <a:cubicBezTo>
                    <a:pt x="7199" y="3867"/>
                    <a:pt x="5816" y="2482"/>
                    <a:pt x="5816" y="782"/>
                  </a:cubicBezTo>
                  <a:cubicBezTo>
                    <a:pt x="5816" y="350"/>
                    <a:pt x="5467" y="0"/>
                    <a:pt x="5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4"/>
            <p:cNvSpPr/>
            <p:nvPr/>
          </p:nvSpPr>
          <p:spPr>
            <a:xfrm>
              <a:off x="8482070" y="4817148"/>
              <a:ext cx="172213" cy="156884"/>
            </a:xfrm>
            <a:custGeom>
              <a:avLst/>
              <a:gdLst/>
              <a:ahLst/>
              <a:cxnLst/>
              <a:rect l="l" t="t" r="r" b="b"/>
              <a:pathLst>
                <a:path w="5943" h="5414" extrusionOk="0">
                  <a:moveTo>
                    <a:pt x="2972" y="0"/>
                  </a:moveTo>
                  <a:cubicBezTo>
                    <a:pt x="2279" y="0"/>
                    <a:pt x="1587" y="264"/>
                    <a:pt x="1058" y="793"/>
                  </a:cubicBezTo>
                  <a:cubicBezTo>
                    <a:pt x="1" y="1850"/>
                    <a:pt x="1" y="3563"/>
                    <a:pt x="1058" y="4620"/>
                  </a:cubicBezTo>
                  <a:cubicBezTo>
                    <a:pt x="1587" y="5149"/>
                    <a:pt x="2279" y="5413"/>
                    <a:pt x="2972" y="5413"/>
                  </a:cubicBezTo>
                  <a:cubicBezTo>
                    <a:pt x="3664" y="5413"/>
                    <a:pt x="4357" y="5149"/>
                    <a:pt x="4885" y="4620"/>
                  </a:cubicBezTo>
                  <a:cubicBezTo>
                    <a:pt x="5943" y="3563"/>
                    <a:pt x="5943" y="1850"/>
                    <a:pt x="4885" y="793"/>
                  </a:cubicBezTo>
                  <a:cubicBezTo>
                    <a:pt x="4357" y="264"/>
                    <a:pt x="3664" y="0"/>
                    <a:pt x="29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4"/>
            <p:cNvSpPr/>
            <p:nvPr/>
          </p:nvSpPr>
          <p:spPr>
            <a:xfrm>
              <a:off x="352619" y="3018605"/>
              <a:ext cx="9765" cy="1142409"/>
            </a:xfrm>
            <a:custGeom>
              <a:avLst/>
              <a:gdLst/>
              <a:ahLst/>
              <a:cxnLst/>
              <a:rect l="l" t="t" r="r" b="b"/>
              <a:pathLst>
                <a:path w="337" h="39424" extrusionOk="0">
                  <a:moveTo>
                    <a:pt x="1" y="1"/>
                  </a:moveTo>
                  <a:lnTo>
                    <a:pt x="1" y="39424"/>
                  </a:lnTo>
                  <a:lnTo>
                    <a:pt x="336" y="39424"/>
                  </a:lnTo>
                  <a:lnTo>
                    <a:pt x="3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4"/>
            <p:cNvSpPr/>
            <p:nvPr/>
          </p:nvSpPr>
          <p:spPr>
            <a:xfrm>
              <a:off x="594872" y="4759916"/>
              <a:ext cx="639331" cy="383575"/>
            </a:xfrm>
            <a:custGeom>
              <a:avLst/>
              <a:gdLst/>
              <a:ahLst/>
              <a:cxnLst/>
              <a:rect l="l" t="t" r="r" b="b"/>
              <a:pathLst>
                <a:path w="22063" h="13237" extrusionOk="0">
                  <a:moveTo>
                    <a:pt x="11031" y="0"/>
                  </a:moveTo>
                  <a:cubicBezTo>
                    <a:pt x="4940" y="0"/>
                    <a:pt x="0" y="4939"/>
                    <a:pt x="0" y="11030"/>
                  </a:cubicBezTo>
                  <a:lnTo>
                    <a:pt x="0" y="13237"/>
                  </a:lnTo>
                  <a:lnTo>
                    <a:pt x="22062" y="13237"/>
                  </a:lnTo>
                  <a:lnTo>
                    <a:pt x="22062" y="11030"/>
                  </a:lnTo>
                  <a:cubicBezTo>
                    <a:pt x="22062" y="4939"/>
                    <a:pt x="17123" y="0"/>
                    <a:pt x="110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4"/>
            <p:cNvSpPr/>
            <p:nvPr/>
          </p:nvSpPr>
          <p:spPr>
            <a:xfrm>
              <a:off x="8584499" y="2300048"/>
              <a:ext cx="275286" cy="271693"/>
            </a:xfrm>
            <a:custGeom>
              <a:avLst/>
              <a:gdLst/>
              <a:ahLst/>
              <a:cxnLst/>
              <a:rect l="l" t="t" r="r" b="b"/>
              <a:pathLst>
                <a:path w="9500" h="9376" extrusionOk="0">
                  <a:moveTo>
                    <a:pt x="4931" y="1"/>
                  </a:moveTo>
                  <a:cubicBezTo>
                    <a:pt x="3810" y="1"/>
                    <a:pt x="2899" y="910"/>
                    <a:pt x="2899" y="2032"/>
                  </a:cubicBezTo>
                  <a:cubicBezTo>
                    <a:pt x="2899" y="2494"/>
                    <a:pt x="3056" y="2918"/>
                    <a:pt x="3314" y="3258"/>
                  </a:cubicBezTo>
                  <a:lnTo>
                    <a:pt x="3059" y="3258"/>
                  </a:lnTo>
                  <a:cubicBezTo>
                    <a:pt x="1370" y="3258"/>
                    <a:pt x="1" y="4627"/>
                    <a:pt x="1" y="6316"/>
                  </a:cubicBezTo>
                  <a:cubicBezTo>
                    <a:pt x="1" y="8006"/>
                    <a:pt x="1370" y="9376"/>
                    <a:pt x="3059" y="9376"/>
                  </a:cubicBezTo>
                  <a:lnTo>
                    <a:pt x="6439" y="9376"/>
                  </a:lnTo>
                  <a:cubicBezTo>
                    <a:pt x="8128" y="9376"/>
                    <a:pt x="9499" y="8006"/>
                    <a:pt x="9499" y="6316"/>
                  </a:cubicBezTo>
                  <a:cubicBezTo>
                    <a:pt x="9500" y="5288"/>
                    <a:pt x="8989" y="4379"/>
                    <a:pt x="8210" y="3824"/>
                  </a:cubicBezTo>
                  <a:cubicBezTo>
                    <a:pt x="8850" y="3482"/>
                    <a:pt x="9287" y="2809"/>
                    <a:pt x="9287" y="2032"/>
                  </a:cubicBezTo>
                  <a:cubicBezTo>
                    <a:pt x="9287" y="910"/>
                    <a:pt x="8376" y="1"/>
                    <a:pt x="7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4"/>
            <p:cNvSpPr/>
            <p:nvPr/>
          </p:nvSpPr>
          <p:spPr>
            <a:xfrm>
              <a:off x="8622616" y="1713610"/>
              <a:ext cx="445935" cy="445964"/>
            </a:xfrm>
            <a:custGeom>
              <a:avLst/>
              <a:gdLst/>
              <a:ahLst/>
              <a:cxnLst/>
              <a:rect l="l" t="t" r="r" b="b"/>
              <a:pathLst>
                <a:path w="15389" h="15390" extrusionOk="0">
                  <a:moveTo>
                    <a:pt x="0" y="1"/>
                  </a:moveTo>
                  <a:lnTo>
                    <a:pt x="24" y="24"/>
                  </a:lnTo>
                  <a:lnTo>
                    <a:pt x="0" y="24"/>
                  </a:lnTo>
                  <a:lnTo>
                    <a:pt x="0" y="3435"/>
                  </a:lnTo>
                  <a:cubicBezTo>
                    <a:pt x="0" y="4384"/>
                    <a:pt x="770" y="5153"/>
                    <a:pt x="1719" y="5153"/>
                  </a:cubicBezTo>
                  <a:lnTo>
                    <a:pt x="3427" y="5153"/>
                  </a:lnTo>
                  <a:cubicBezTo>
                    <a:pt x="4379" y="5153"/>
                    <a:pt x="5150" y="5927"/>
                    <a:pt x="5146" y="6879"/>
                  </a:cubicBezTo>
                  <a:lnTo>
                    <a:pt x="5138" y="8555"/>
                  </a:lnTo>
                  <a:cubicBezTo>
                    <a:pt x="5135" y="9507"/>
                    <a:pt x="5905" y="10281"/>
                    <a:pt x="6857" y="10281"/>
                  </a:cubicBezTo>
                  <a:lnTo>
                    <a:pt x="8540" y="10281"/>
                  </a:lnTo>
                  <a:cubicBezTo>
                    <a:pt x="9490" y="10281"/>
                    <a:pt x="10259" y="11050"/>
                    <a:pt x="10259" y="12000"/>
                  </a:cubicBezTo>
                  <a:lnTo>
                    <a:pt x="10259" y="13671"/>
                  </a:lnTo>
                  <a:cubicBezTo>
                    <a:pt x="10259" y="14621"/>
                    <a:pt x="11028" y="15390"/>
                    <a:pt x="11978" y="15390"/>
                  </a:cubicBezTo>
                  <a:lnTo>
                    <a:pt x="13669" y="15390"/>
                  </a:lnTo>
                  <a:cubicBezTo>
                    <a:pt x="14619" y="15390"/>
                    <a:pt x="15388" y="14621"/>
                    <a:pt x="15388" y="13671"/>
                  </a:cubicBezTo>
                  <a:lnTo>
                    <a:pt x="15388" y="10260"/>
                  </a:lnTo>
                  <a:lnTo>
                    <a:pt x="15388" y="1720"/>
                  </a:lnTo>
                  <a:cubicBezTo>
                    <a:pt x="15388" y="770"/>
                    <a:pt x="14619" y="1"/>
                    <a:pt x="136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4"/>
            <p:cNvSpPr/>
            <p:nvPr/>
          </p:nvSpPr>
          <p:spPr>
            <a:xfrm>
              <a:off x="284403" y="4389865"/>
              <a:ext cx="146191" cy="427273"/>
            </a:xfrm>
            <a:custGeom>
              <a:avLst/>
              <a:gdLst/>
              <a:ahLst/>
              <a:cxnLst/>
              <a:rect l="l" t="t" r="r" b="b"/>
              <a:pathLst>
                <a:path w="5045" h="14745" extrusionOk="0">
                  <a:moveTo>
                    <a:pt x="2523" y="1"/>
                  </a:moveTo>
                  <a:cubicBezTo>
                    <a:pt x="1130" y="1"/>
                    <a:pt x="1" y="1130"/>
                    <a:pt x="1" y="2523"/>
                  </a:cubicBezTo>
                  <a:cubicBezTo>
                    <a:pt x="1" y="3723"/>
                    <a:pt x="840" y="4724"/>
                    <a:pt x="1962" y="4980"/>
                  </a:cubicBezTo>
                  <a:cubicBezTo>
                    <a:pt x="840" y="5235"/>
                    <a:pt x="1" y="6237"/>
                    <a:pt x="1" y="7438"/>
                  </a:cubicBezTo>
                  <a:cubicBezTo>
                    <a:pt x="1" y="8552"/>
                    <a:pt x="727" y="9497"/>
                    <a:pt x="1729" y="9830"/>
                  </a:cubicBezTo>
                  <a:cubicBezTo>
                    <a:pt x="725" y="10163"/>
                    <a:pt x="1" y="11107"/>
                    <a:pt x="1" y="12222"/>
                  </a:cubicBezTo>
                  <a:cubicBezTo>
                    <a:pt x="1" y="13615"/>
                    <a:pt x="1130" y="14744"/>
                    <a:pt x="2523" y="14744"/>
                  </a:cubicBezTo>
                  <a:cubicBezTo>
                    <a:pt x="3915" y="14744"/>
                    <a:pt x="5044" y="13615"/>
                    <a:pt x="5044" y="12222"/>
                  </a:cubicBezTo>
                  <a:cubicBezTo>
                    <a:pt x="5044" y="11107"/>
                    <a:pt x="4320" y="10162"/>
                    <a:pt x="3316" y="9830"/>
                  </a:cubicBezTo>
                  <a:cubicBezTo>
                    <a:pt x="4320" y="9497"/>
                    <a:pt x="5044" y="8553"/>
                    <a:pt x="5044" y="7438"/>
                  </a:cubicBezTo>
                  <a:cubicBezTo>
                    <a:pt x="5044" y="6237"/>
                    <a:pt x="4206" y="5235"/>
                    <a:pt x="3083" y="4980"/>
                  </a:cubicBezTo>
                  <a:cubicBezTo>
                    <a:pt x="4206" y="4724"/>
                    <a:pt x="5044" y="3723"/>
                    <a:pt x="5044" y="2523"/>
                  </a:cubicBezTo>
                  <a:cubicBezTo>
                    <a:pt x="5044" y="1130"/>
                    <a:pt x="3915" y="1"/>
                    <a:pt x="25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4"/>
            <p:cNvSpPr/>
            <p:nvPr/>
          </p:nvSpPr>
          <p:spPr>
            <a:xfrm>
              <a:off x="8717474" y="-6"/>
              <a:ext cx="9331" cy="537504"/>
            </a:xfrm>
            <a:custGeom>
              <a:avLst/>
              <a:gdLst/>
              <a:ahLst/>
              <a:cxnLst/>
              <a:rect l="l" t="t" r="r" b="b"/>
              <a:pathLst>
                <a:path w="322" h="18549" extrusionOk="0">
                  <a:moveTo>
                    <a:pt x="1" y="1"/>
                  </a:moveTo>
                  <a:lnTo>
                    <a:pt x="1" y="18548"/>
                  </a:lnTo>
                  <a:lnTo>
                    <a:pt x="322" y="18548"/>
                  </a:lnTo>
                  <a:lnTo>
                    <a:pt x="3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3">
  <p:cSld name="TITLE_AND_TWO_COLUMNS_2_1_1">
    <p:spTree>
      <p:nvGrpSpPr>
        <p:cNvPr id="1" name="Shape 332"/>
        <p:cNvGrpSpPr/>
        <p:nvPr/>
      </p:nvGrpSpPr>
      <p:grpSpPr>
        <a:xfrm>
          <a:off x="0" y="0"/>
          <a:ext cx="0" cy="0"/>
          <a:chOff x="0" y="0"/>
          <a:chExt cx="0" cy="0"/>
        </a:xfrm>
      </p:grpSpPr>
      <p:grpSp>
        <p:nvGrpSpPr>
          <p:cNvPr id="333" name="Google Shape;333;p25"/>
          <p:cNvGrpSpPr/>
          <p:nvPr/>
        </p:nvGrpSpPr>
        <p:grpSpPr>
          <a:xfrm>
            <a:off x="264154" y="-6"/>
            <a:ext cx="8879839" cy="5143497"/>
            <a:chOff x="264154" y="-6"/>
            <a:chExt cx="8879839" cy="5143497"/>
          </a:xfrm>
        </p:grpSpPr>
        <p:sp>
          <p:nvSpPr>
            <p:cNvPr id="334" name="Google Shape;334;p25"/>
            <p:cNvSpPr/>
            <p:nvPr/>
          </p:nvSpPr>
          <p:spPr>
            <a:xfrm>
              <a:off x="264154" y="2253293"/>
              <a:ext cx="186673" cy="386357"/>
            </a:xfrm>
            <a:custGeom>
              <a:avLst/>
              <a:gdLst/>
              <a:ahLst/>
              <a:cxnLst/>
              <a:rect l="l" t="t" r="r" b="b"/>
              <a:pathLst>
                <a:path w="6442" h="13333" extrusionOk="0">
                  <a:moveTo>
                    <a:pt x="3221" y="1"/>
                  </a:moveTo>
                  <a:cubicBezTo>
                    <a:pt x="1442" y="1"/>
                    <a:pt x="0" y="1442"/>
                    <a:pt x="0" y="3221"/>
                  </a:cubicBezTo>
                  <a:lnTo>
                    <a:pt x="0" y="10112"/>
                  </a:lnTo>
                  <a:cubicBezTo>
                    <a:pt x="0" y="11890"/>
                    <a:pt x="1442" y="13332"/>
                    <a:pt x="3221" y="13332"/>
                  </a:cubicBezTo>
                  <a:cubicBezTo>
                    <a:pt x="4999" y="13332"/>
                    <a:pt x="6441" y="11890"/>
                    <a:pt x="6441" y="10112"/>
                  </a:cubicBezTo>
                  <a:lnTo>
                    <a:pt x="6441" y="3221"/>
                  </a:lnTo>
                  <a:cubicBezTo>
                    <a:pt x="6441" y="1442"/>
                    <a:pt x="4999" y="1"/>
                    <a:pt x="32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5"/>
            <p:cNvSpPr/>
            <p:nvPr/>
          </p:nvSpPr>
          <p:spPr>
            <a:xfrm>
              <a:off x="8785019" y="361932"/>
              <a:ext cx="358973" cy="431823"/>
            </a:xfrm>
            <a:custGeom>
              <a:avLst/>
              <a:gdLst/>
              <a:ahLst/>
              <a:cxnLst/>
              <a:rect l="l" t="t" r="r" b="b"/>
              <a:pathLst>
                <a:path w="12388" h="14902" extrusionOk="0">
                  <a:moveTo>
                    <a:pt x="5035" y="0"/>
                  </a:moveTo>
                  <a:cubicBezTo>
                    <a:pt x="4605" y="0"/>
                    <a:pt x="4255" y="350"/>
                    <a:pt x="4255" y="782"/>
                  </a:cubicBezTo>
                  <a:cubicBezTo>
                    <a:pt x="4255" y="3344"/>
                    <a:pt x="6339" y="5428"/>
                    <a:pt x="8901" y="5428"/>
                  </a:cubicBezTo>
                  <a:lnTo>
                    <a:pt x="10253" y="5428"/>
                  </a:lnTo>
                  <a:cubicBezTo>
                    <a:pt x="10569" y="5428"/>
                    <a:pt x="10827" y="5684"/>
                    <a:pt x="10827" y="6001"/>
                  </a:cubicBezTo>
                  <a:cubicBezTo>
                    <a:pt x="10827" y="6317"/>
                    <a:pt x="10569" y="6574"/>
                    <a:pt x="10253" y="6574"/>
                  </a:cubicBezTo>
                  <a:lnTo>
                    <a:pt x="4164" y="6574"/>
                  </a:lnTo>
                  <a:cubicBezTo>
                    <a:pt x="1869" y="6574"/>
                    <a:pt x="1" y="8441"/>
                    <a:pt x="1" y="10737"/>
                  </a:cubicBezTo>
                  <a:cubicBezTo>
                    <a:pt x="1" y="13033"/>
                    <a:pt x="1869" y="14901"/>
                    <a:pt x="4164" y="14901"/>
                  </a:cubicBezTo>
                  <a:lnTo>
                    <a:pt x="8660" y="14901"/>
                  </a:lnTo>
                  <a:cubicBezTo>
                    <a:pt x="9092" y="14901"/>
                    <a:pt x="9442" y="14551"/>
                    <a:pt x="9443" y="14118"/>
                  </a:cubicBezTo>
                  <a:cubicBezTo>
                    <a:pt x="9443" y="13687"/>
                    <a:pt x="9093" y="13338"/>
                    <a:pt x="8662" y="13338"/>
                  </a:cubicBezTo>
                  <a:lnTo>
                    <a:pt x="4166" y="13338"/>
                  </a:lnTo>
                  <a:cubicBezTo>
                    <a:pt x="2731" y="13338"/>
                    <a:pt x="1564" y="12171"/>
                    <a:pt x="1564" y="10736"/>
                  </a:cubicBezTo>
                  <a:cubicBezTo>
                    <a:pt x="1564" y="9301"/>
                    <a:pt x="2731" y="8134"/>
                    <a:pt x="4166" y="8134"/>
                  </a:cubicBezTo>
                  <a:lnTo>
                    <a:pt x="10255" y="8134"/>
                  </a:lnTo>
                  <a:cubicBezTo>
                    <a:pt x="11431" y="8134"/>
                    <a:pt x="12388" y="7178"/>
                    <a:pt x="12388" y="6001"/>
                  </a:cubicBezTo>
                  <a:cubicBezTo>
                    <a:pt x="12388" y="4824"/>
                    <a:pt x="11432" y="3867"/>
                    <a:pt x="10255" y="3867"/>
                  </a:cubicBezTo>
                  <a:lnTo>
                    <a:pt x="8902" y="3867"/>
                  </a:lnTo>
                  <a:cubicBezTo>
                    <a:pt x="7199" y="3867"/>
                    <a:pt x="5816" y="2482"/>
                    <a:pt x="5816" y="782"/>
                  </a:cubicBezTo>
                  <a:cubicBezTo>
                    <a:pt x="5816" y="350"/>
                    <a:pt x="5467" y="0"/>
                    <a:pt x="5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5"/>
            <p:cNvSpPr/>
            <p:nvPr/>
          </p:nvSpPr>
          <p:spPr>
            <a:xfrm>
              <a:off x="8482070" y="4817148"/>
              <a:ext cx="172213" cy="156884"/>
            </a:xfrm>
            <a:custGeom>
              <a:avLst/>
              <a:gdLst/>
              <a:ahLst/>
              <a:cxnLst/>
              <a:rect l="l" t="t" r="r" b="b"/>
              <a:pathLst>
                <a:path w="5943" h="5414" extrusionOk="0">
                  <a:moveTo>
                    <a:pt x="2972" y="0"/>
                  </a:moveTo>
                  <a:cubicBezTo>
                    <a:pt x="2279" y="0"/>
                    <a:pt x="1587" y="264"/>
                    <a:pt x="1058" y="793"/>
                  </a:cubicBezTo>
                  <a:cubicBezTo>
                    <a:pt x="1" y="1850"/>
                    <a:pt x="1" y="3563"/>
                    <a:pt x="1058" y="4620"/>
                  </a:cubicBezTo>
                  <a:cubicBezTo>
                    <a:pt x="1587" y="5149"/>
                    <a:pt x="2279" y="5413"/>
                    <a:pt x="2972" y="5413"/>
                  </a:cubicBezTo>
                  <a:cubicBezTo>
                    <a:pt x="3664" y="5413"/>
                    <a:pt x="4357" y="5149"/>
                    <a:pt x="4885" y="4620"/>
                  </a:cubicBezTo>
                  <a:cubicBezTo>
                    <a:pt x="5943" y="3563"/>
                    <a:pt x="5943" y="1850"/>
                    <a:pt x="4885" y="793"/>
                  </a:cubicBezTo>
                  <a:cubicBezTo>
                    <a:pt x="4357" y="264"/>
                    <a:pt x="3664" y="0"/>
                    <a:pt x="29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5"/>
            <p:cNvSpPr/>
            <p:nvPr/>
          </p:nvSpPr>
          <p:spPr>
            <a:xfrm>
              <a:off x="352619" y="3018605"/>
              <a:ext cx="9765" cy="1142409"/>
            </a:xfrm>
            <a:custGeom>
              <a:avLst/>
              <a:gdLst/>
              <a:ahLst/>
              <a:cxnLst/>
              <a:rect l="l" t="t" r="r" b="b"/>
              <a:pathLst>
                <a:path w="337" h="39424" extrusionOk="0">
                  <a:moveTo>
                    <a:pt x="1" y="1"/>
                  </a:moveTo>
                  <a:lnTo>
                    <a:pt x="1" y="39424"/>
                  </a:lnTo>
                  <a:lnTo>
                    <a:pt x="336" y="39424"/>
                  </a:lnTo>
                  <a:lnTo>
                    <a:pt x="3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5"/>
            <p:cNvSpPr/>
            <p:nvPr/>
          </p:nvSpPr>
          <p:spPr>
            <a:xfrm>
              <a:off x="594872" y="4759916"/>
              <a:ext cx="639331" cy="383575"/>
            </a:xfrm>
            <a:custGeom>
              <a:avLst/>
              <a:gdLst/>
              <a:ahLst/>
              <a:cxnLst/>
              <a:rect l="l" t="t" r="r" b="b"/>
              <a:pathLst>
                <a:path w="22063" h="13237" extrusionOk="0">
                  <a:moveTo>
                    <a:pt x="11031" y="0"/>
                  </a:moveTo>
                  <a:cubicBezTo>
                    <a:pt x="4940" y="0"/>
                    <a:pt x="0" y="4939"/>
                    <a:pt x="0" y="11030"/>
                  </a:cubicBezTo>
                  <a:lnTo>
                    <a:pt x="0" y="13237"/>
                  </a:lnTo>
                  <a:lnTo>
                    <a:pt x="22062" y="13237"/>
                  </a:lnTo>
                  <a:lnTo>
                    <a:pt x="22062" y="11030"/>
                  </a:lnTo>
                  <a:cubicBezTo>
                    <a:pt x="22062" y="4939"/>
                    <a:pt x="17123" y="0"/>
                    <a:pt x="110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5"/>
            <p:cNvSpPr/>
            <p:nvPr/>
          </p:nvSpPr>
          <p:spPr>
            <a:xfrm>
              <a:off x="8584499" y="2300048"/>
              <a:ext cx="275286" cy="271693"/>
            </a:xfrm>
            <a:custGeom>
              <a:avLst/>
              <a:gdLst/>
              <a:ahLst/>
              <a:cxnLst/>
              <a:rect l="l" t="t" r="r" b="b"/>
              <a:pathLst>
                <a:path w="9500" h="9376" extrusionOk="0">
                  <a:moveTo>
                    <a:pt x="4931" y="1"/>
                  </a:moveTo>
                  <a:cubicBezTo>
                    <a:pt x="3810" y="1"/>
                    <a:pt x="2899" y="910"/>
                    <a:pt x="2899" y="2032"/>
                  </a:cubicBezTo>
                  <a:cubicBezTo>
                    <a:pt x="2899" y="2494"/>
                    <a:pt x="3056" y="2918"/>
                    <a:pt x="3314" y="3258"/>
                  </a:cubicBezTo>
                  <a:lnTo>
                    <a:pt x="3059" y="3258"/>
                  </a:lnTo>
                  <a:cubicBezTo>
                    <a:pt x="1370" y="3258"/>
                    <a:pt x="1" y="4627"/>
                    <a:pt x="1" y="6316"/>
                  </a:cubicBezTo>
                  <a:cubicBezTo>
                    <a:pt x="1" y="8006"/>
                    <a:pt x="1370" y="9376"/>
                    <a:pt x="3059" y="9376"/>
                  </a:cubicBezTo>
                  <a:lnTo>
                    <a:pt x="6439" y="9376"/>
                  </a:lnTo>
                  <a:cubicBezTo>
                    <a:pt x="8128" y="9376"/>
                    <a:pt x="9499" y="8006"/>
                    <a:pt x="9499" y="6316"/>
                  </a:cubicBezTo>
                  <a:cubicBezTo>
                    <a:pt x="9500" y="5288"/>
                    <a:pt x="8989" y="4379"/>
                    <a:pt x="8210" y="3824"/>
                  </a:cubicBezTo>
                  <a:cubicBezTo>
                    <a:pt x="8850" y="3482"/>
                    <a:pt x="9287" y="2809"/>
                    <a:pt x="9287" y="2032"/>
                  </a:cubicBezTo>
                  <a:cubicBezTo>
                    <a:pt x="9287" y="910"/>
                    <a:pt x="8376" y="1"/>
                    <a:pt x="7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5"/>
            <p:cNvSpPr/>
            <p:nvPr/>
          </p:nvSpPr>
          <p:spPr>
            <a:xfrm>
              <a:off x="8622616" y="1713610"/>
              <a:ext cx="445935" cy="445964"/>
            </a:xfrm>
            <a:custGeom>
              <a:avLst/>
              <a:gdLst/>
              <a:ahLst/>
              <a:cxnLst/>
              <a:rect l="l" t="t" r="r" b="b"/>
              <a:pathLst>
                <a:path w="15389" h="15390" extrusionOk="0">
                  <a:moveTo>
                    <a:pt x="0" y="1"/>
                  </a:moveTo>
                  <a:lnTo>
                    <a:pt x="24" y="24"/>
                  </a:lnTo>
                  <a:lnTo>
                    <a:pt x="0" y="24"/>
                  </a:lnTo>
                  <a:lnTo>
                    <a:pt x="0" y="3435"/>
                  </a:lnTo>
                  <a:cubicBezTo>
                    <a:pt x="0" y="4384"/>
                    <a:pt x="770" y="5153"/>
                    <a:pt x="1719" y="5153"/>
                  </a:cubicBezTo>
                  <a:lnTo>
                    <a:pt x="3427" y="5153"/>
                  </a:lnTo>
                  <a:cubicBezTo>
                    <a:pt x="4379" y="5153"/>
                    <a:pt x="5150" y="5927"/>
                    <a:pt x="5146" y="6879"/>
                  </a:cubicBezTo>
                  <a:lnTo>
                    <a:pt x="5138" y="8555"/>
                  </a:lnTo>
                  <a:cubicBezTo>
                    <a:pt x="5135" y="9507"/>
                    <a:pt x="5905" y="10281"/>
                    <a:pt x="6857" y="10281"/>
                  </a:cubicBezTo>
                  <a:lnTo>
                    <a:pt x="8540" y="10281"/>
                  </a:lnTo>
                  <a:cubicBezTo>
                    <a:pt x="9490" y="10281"/>
                    <a:pt x="10259" y="11050"/>
                    <a:pt x="10259" y="12000"/>
                  </a:cubicBezTo>
                  <a:lnTo>
                    <a:pt x="10259" y="13671"/>
                  </a:lnTo>
                  <a:cubicBezTo>
                    <a:pt x="10259" y="14621"/>
                    <a:pt x="11028" y="15390"/>
                    <a:pt x="11978" y="15390"/>
                  </a:cubicBezTo>
                  <a:lnTo>
                    <a:pt x="13669" y="15390"/>
                  </a:lnTo>
                  <a:cubicBezTo>
                    <a:pt x="14619" y="15390"/>
                    <a:pt x="15388" y="14621"/>
                    <a:pt x="15388" y="13671"/>
                  </a:cubicBezTo>
                  <a:lnTo>
                    <a:pt x="15388" y="10260"/>
                  </a:lnTo>
                  <a:lnTo>
                    <a:pt x="15388" y="1720"/>
                  </a:lnTo>
                  <a:cubicBezTo>
                    <a:pt x="15388" y="770"/>
                    <a:pt x="14619" y="1"/>
                    <a:pt x="136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5"/>
            <p:cNvSpPr/>
            <p:nvPr/>
          </p:nvSpPr>
          <p:spPr>
            <a:xfrm>
              <a:off x="284403" y="4389865"/>
              <a:ext cx="146191" cy="427273"/>
            </a:xfrm>
            <a:custGeom>
              <a:avLst/>
              <a:gdLst/>
              <a:ahLst/>
              <a:cxnLst/>
              <a:rect l="l" t="t" r="r" b="b"/>
              <a:pathLst>
                <a:path w="5045" h="14745" extrusionOk="0">
                  <a:moveTo>
                    <a:pt x="2523" y="1"/>
                  </a:moveTo>
                  <a:cubicBezTo>
                    <a:pt x="1130" y="1"/>
                    <a:pt x="1" y="1130"/>
                    <a:pt x="1" y="2523"/>
                  </a:cubicBezTo>
                  <a:cubicBezTo>
                    <a:pt x="1" y="3723"/>
                    <a:pt x="840" y="4724"/>
                    <a:pt x="1962" y="4980"/>
                  </a:cubicBezTo>
                  <a:cubicBezTo>
                    <a:pt x="840" y="5235"/>
                    <a:pt x="1" y="6237"/>
                    <a:pt x="1" y="7438"/>
                  </a:cubicBezTo>
                  <a:cubicBezTo>
                    <a:pt x="1" y="8552"/>
                    <a:pt x="727" y="9497"/>
                    <a:pt x="1729" y="9830"/>
                  </a:cubicBezTo>
                  <a:cubicBezTo>
                    <a:pt x="725" y="10163"/>
                    <a:pt x="1" y="11107"/>
                    <a:pt x="1" y="12222"/>
                  </a:cubicBezTo>
                  <a:cubicBezTo>
                    <a:pt x="1" y="13615"/>
                    <a:pt x="1130" y="14744"/>
                    <a:pt x="2523" y="14744"/>
                  </a:cubicBezTo>
                  <a:cubicBezTo>
                    <a:pt x="3915" y="14744"/>
                    <a:pt x="5044" y="13615"/>
                    <a:pt x="5044" y="12222"/>
                  </a:cubicBezTo>
                  <a:cubicBezTo>
                    <a:pt x="5044" y="11107"/>
                    <a:pt x="4320" y="10162"/>
                    <a:pt x="3316" y="9830"/>
                  </a:cubicBezTo>
                  <a:cubicBezTo>
                    <a:pt x="4320" y="9497"/>
                    <a:pt x="5044" y="8553"/>
                    <a:pt x="5044" y="7438"/>
                  </a:cubicBezTo>
                  <a:cubicBezTo>
                    <a:pt x="5044" y="6237"/>
                    <a:pt x="4206" y="5235"/>
                    <a:pt x="3083" y="4980"/>
                  </a:cubicBezTo>
                  <a:cubicBezTo>
                    <a:pt x="4206" y="4724"/>
                    <a:pt x="5044" y="3723"/>
                    <a:pt x="5044" y="2523"/>
                  </a:cubicBezTo>
                  <a:cubicBezTo>
                    <a:pt x="5044" y="1130"/>
                    <a:pt x="3915" y="1"/>
                    <a:pt x="25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5"/>
            <p:cNvSpPr/>
            <p:nvPr/>
          </p:nvSpPr>
          <p:spPr>
            <a:xfrm>
              <a:off x="8717474" y="-6"/>
              <a:ext cx="9331" cy="537504"/>
            </a:xfrm>
            <a:custGeom>
              <a:avLst/>
              <a:gdLst/>
              <a:ahLst/>
              <a:cxnLst/>
              <a:rect l="l" t="t" r="r" b="b"/>
              <a:pathLst>
                <a:path w="322" h="18549" extrusionOk="0">
                  <a:moveTo>
                    <a:pt x="1" y="1"/>
                  </a:moveTo>
                  <a:lnTo>
                    <a:pt x="1" y="18548"/>
                  </a:lnTo>
                  <a:lnTo>
                    <a:pt x="322" y="18548"/>
                  </a:lnTo>
                  <a:lnTo>
                    <a:pt x="3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3" name="Google Shape;343;p25"/>
          <p:cNvSpPr txBox="1">
            <a:spLocks noGrp="1"/>
          </p:cNvSpPr>
          <p:nvPr>
            <p:ph type="subTitle" idx="1"/>
          </p:nvPr>
        </p:nvSpPr>
        <p:spPr>
          <a:xfrm>
            <a:off x="1522688" y="3916799"/>
            <a:ext cx="2785800" cy="686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4" name="Google Shape;344;p25"/>
          <p:cNvSpPr txBox="1">
            <a:spLocks noGrp="1"/>
          </p:cNvSpPr>
          <p:nvPr>
            <p:ph type="subTitle" idx="2"/>
          </p:nvPr>
        </p:nvSpPr>
        <p:spPr>
          <a:xfrm>
            <a:off x="1522688" y="3577775"/>
            <a:ext cx="2785800" cy="490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Arima"/>
                <a:ea typeface="Arima"/>
                <a:cs typeface="Arima"/>
                <a:sym typeface="Arima"/>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45" name="Google Shape;345;p25"/>
          <p:cNvSpPr txBox="1">
            <a:spLocks noGrp="1"/>
          </p:cNvSpPr>
          <p:nvPr>
            <p:ph type="subTitle" idx="3"/>
          </p:nvPr>
        </p:nvSpPr>
        <p:spPr>
          <a:xfrm>
            <a:off x="4835513" y="3916799"/>
            <a:ext cx="2785800" cy="686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6" name="Google Shape;346;p25"/>
          <p:cNvSpPr txBox="1">
            <a:spLocks noGrp="1"/>
          </p:cNvSpPr>
          <p:nvPr>
            <p:ph type="subTitle" idx="4"/>
          </p:nvPr>
        </p:nvSpPr>
        <p:spPr>
          <a:xfrm>
            <a:off x="4835513" y="3577775"/>
            <a:ext cx="2785800" cy="490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Arima"/>
                <a:ea typeface="Arima"/>
                <a:cs typeface="Arima"/>
                <a:sym typeface="Arima"/>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47" name="Google Shape;347;p25"/>
          <p:cNvSpPr txBox="1">
            <a:spLocks noGrp="1"/>
          </p:cNvSpPr>
          <p:nvPr>
            <p:ph type="title"/>
          </p:nvPr>
        </p:nvSpPr>
        <p:spPr>
          <a:xfrm>
            <a:off x="720000" y="4638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348"/>
        <p:cNvGrpSpPr/>
        <p:nvPr/>
      </p:nvGrpSpPr>
      <p:grpSpPr>
        <a:xfrm>
          <a:off x="0" y="0"/>
          <a:ext cx="0" cy="0"/>
          <a:chOff x="0" y="0"/>
          <a:chExt cx="0" cy="0"/>
        </a:xfrm>
      </p:grpSpPr>
      <p:sp>
        <p:nvSpPr>
          <p:cNvPr id="349" name="Google Shape;349;p26"/>
          <p:cNvSpPr txBox="1">
            <a:spLocks noGrp="1"/>
          </p:cNvSpPr>
          <p:nvPr>
            <p:ph type="subTitle" idx="1"/>
          </p:nvPr>
        </p:nvSpPr>
        <p:spPr>
          <a:xfrm>
            <a:off x="720000" y="2990247"/>
            <a:ext cx="2286300" cy="1092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0" name="Google Shape;350;p26"/>
          <p:cNvSpPr txBox="1">
            <a:spLocks noGrp="1"/>
          </p:cNvSpPr>
          <p:nvPr>
            <p:ph type="subTitle" idx="2"/>
          </p:nvPr>
        </p:nvSpPr>
        <p:spPr>
          <a:xfrm>
            <a:off x="3428855" y="2990270"/>
            <a:ext cx="2286300" cy="1092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1" name="Google Shape;351;p26"/>
          <p:cNvSpPr txBox="1">
            <a:spLocks noGrp="1"/>
          </p:cNvSpPr>
          <p:nvPr>
            <p:ph type="subTitle" idx="3"/>
          </p:nvPr>
        </p:nvSpPr>
        <p:spPr>
          <a:xfrm>
            <a:off x="6137698" y="2990290"/>
            <a:ext cx="2286300" cy="1092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2" name="Google Shape;352;p26"/>
          <p:cNvSpPr txBox="1">
            <a:spLocks noGrp="1"/>
          </p:cNvSpPr>
          <p:nvPr>
            <p:ph type="subTitle" idx="4"/>
          </p:nvPr>
        </p:nvSpPr>
        <p:spPr>
          <a:xfrm>
            <a:off x="720000" y="2292875"/>
            <a:ext cx="2286300" cy="849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Arima"/>
                <a:ea typeface="Arima"/>
                <a:cs typeface="Arima"/>
                <a:sym typeface="Arima"/>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3" name="Google Shape;353;p26"/>
          <p:cNvSpPr txBox="1">
            <a:spLocks noGrp="1"/>
          </p:cNvSpPr>
          <p:nvPr>
            <p:ph type="subTitle" idx="5"/>
          </p:nvPr>
        </p:nvSpPr>
        <p:spPr>
          <a:xfrm>
            <a:off x="3428850" y="2292875"/>
            <a:ext cx="2286300" cy="849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Arima"/>
                <a:ea typeface="Arima"/>
                <a:cs typeface="Arima"/>
                <a:sym typeface="Arima"/>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4" name="Google Shape;354;p26"/>
          <p:cNvSpPr txBox="1">
            <a:spLocks noGrp="1"/>
          </p:cNvSpPr>
          <p:nvPr>
            <p:ph type="subTitle" idx="6"/>
          </p:nvPr>
        </p:nvSpPr>
        <p:spPr>
          <a:xfrm>
            <a:off x="6137700" y="2292875"/>
            <a:ext cx="2286300" cy="849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Arima"/>
                <a:ea typeface="Arima"/>
                <a:cs typeface="Arima"/>
                <a:sym typeface="Arima"/>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5" name="Google Shape;355;p26"/>
          <p:cNvSpPr txBox="1">
            <a:spLocks noGrp="1"/>
          </p:cNvSpPr>
          <p:nvPr>
            <p:ph type="title"/>
          </p:nvPr>
        </p:nvSpPr>
        <p:spPr>
          <a:xfrm>
            <a:off x="720000" y="4638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56" name="Google Shape;356;p26"/>
          <p:cNvGrpSpPr/>
          <p:nvPr/>
        </p:nvGrpSpPr>
        <p:grpSpPr>
          <a:xfrm>
            <a:off x="-12" y="2494"/>
            <a:ext cx="8856537" cy="5141010"/>
            <a:chOff x="-12" y="2494"/>
            <a:chExt cx="8856537" cy="5141010"/>
          </a:xfrm>
        </p:grpSpPr>
        <p:sp>
          <p:nvSpPr>
            <p:cNvPr id="357" name="Google Shape;357;p26"/>
            <p:cNvSpPr/>
            <p:nvPr/>
          </p:nvSpPr>
          <p:spPr>
            <a:xfrm>
              <a:off x="3871816" y="4716568"/>
              <a:ext cx="186673" cy="386357"/>
            </a:xfrm>
            <a:custGeom>
              <a:avLst/>
              <a:gdLst/>
              <a:ahLst/>
              <a:cxnLst/>
              <a:rect l="l" t="t" r="r" b="b"/>
              <a:pathLst>
                <a:path w="6442" h="13333" extrusionOk="0">
                  <a:moveTo>
                    <a:pt x="3221" y="1"/>
                  </a:moveTo>
                  <a:cubicBezTo>
                    <a:pt x="1442" y="1"/>
                    <a:pt x="0" y="1442"/>
                    <a:pt x="0" y="3221"/>
                  </a:cubicBezTo>
                  <a:lnTo>
                    <a:pt x="0" y="10112"/>
                  </a:lnTo>
                  <a:cubicBezTo>
                    <a:pt x="0" y="11890"/>
                    <a:pt x="1442" y="13332"/>
                    <a:pt x="3221" y="13332"/>
                  </a:cubicBezTo>
                  <a:cubicBezTo>
                    <a:pt x="4999" y="13332"/>
                    <a:pt x="6441" y="11890"/>
                    <a:pt x="6441" y="10112"/>
                  </a:cubicBezTo>
                  <a:lnTo>
                    <a:pt x="6441" y="3221"/>
                  </a:lnTo>
                  <a:cubicBezTo>
                    <a:pt x="6441" y="1442"/>
                    <a:pt x="4999" y="1"/>
                    <a:pt x="32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6"/>
            <p:cNvSpPr/>
            <p:nvPr/>
          </p:nvSpPr>
          <p:spPr>
            <a:xfrm>
              <a:off x="8508795" y="1805016"/>
              <a:ext cx="347730" cy="370217"/>
            </a:xfrm>
            <a:custGeom>
              <a:avLst/>
              <a:gdLst/>
              <a:ahLst/>
              <a:cxnLst/>
              <a:rect l="l" t="t" r="r" b="b"/>
              <a:pathLst>
                <a:path w="12000" h="12776" extrusionOk="0">
                  <a:moveTo>
                    <a:pt x="781" y="0"/>
                  </a:moveTo>
                  <a:cubicBezTo>
                    <a:pt x="350" y="0"/>
                    <a:pt x="0" y="350"/>
                    <a:pt x="0" y="781"/>
                  </a:cubicBezTo>
                  <a:cubicBezTo>
                    <a:pt x="0" y="1213"/>
                    <a:pt x="350" y="1563"/>
                    <a:pt x="781" y="1563"/>
                  </a:cubicBezTo>
                  <a:lnTo>
                    <a:pt x="7161" y="1563"/>
                  </a:lnTo>
                  <a:cubicBezTo>
                    <a:pt x="8968" y="1563"/>
                    <a:pt x="10440" y="3033"/>
                    <a:pt x="10440" y="4842"/>
                  </a:cubicBezTo>
                  <a:cubicBezTo>
                    <a:pt x="10440" y="6650"/>
                    <a:pt x="8968" y="8121"/>
                    <a:pt x="7161" y="8121"/>
                  </a:cubicBezTo>
                  <a:lnTo>
                    <a:pt x="2329" y="8121"/>
                  </a:lnTo>
                  <a:cubicBezTo>
                    <a:pt x="1045" y="8121"/>
                    <a:pt x="1" y="9165"/>
                    <a:pt x="1" y="10448"/>
                  </a:cubicBezTo>
                  <a:cubicBezTo>
                    <a:pt x="1" y="11730"/>
                    <a:pt x="1045" y="12775"/>
                    <a:pt x="2329" y="12775"/>
                  </a:cubicBezTo>
                  <a:lnTo>
                    <a:pt x="7161" y="12775"/>
                  </a:lnTo>
                  <a:cubicBezTo>
                    <a:pt x="7591" y="12775"/>
                    <a:pt x="7941" y="12425"/>
                    <a:pt x="7941" y="11994"/>
                  </a:cubicBezTo>
                  <a:cubicBezTo>
                    <a:pt x="7941" y="11563"/>
                    <a:pt x="7591" y="11213"/>
                    <a:pt x="7161" y="11213"/>
                  </a:cubicBezTo>
                  <a:lnTo>
                    <a:pt x="2329" y="11213"/>
                  </a:lnTo>
                  <a:cubicBezTo>
                    <a:pt x="1905" y="11213"/>
                    <a:pt x="1561" y="10868"/>
                    <a:pt x="1561" y="10446"/>
                  </a:cubicBezTo>
                  <a:cubicBezTo>
                    <a:pt x="1561" y="10023"/>
                    <a:pt x="1906" y="9680"/>
                    <a:pt x="2329" y="9680"/>
                  </a:cubicBezTo>
                  <a:lnTo>
                    <a:pt x="7161" y="9680"/>
                  </a:lnTo>
                  <a:cubicBezTo>
                    <a:pt x="9830" y="9680"/>
                    <a:pt x="12000" y="7509"/>
                    <a:pt x="12000" y="4840"/>
                  </a:cubicBezTo>
                  <a:cubicBezTo>
                    <a:pt x="12000" y="2172"/>
                    <a:pt x="9830" y="0"/>
                    <a:pt x="7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6"/>
            <p:cNvSpPr/>
            <p:nvPr/>
          </p:nvSpPr>
          <p:spPr>
            <a:xfrm>
              <a:off x="-12" y="662498"/>
              <a:ext cx="237123" cy="237123"/>
            </a:xfrm>
            <a:custGeom>
              <a:avLst/>
              <a:gdLst/>
              <a:ahLst/>
              <a:cxnLst/>
              <a:rect l="l" t="t" r="r" b="b"/>
              <a:pathLst>
                <a:path w="8183" h="8183" extrusionOk="0">
                  <a:moveTo>
                    <a:pt x="0" y="0"/>
                  </a:moveTo>
                  <a:lnTo>
                    <a:pt x="0" y="8183"/>
                  </a:lnTo>
                  <a:lnTo>
                    <a:pt x="4091" y="8183"/>
                  </a:lnTo>
                  <a:cubicBezTo>
                    <a:pt x="6350" y="8183"/>
                    <a:pt x="8182" y="6351"/>
                    <a:pt x="8182" y="4091"/>
                  </a:cubicBezTo>
                  <a:cubicBezTo>
                    <a:pt x="8182" y="1832"/>
                    <a:pt x="6351" y="0"/>
                    <a:pt x="40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6"/>
            <p:cNvSpPr/>
            <p:nvPr/>
          </p:nvSpPr>
          <p:spPr>
            <a:xfrm>
              <a:off x="4317728" y="4461337"/>
              <a:ext cx="508555" cy="508584"/>
            </a:xfrm>
            <a:custGeom>
              <a:avLst/>
              <a:gdLst/>
              <a:ahLst/>
              <a:cxnLst/>
              <a:rect l="l" t="t" r="r" b="b"/>
              <a:pathLst>
                <a:path w="17550" h="17551" extrusionOk="0">
                  <a:moveTo>
                    <a:pt x="1962" y="0"/>
                  </a:moveTo>
                  <a:cubicBezTo>
                    <a:pt x="879" y="0"/>
                    <a:pt x="1" y="878"/>
                    <a:pt x="1" y="1960"/>
                  </a:cubicBezTo>
                  <a:lnTo>
                    <a:pt x="1" y="5851"/>
                  </a:lnTo>
                  <a:lnTo>
                    <a:pt x="1" y="15591"/>
                  </a:lnTo>
                  <a:cubicBezTo>
                    <a:pt x="1" y="16673"/>
                    <a:pt x="879" y="17550"/>
                    <a:pt x="1962" y="17550"/>
                  </a:cubicBezTo>
                  <a:lnTo>
                    <a:pt x="17550" y="17550"/>
                  </a:lnTo>
                  <a:lnTo>
                    <a:pt x="17523" y="17524"/>
                  </a:lnTo>
                  <a:lnTo>
                    <a:pt x="17550" y="17524"/>
                  </a:lnTo>
                  <a:lnTo>
                    <a:pt x="17550" y="13634"/>
                  </a:lnTo>
                  <a:cubicBezTo>
                    <a:pt x="17549" y="12552"/>
                    <a:pt x="16671" y="11674"/>
                    <a:pt x="15588" y="11674"/>
                  </a:cubicBezTo>
                  <a:lnTo>
                    <a:pt x="13642" y="11674"/>
                  </a:lnTo>
                  <a:cubicBezTo>
                    <a:pt x="12556" y="11674"/>
                    <a:pt x="11677" y="10791"/>
                    <a:pt x="11682" y="9704"/>
                  </a:cubicBezTo>
                  <a:lnTo>
                    <a:pt x="11691" y="7792"/>
                  </a:lnTo>
                  <a:cubicBezTo>
                    <a:pt x="11696" y="6706"/>
                    <a:pt x="10817" y="5822"/>
                    <a:pt x="9731" y="5822"/>
                  </a:cubicBezTo>
                  <a:lnTo>
                    <a:pt x="7811" y="5822"/>
                  </a:lnTo>
                  <a:cubicBezTo>
                    <a:pt x="6728" y="5822"/>
                    <a:pt x="5850" y="4945"/>
                    <a:pt x="5850" y="3863"/>
                  </a:cubicBezTo>
                  <a:lnTo>
                    <a:pt x="5850" y="1960"/>
                  </a:lnTo>
                  <a:cubicBezTo>
                    <a:pt x="5850" y="878"/>
                    <a:pt x="4972" y="0"/>
                    <a:pt x="38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6"/>
            <p:cNvSpPr/>
            <p:nvPr/>
          </p:nvSpPr>
          <p:spPr>
            <a:xfrm>
              <a:off x="5029381" y="4902470"/>
              <a:ext cx="401686" cy="241035"/>
            </a:xfrm>
            <a:custGeom>
              <a:avLst/>
              <a:gdLst/>
              <a:ahLst/>
              <a:cxnLst/>
              <a:rect l="l" t="t" r="r" b="b"/>
              <a:pathLst>
                <a:path w="13862" h="8318" extrusionOk="0">
                  <a:moveTo>
                    <a:pt x="6931" y="1"/>
                  </a:moveTo>
                  <a:cubicBezTo>
                    <a:pt x="3103" y="1"/>
                    <a:pt x="0" y="3103"/>
                    <a:pt x="0" y="6932"/>
                  </a:cubicBezTo>
                  <a:lnTo>
                    <a:pt x="0" y="8317"/>
                  </a:lnTo>
                  <a:lnTo>
                    <a:pt x="13861" y="8317"/>
                  </a:lnTo>
                  <a:lnTo>
                    <a:pt x="13861" y="6932"/>
                  </a:lnTo>
                  <a:cubicBezTo>
                    <a:pt x="13861" y="3103"/>
                    <a:pt x="10759" y="1"/>
                    <a:pt x="69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6"/>
            <p:cNvSpPr/>
            <p:nvPr/>
          </p:nvSpPr>
          <p:spPr>
            <a:xfrm>
              <a:off x="8710328" y="2358115"/>
              <a:ext cx="146191" cy="427273"/>
            </a:xfrm>
            <a:custGeom>
              <a:avLst/>
              <a:gdLst/>
              <a:ahLst/>
              <a:cxnLst/>
              <a:rect l="l" t="t" r="r" b="b"/>
              <a:pathLst>
                <a:path w="5045" h="14745" extrusionOk="0">
                  <a:moveTo>
                    <a:pt x="2523" y="1"/>
                  </a:moveTo>
                  <a:cubicBezTo>
                    <a:pt x="1130" y="1"/>
                    <a:pt x="1" y="1130"/>
                    <a:pt x="1" y="2523"/>
                  </a:cubicBezTo>
                  <a:cubicBezTo>
                    <a:pt x="1" y="3723"/>
                    <a:pt x="840" y="4724"/>
                    <a:pt x="1962" y="4980"/>
                  </a:cubicBezTo>
                  <a:cubicBezTo>
                    <a:pt x="840" y="5235"/>
                    <a:pt x="1" y="6237"/>
                    <a:pt x="1" y="7438"/>
                  </a:cubicBezTo>
                  <a:cubicBezTo>
                    <a:pt x="1" y="8552"/>
                    <a:pt x="727" y="9497"/>
                    <a:pt x="1729" y="9830"/>
                  </a:cubicBezTo>
                  <a:cubicBezTo>
                    <a:pt x="725" y="10163"/>
                    <a:pt x="1" y="11107"/>
                    <a:pt x="1" y="12222"/>
                  </a:cubicBezTo>
                  <a:cubicBezTo>
                    <a:pt x="1" y="13615"/>
                    <a:pt x="1130" y="14744"/>
                    <a:pt x="2523" y="14744"/>
                  </a:cubicBezTo>
                  <a:cubicBezTo>
                    <a:pt x="3915" y="14744"/>
                    <a:pt x="5044" y="13615"/>
                    <a:pt x="5044" y="12222"/>
                  </a:cubicBezTo>
                  <a:cubicBezTo>
                    <a:pt x="5044" y="11107"/>
                    <a:pt x="4320" y="10162"/>
                    <a:pt x="3316" y="9830"/>
                  </a:cubicBezTo>
                  <a:cubicBezTo>
                    <a:pt x="4320" y="9497"/>
                    <a:pt x="5044" y="8553"/>
                    <a:pt x="5044" y="7438"/>
                  </a:cubicBezTo>
                  <a:cubicBezTo>
                    <a:pt x="5044" y="6237"/>
                    <a:pt x="4206" y="5235"/>
                    <a:pt x="3083" y="4980"/>
                  </a:cubicBezTo>
                  <a:cubicBezTo>
                    <a:pt x="4206" y="4724"/>
                    <a:pt x="5044" y="3723"/>
                    <a:pt x="5044" y="2523"/>
                  </a:cubicBezTo>
                  <a:cubicBezTo>
                    <a:pt x="5044" y="1130"/>
                    <a:pt x="3915" y="1"/>
                    <a:pt x="25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6"/>
            <p:cNvSpPr/>
            <p:nvPr/>
          </p:nvSpPr>
          <p:spPr>
            <a:xfrm>
              <a:off x="319387" y="2494"/>
              <a:ext cx="9331" cy="537504"/>
            </a:xfrm>
            <a:custGeom>
              <a:avLst/>
              <a:gdLst/>
              <a:ahLst/>
              <a:cxnLst/>
              <a:rect l="l" t="t" r="r" b="b"/>
              <a:pathLst>
                <a:path w="322" h="18549" extrusionOk="0">
                  <a:moveTo>
                    <a:pt x="1" y="1"/>
                  </a:moveTo>
                  <a:lnTo>
                    <a:pt x="1" y="18548"/>
                  </a:lnTo>
                  <a:lnTo>
                    <a:pt x="322" y="18548"/>
                  </a:lnTo>
                  <a:lnTo>
                    <a:pt x="3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364"/>
        <p:cNvGrpSpPr/>
        <p:nvPr/>
      </p:nvGrpSpPr>
      <p:grpSpPr>
        <a:xfrm>
          <a:off x="0" y="0"/>
          <a:ext cx="0" cy="0"/>
          <a:chOff x="0" y="0"/>
          <a:chExt cx="0" cy="0"/>
        </a:xfrm>
      </p:grpSpPr>
      <p:sp>
        <p:nvSpPr>
          <p:cNvPr id="365" name="Google Shape;365;p27"/>
          <p:cNvSpPr txBox="1">
            <a:spLocks noGrp="1"/>
          </p:cNvSpPr>
          <p:nvPr>
            <p:ph type="subTitle" idx="1"/>
          </p:nvPr>
        </p:nvSpPr>
        <p:spPr>
          <a:xfrm>
            <a:off x="1208175" y="2075375"/>
            <a:ext cx="2867100" cy="623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66" name="Google Shape;366;p27"/>
          <p:cNvSpPr txBox="1">
            <a:spLocks noGrp="1"/>
          </p:cNvSpPr>
          <p:nvPr>
            <p:ph type="subTitle" idx="2"/>
          </p:nvPr>
        </p:nvSpPr>
        <p:spPr>
          <a:xfrm>
            <a:off x="5556901" y="2075375"/>
            <a:ext cx="2867100" cy="623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67" name="Google Shape;367;p27"/>
          <p:cNvSpPr txBox="1">
            <a:spLocks noGrp="1"/>
          </p:cNvSpPr>
          <p:nvPr>
            <p:ph type="subTitle" idx="3"/>
          </p:nvPr>
        </p:nvSpPr>
        <p:spPr>
          <a:xfrm>
            <a:off x="1208175" y="3675600"/>
            <a:ext cx="2867100" cy="623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68" name="Google Shape;368;p27"/>
          <p:cNvSpPr txBox="1">
            <a:spLocks noGrp="1"/>
          </p:cNvSpPr>
          <p:nvPr>
            <p:ph type="subTitle" idx="4"/>
          </p:nvPr>
        </p:nvSpPr>
        <p:spPr>
          <a:xfrm>
            <a:off x="5556901" y="3675600"/>
            <a:ext cx="2867100" cy="623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69" name="Google Shape;369;p27"/>
          <p:cNvSpPr txBox="1">
            <a:spLocks noGrp="1"/>
          </p:cNvSpPr>
          <p:nvPr>
            <p:ph type="subTitle" idx="5"/>
          </p:nvPr>
        </p:nvSpPr>
        <p:spPr>
          <a:xfrm>
            <a:off x="1208150" y="1745075"/>
            <a:ext cx="2867100" cy="4671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Poller One"/>
              <a:buNone/>
              <a:defRPr sz="2000" b="1">
                <a:latin typeface="Arima"/>
                <a:ea typeface="Arima"/>
                <a:cs typeface="Arima"/>
                <a:sym typeface="Arima"/>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0" name="Google Shape;370;p27"/>
          <p:cNvSpPr txBox="1">
            <a:spLocks noGrp="1"/>
          </p:cNvSpPr>
          <p:nvPr>
            <p:ph type="subTitle" idx="6"/>
          </p:nvPr>
        </p:nvSpPr>
        <p:spPr>
          <a:xfrm>
            <a:off x="1208150" y="3345350"/>
            <a:ext cx="2867100" cy="4671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Poller One"/>
              <a:buNone/>
              <a:defRPr sz="2000" b="1">
                <a:latin typeface="Arima"/>
                <a:ea typeface="Arima"/>
                <a:cs typeface="Arima"/>
                <a:sym typeface="Arima"/>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1" name="Google Shape;371;p27"/>
          <p:cNvSpPr txBox="1">
            <a:spLocks noGrp="1"/>
          </p:cNvSpPr>
          <p:nvPr>
            <p:ph type="subTitle" idx="7"/>
          </p:nvPr>
        </p:nvSpPr>
        <p:spPr>
          <a:xfrm>
            <a:off x="5556900" y="1745075"/>
            <a:ext cx="2867100" cy="4671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Poller One"/>
              <a:buNone/>
              <a:defRPr sz="2000" b="1">
                <a:latin typeface="Arima"/>
                <a:ea typeface="Arima"/>
                <a:cs typeface="Arima"/>
                <a:sym typeface="Arima"/>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2" name="Google Shape;372;p27"/>
          <p:cNvSpPr txBox="1">
            <a:spLocks noGrp="1"/>
          </p:cNvSpPr>
          <p:nvPr>
            <p:ph type="subTitle" idx="8"/>
          </p:nvPr>
        </p:nvSpPr>
        <p:spPr>
          <a:xfrm>
            <a:off x="5556900" y="3345350"/>
            <a:ext cx="2867100" cy="4671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Poller One"/>
              <a:buNone/>
              <a:defRPr sz="2000" b="1">
                <a:latin typeface="Arima"/>
                <a:ea typeface="Arima"/>
                <a:cs typeface="Arima"/>
                <a:sym typeface="Arima"/>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3" name="Google Shape;373;p27"/>
          <p:cNvSpPr txBox="1">
            <a:spLocks noGrp="1"/>
          </p:cNvSpPr>
          <p:nvPr>
            <p:ph type="title"/>
          </p:nvPr>
        </p:nvSpPr>
        <p:spPr>
          <a:xfrm>
            <a:off x="720000" y="4638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74" name="Google Shape;374;p27"/>
          <p:cNvGrpSpPr/>
          <p:nvPr/>
        </p:nvGrpSpPr>
        <p:grpSpPr>
          <a:xfrm>
            <a:off x="100054" y="-6"/>
            <a:ext cx="8918716" cy="5143511"/>
            <a:chOff x="100054" y="-6"/>
            <a:chExt cx="8918716" cy="5143511"/>
          </a:xfrm>
        </p:grpSpPr>
        <p:sp>
          <p:nvSpPr>
            <p:cNvPr id="375" name="Google Shape;375;p27"/>
            <p:cNvSpPr/>
            <p:nvPr/>
          </p:nvSpPr>
          <p:spPr>
            <a:xfrm>
              <a:off x="268866" y="4410318"/>
              <a:ext cx="186673" cy="386357"/>
            </a:xfrm>
            <a:custGeom>
              <a:avLst/>
              <a:gdLst/>
              <a:ahLst/>
              <a:cxnLst/>
              <a:rect l="l" t="t" r="r" b="b"/>
              <a:pathLst>
                <a:path w="6442" h="13333" extrusionOk="0">
                  <a:moveTo>
                    <a:pt x="3221" y="1"/>
                  </a:moveTo>
                  <a:cubicBezTo>
                    <a:pt x="1442" y="1"/>
                    <a:pt x="0" y="1442"/>
                    <a:pt x="0" y="3221"/>
                  </a:cubicBezTo>
                  <a:lnTo>
                    <a:pt x="0" y="10112"/>
                  </a:lnTo>
                  <a:cubicBezTo>
                    <a:pt x="0" y="11890"/>
                    <a:pt x="1442" y="13332"/>
                    <a:pt x="3221" y="13332"/>
                  </a:cubicBezTo>
                  <a:cubicBezTo>
                    <a:pt x="4999" y="13332"/>
                    <a:pt x="6441" y="11890"/>
                    <a:pt x="6441" y="10112"/>
                  </a:cubicBezTo>
                  <a:lnTo>
                    <a:pt x="6441" y="3221"/>
                  </a:lnTo>
                  <a:cubicBezTo>
                    <a:pt x="6441" y="1442"/>
                    <a:pt x="4999" y="1"/>
                    <a:pt x="32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7"/>
            <p:cNvSpPr/>
            <p:nvPr/>
          </p:nvSpPr>
          <p:spPr>
            <a:xfrm>
              <a:off x="100054" y="4018635"/>
              <a:ext cx="280068" cy="280068"/>
            </a:xfrm>
            <a:custGeom>
              <a:avLst/>
              <a:gdLst/>
              <a:ahLst/>
              <a:cxnLst/>
              <a:rect l="l" t="t" r="r" b="b"/>
              <a:pathLst>
                <a:path w="9665" h="9665" extrusionOk="0">
                  <a:moveTo>
                    <a:pt x="4832" y="1"/>
                  </a:moveTo>
                  <a:cubicBezTo>
                    <a:pt x="3550" y="1"/>
                    <a:pt x="2321" y="510"/>
                    <a:pt x="1415" y="1416"/>
                  </a:cubicBezTo>
                  <a:cubicBezTo>
                    <a:pt x="509" y="2323"/>
                    <a:pt x="0" y="3551"/>
                    <a:pt x="0" y="4833"/>
                  </a:cubicBezTo>
                  <a:cubicBezTo>
                    <a:pt x="0" y="6114"/>
                    <a:pt x="509" y="7344"/>
                    <a:pt x="1415" y="8249"/>
                  </a:cubicBezTo>
                  <a:cubicBezTo>
                    <a:pt x="2321" y="9156"/>
                    <a:pt x="3550" y="9665"/>
                    <a:pt x="4832" y="9665"/>
                  </a:cubicBezTo>
                  <a:cubicBezTo>
                    <a:pt x="6114" y="9665"/>
                    <a:pt x="7342" y="9156"/>
                    <a:pt x="8249" y="8249"/>
                  </a:cubicBezTo>
                  <a:cubicBezTo>
                    <a:pt x="9155" y="7344"/>
                    <a:pt x="9664" y="6114"/>
                    <a:pt x="9664" y="4833"/>
                  </a:cubicBezTo>
                  <a:cubicBezTo>
                    <a:pt x="9664" y="3551"/>
                    <a:pt x="9155" y="2323"/>
                    <a:pt x="8249" y="1416"/>
                  </a:cubicBezTo>
                  <a:cubicBezTo>
                    <a:pt x="7342" y="510"/>
                    <a:pt x="6114" y="1"/>
                    <a:pt x="48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7"/>
            <p:cNvSpPr/>
            <p:nvPr/>
          </p:nvSpPr>
          <p:spPr>
            <a:xfrm>
              <a:off x="8424003" y="318287"/>
              <a:ext cx="508555" cy="508584"/>
            </a:xfrm>
            <a:custGeom>
              <a:avLst/>
              <a:gdLst/>
              <a:ahLst/>
              <a:cxnLst/>
              <a:rect l="l" t="t" r="r" b="b"/>
              <a:pathLst>
                <a:path w="17550" h="17551" extrusionOk="0">
                  <a:moveTo>
                    <a:pt x="1962" y="0"/>
                  </a:moveTo>
                  <a:cubicBezTo>
                    <a:pt x="879" y="0"/>
                    <a:pt x="1" y="878"/>
                    <a:pt x="1" y="1960"/>
                  </a:cubicBezTo>
                  <a:lnTo>
                    <a:pt x="1" y="5851"/>
                  </a:lnTo>
                  <a:lnTo>
                    <a:pt x="1" y="15591"/>
                  </a:lnTo>
                  <a:cubicBezTo>
                    <a:pt x="1" y="16673"/>
                    <a:pt x="879" y="17550"/>
                    <a:pt x="1962" y="17550"/>
                  </a:cubicBezTo>
                  <a:lnTo>
                    <a:pt x="17550" y="17550"/>
                  </a:lnTo>
                  <a:lnTo>
                    <a:pt x="17523" y="17524"/>
                  </a:lnTo>
                  <a:lnTo>
                    <a:pt x="17550" y="17524"/>
                  </a:lnTo>
                  <a:lnTo>
                    <a:pt x="17550" y="13634"/>
                  </a:lnTo>
                  <a:cubicBezTo>
                    <a:pt x="17549" y="12552"/>
                    <a:pt x="16671" y="11674"/>
                    <a:pt x="15588" y="11674"/>
                  </a:cubicBezTo>
                  <a:lnTo>
                    <a:pt x="13642" y="11674"/>
                  </a:lnTo>
                  <a:cubicBezTo>
                    <a:pt x="12556" y="11674"/>
                    <a:pt x="11677" y="10791"/>
                    <a:pt x="11682" y="9704"/>
                  </a:cubicBezTo>
                  <a:lnTo>
                    <a:pt x="11691" y="7792"/>
                  </a:lnTo>
                  <a:cubicBezTo>
                    <a:pt x="11696" y="6706"/>
                    <a:pt x="10817" y="5822"/>
                    <a:pt x="9731" y="5822"/>
                  </a:cubicBezTo>
                  <a:lnTo>
                    <a:pt x="7811" y="5822"/>
                  </a:lnTo>
                  <a:cubicBezTo>
                    <a:pt x="6728" y="5822"/>
                    <a:pt x="5850" y="4945"/>
                    <a:pt x="5850" y="3863"/>
                  </a:cubicBezTo>
                  <a:lnTo>
                    <a:pt x="5850" y="1960"/>
                  </a:lnTo>
                  <a:cubicBezTo>
                    <a:pt x="5850" y="878"/>
                    <a:pt x="4972" y="0"/>
                    <a:pt x="38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7"/>
            <p:cNvSpPr/>
            <p:nvPr/>
          </p:nvSpPr>
          <p:spPr>
            <a:xfrm>
              <a:off x="3358181" y="4902470"/>
              <a:ext cx="401686" cy="241035"/>
            </a:xfrm>
            <a:custGeom>
              <a:avLst/>
              <a:gdLst/>
              <a:ahLst/>
              <a:cxnLst/>
              <a:rect l="l" t="t" r="r" b="b"/>
              <a:pathLst>
                <a:path w="13862" h="8318" extrusionOk="0">
                  <a:moveTo>
                    <a:pt x="6931" y="1"/>
                  </a:moveTo>
                  <a:cubicBezTo>
                    <a:pt x="3103" y="1"/>
                    <a:pt x="0" y="3103"/>
                    <a:pt x="0" y="6932"/>
                  </a:cubicBezTo>
                  <a:lnTo>
                    <a:pt x="0" y="8317"/>
                  </a:lnTo>
                  <a:lnTo>
                    <a:pt x="13861" y="8317"/>
                  </a:lnTo>
                  <a:lnTo>
                    <a:pt x="13861" y="6932"/>
                  </a:lnTo>
                  <a:cubicBezTo>
                    <a:pt x="13861" y="3103"/>
                    <a:pt x="10759" y="1"/>
                    <a:pt x="69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7"/>
            <p:cNvSpPr/>
            <p:nvPr/>
          </p:nvSpPr>
          <p:spPr>
            <a:xfrm>
              <a:off x="8846557" y="3812448"/>
              <a:ext cx="172213" cy="156884"/>
            </a:xfrm>
            <a:custGeom>
              <a:avLst/>
              <a:gdLst/>
              <a:ahLst/>
              <a:cxnLst/>
              <a:rect l="l" t="t" r="r" b="b"/>
              <a:pathLst>
                <a:path w="5943" h="5414" extrusionOk="0">
                  <a:moveTo>
                    <a:pt x="2972" y="0"/>
                  </a:moveTo>
                  <a:cubicBezTo>
                    <a:pt x="2279" y="0"/>
                    <a:pt x="1587" y="264"/>
                    <a:pt x="1058" y="793"/>
                  </a:cubicBezTo>
                  <a:cubicBezTo>
                    <a:pt x="1" y="1850"/>
                    <a:pt x="1" y="3563"/>
                    <a:pt x="1058" y="4620"/>
                  </a:cubicBezTo>
                  <a:cubicBezTo>
                    <a:pt x="1587" y="5149"/>
                    <a:pt x="2279" y="5413"/>
                    <a:pt x="2972" y="5413"/>
                  </a:cubicBezTo>
                  <a:cubicBezTo>
                    <a:pt x="3664" y="5413"/>
                    <a:pt x="4357" y="5149"/>
                    <a:pt x="4885" y="4620"/>
                  </a:cubicBezTo>
                  <a:cubicBezTo>
                    <a:pt x="5943" y="3563"/>
                    <a:pt x="5943" y="1850"/>
                    <a:pt x="4885" y="793"/>
                  </a:cubicBezTo>
                  <a:cubicBezTo>
                    <a:pt x="4357" y="264"/>
                    <a:pt x="3664" y="0"/>
                    <a:pt x="29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7"/>
            <p:cNvSpPr/>
            <p:nvPr/>
          </p:nvSpPr>
          <p:spPr>
            <a:xfrm>
              <a:off x="4132739" y="4544355"/>
              <a:ext cx="878511" cy="599139"/>
            </a:xfrm>
            <a:custGeom>
              <a:avLst/>
              <a:gdLst/>
              <a:ahLst/>
              <a:cxnLst/>
              <a:rect l="l" t="t" r="r" b="b"/>
              <a:pathLst>
                <a:path w="30317" h="20676" extrusionOk="0">
                  <a:moveTo>
                    <a:pt x="29981" y="336"/>
                  </a:moveTo>
                  <a:lnTo>
                    <a:pt x="29981" y="20339"/>
                  </a:lnTo>
                  <a:lnTo>
                    <a:pt x="10337" y="20339"/>
                  </a:lnTo>
                  <a:cubicBezTo>
                    <a:pt x="8988" y="20339"/>
                    <a:pt x="7677" y="20073"/>
                    <a:pt x="6445" y="19552"/>
                  </a:cubicBezTo>
                  <a:cubicBezTo>
                    <a:pt x="5253" y="19048"/>
                    <a:pt x="4184" y="18327"/>
                    <a:pt x="3266" y="17408"/>
                  </a:cubicBezTo>
                  <a:cubicBezTo>
                    <a:pt x="2347" y="16489"/>
                    <a:pt x="1626" y="15421"/>
                    <a:pt x="1122" y="14229"/>
                  </a:cubicBezTo>
                  <a:cubicBezTo>
                    <a:pt x="601" y="12998"/>
                    <a:pt x="336" y="11687"/>
                    <a:pt x="336" y="10337"/>
                  </a:cubicBezTo>
                  <a:cubicBezTo>
                    <a:pt x="336" y="8987"/>
                    <a:pt x="601" y="7677"/>
                    <a:pt x="1122" y="6444"/>
                  </a:cubicBezTo>
                  <a:cubicBezTo>
                    <a:pt x="1627" y="5254"/>
                    <a:pt x="2347" y="4184"/>
                    <a:pt x="3266" y="3266"/>
                  </a:cubicBezTo>
                  <a:cubicBezTo>
                    <a:pt x="4184" y="2348"/>
                    <a:pt x="5253" y="1626"/>
                    <a:pt x="6445" y="1122"/>
                  </a:cubicBezTo>
                  <a:cubicBezTo>
                    <a:pt x="7677" y="601"/>
                    <a:pt x="8988" y="336"/>
                    <a:pt x="10337" y="336"/>
                  </a:cubicBezTo>
                  <a:close/>
                  <a:moveTo>
                    <a:pt x="10337" y="1"/>
                  </a:moveTo>
                  <a:cubicBezTo>
                    <a:pt x="8941" y="1"/>
                    <a:pt x="7589" y="273"/>
                    <a:pt x="6313" y="812"/>
                  </a:cubicBezTo>
                  <a:cubicBezTo>
                    <a:pt x="5082" y="1333"/>
                    <a:pt x="3977" y="2077"/>
                    <a:pt x="3027" y="3027"/>
                  </a:cubicBezTo>
                  <a:cubicBezTo>
                    <a:pt x="2078" y="3977"/>
                    <a:pt x="1333" y="5082"/>
                    <a:pt x="812" y="6313"/>
                  </a:cubicBezTo>
                  <a:cubicBezTo>
                    <a:pt x="274" y="7588"/>
                    <a:pt x="1" y="8942"/>
                    <a:pt x="1" y="10337"/>
                  </a:cubicBezTo>
                  <a:cubicBezTo>
                    <a:pt x="1" y="11734"/>
                    <a:pt x="273" y="13086"/>
                    <a:pt x="812" y="14362"/>
                  </a:cubicBezTo>
                  <a:cubicBezTo>
                    <a:pt x="1333" y="15592"/>
                    <a:pt x="2077" y="16697"/>
                    <a:pt x="3027" y="17647"/>
                  </a:cubicBezTo>
                  <a:cubicBezTo>
                    <a:pt x="3977" y="18596"/>
                    <a:pt x="5082" y="19342"/>
                    <a:pt x="6313" y="19862"/>
                  </a:cubicBezTo>
                  <a:cubicBezTo>
                    <a:pt x="7589" y="20400"/>
                    <a:pt x="8942" y="20674"/>
                    <a:pt x="10337" y="20674"/>
                  </a:cubicBezTo>
                  <a:lnTo>
                    <a:pt x="10337" y="20675"/>
                  </a:lnTo>
                  <a:lnTo>
                    <a:pt x="30317" y="20675"/>
                  </a:lnTo>
                  <a:lnTo>
                    <a:pt x="30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7"/>
            <p:cNvSpPr/>
            <p:nvPr/>
          </p:nvSpPr>
          <p:spPr>
            <a:xfrm>
              <a:off x="8788386" y="4131785"/>
              <a:ext cx="9765" cy="1011720"/>
            </a:xfrm>
            <a:custGeom>
              <a:avLst/>
              <a:gdLst/>
              <a:ahLst/>
              <a:cxnLst/>
              <a:rect l="l" t="t" r="r" b="b"/>
              <a:pathLst>
                <a:path w="337" h="34914" extrusionOk="0">
                  <a:moveTo>
                    <a:pt x="1" y="0"/>
                  </a:moveTo>
                  <a:lnTo>
                    <a:pt x="1" y="34914"/>
                  </a:lnTo>
                  <a:lnTo>
                    <a:pt x="336" y="34914"/>
                  </a:lnTo>
                  <a:lnTo>
                    <a:pt x="3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7"/>
            <p:cNvSpPr/>
            <p:nvPr/>
          </p:nvSpPr>
          <p:spPr>
            <a:xfrm>
              <a:off x="332112" y="-6"/>
              <a:ext cx="9331" cy="537504"/>
            </a:xfrm>
            <a:custGeom>
              <a:avLst/>
              <a:gdLst/>
              <a:ahLst/>
              <a:cxnLst/>
              <a:rect l="l" t="t" r="r" b="b"/>
              <a:pathLst>
                <a:path w="322" h="18549" extrusionOk="0">
                  <a:moveTo>
                    <a:pt x="1" y="1"/>
                  </a:moveTo>
                  <a:lnTo>
                    <a:pt x="1" y="18548"/>
                  </a:lnTo>
                  <a:lnTo>
                    <a:pt x="322" y="18548"/>
                  </a:lnTo>
                  <a:lnTo>
                    <a:pt x="3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five columns">
  <p:cSld name="BLANK_1_1_1_1_1_2">
    <p:spTree>
      <p:nvGrpSpPr>
        <p:cNvPr id="1" name="Shape 383"/>
        <p:cNvGrpSpPr/>
        <p:nvPr/>
      </p:nvGrpSpPr>
      <p:grpSpPr>
        <a:xfrm>
          <a:off x="0" y="0"/>
          <a:ext cx="0" cy="0"/>
          <a:chOff x="0" y="0"/>
          <a:chExt cx="0" cy="0"/>
        </a:xfrm>
      </p:grpSpPr>
      <p:sp>
        <p:nvSpPr>
          <p:cNvPr id="384" name="Google Shape;384;p28"/>
          <p:cNvSpPr txBox="1">
            <a:spLocks noGrp="1"/>
          </p:cNvSpPr>
          <p:nvPr>
            <p:ph type="subTitle" idx="1"/>
          </p:nvPr>
        </p:nvSpPr>
        <p:spPr>
          <a:xfrm>
            <a:off x="720000" y="2216788"/>
            <a:ext cx="2305500" cy="6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5" name="Google Shape;385;p28"/>
          <p:cNvSpPr txBox="1">
            <a:spLocks noGrp="1"/>
          </p:cNvSpPr>
          <p:nvPr>
            <p:ph type="subTitle" idx="2"/>
          </p:nvPr>
        </p:nvSpPr>
        <p:spPr>
          <a:xfrm>
            <a:off x="3419271" y="2216788"/>
            <a:ext cx="2305500" cy="6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6" name="Google Shape;386;p28"/>
          <p:cNvSpPr txBox="1">
            <a:spLocks noGrp="1"/>
          </p:cNvSpPr>
          <p:nvPr>
            <p:ph type="subTitle" idx="3"/>
          </p:nvPr>
        </p:nvSpPr>
        <p:spPr>
          <a:xfrm>
            <a:off x="2069638" y="3969000"/>
            <a:ext cx="2305500" cy="6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7" name="Google Shape;387;p28"/>
          <p:cNvSpPr txBox="1">
            <a:spLocks noGrp="1"/>
          </p:cNvSpPr>
          <p:nvPr>
            <p:ph type="subTitle" idx="4"/>
          </p:nvPr>
        </p:nvSpPr>
        <p:spPr>
          <a:xfrm>
            <a:off x="4768909" y="3969000"/>
            <a:ext cx="2305500" cy="6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8" name="Google Shape;388;p28"/>
          <p:cNvSpPr txBox="1">
            <a:spLocks noGrp="1"/>
          </p:cNvSpPr>
          <p:nvPr>
            <p:ph type="subTitle" idx="5"/>
          </p:nvPr>
        </p:nvSpPr>
        <p:spPr>
          <a:xfrm>
            <a:off x="6118550" y="2216788"/>
            <a:ext cx="2305500" cy="6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9" name="Google Shape;389;p28"/>
          <p:cNvSpPr txBox="1">
            <a:spLocks noGrp="1"/>
          </p:cNvSpPr>
          <p:nvPr>
            <p:ph type="subTitle" idx="6"/>
          </p:nvPr>
        </p:nvSpPr>
        <p:spPr>
          <a:xfrm>
            <a:off x="720000" y="1526638"/>
            <a:ext cx="2305500" cy="85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Arima"/>
                <a:ea typeface="Arima"/>
                <a:cs typeface="Arima"/>
                <a:sym typeface="Arima"/>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90" name="Google Shape;390;p28"/>
          <p:cNvSpPr txBox="1">
            <a:spLocks noGrp="1"/>
          </p:cNvSpPr>
          <p:nvPr>
            <p:ph type="subTitle" idx="7"/>
          </p:nvPr>
        </p:nvSpPr>
        <p:spPr>
          <a:xfrm>
            <a:off x="3419275" y="1526638"/>
            <a:ext cx="2305500" cy="85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Arima"/>
                <a:ea typeface="Arima"/>
                <a:cs typeface="Arima"/>
                <a:sym typeface="Arima"/>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91" name="Google Shape;391;p28"/>
          <p:cNvSpPr txBox="1">
            <a:spLocks noGrp="1"/>
          </p:cNvSpPr>
          <p:nvPr>
            <p:ph type="subTitle" idx="8"/>
          </p:nvPr>
        </p:nvSpPr>
        <p:spPr>
          <a:xfrm>
            <a:off x="6118550" y="1526638"/>
            <a:ext cx="2305500" cy="85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Arima"/>
                <a:ea typeface="Arima"/>
                <a:cs typeface="Arima"/>
                <a:sym typeface="Arima"/>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92" name="Google Shape;392;p28"/>
          <p:cNvSpPr txBox="1">
            <a:spLocks noGrp="1"/>
          </p:cNvSpPr>
          <p:nvPr>
            <p:ph type="subTitle" idx="9"/>
          </p:nvPr>
        </p:nvSpPr>
        <p:spPr>
          <a:xfrm>
            <a:off x="2069650" y="3278650"/>
            <a:ext cx="2305500" cy="85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Arima"/>
                <a:ea typeface="Arima"/>
                <a:cs typeface="Arima"/>
                <a:sym typeface="Arima"/>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93" name="Google Shape;393;p28"/>
          <p:cNvSpPr txBox="1">
            <a:spLocks noGrp="1"/>
          </p:cNvSpPr>
          <p:nvPr>
            <p:ph type="subTitle" idx="13"/>
          </p:nvPr>
        </p:nvSpPr>
        <p:spPr>
          <a:xfrm>
            <a:off x="4768900" y="3278650"/>
            <a:ext cx="2305500" cy="85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Arima"/>
                <a:ea typeface="Arima"/>
                <a:cs typeface="Arima"/>
                <a:sym typeface="Arima"/>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94" name="Google Shape;394;p28"/>
          <p:cNvSpPr txBox="1">
            <a:spLocks noGrp="1"/>
          </p:cNvSpPr>
          <p:nvPr>
            <p:ph type="title"/>
          </p:nvPr>
        </p:nvSpPr>
        <p:spPr>
          <a:xfrm>
            <a:off x="720000" y="4638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95" name="Google Shape;395;p28"/>
          <p:cNvGrpSpPr/>
          <p:nvPr/>
        </p:nvGrpSpPr>
        <p:grpSpPr>
          <a:xfrm>
            <a:off x="231095" y="2695298"/>
            <a:ext cx="8779481" cy="2452783"/>
            <a:chOff x="231095" y="2695298"/>
            <a:chExt cx="8779481" cy="2452783"/>
          </a:xfrm>
        </p:grpSpPr>
        <p:sp>
          <p:nvSpPr>
            <p:cNvPr id="396" name="Google Shape;396;p28"/>
            <p:cNvSpPr/>
            <p:nvPr/>
          </p:nvSpPr>
          <p:spPr>
            <a:xfrm>
              <a:off x="7865154" y="4745973"/>
              <a:ext cx="280068" cy="280068"/>
            </a:xfrm>
            <a:custGeom>
              <a:avLst/>
              <a:gdLst/>
              <a:ahLst/>
              <a:cxnLst/>
              <a:rect l="l" t="t" r="r" b="b"/>
              <a:pathLst>
                <a:path w="9665" h="9665" extrusionOk="0">
                  <a:moveTo>
                    <a:pt x="4832" y="1"/>
                  </a:moveTo>
                  <a:cubicBezTo>
                    <a:pt x="3550" y="1"/>
                    <a:pt x="2321" y="510"/>
                    <a:pt x="1415" y="1416"/>
                  </a:cubicBezTo>
                  <a:cubicBezTo>
                    <a:pt x="509" y="2323"/>
                    <a:pt x="0" y="3551"/>
                    <a:pt x="0" y="4833"/>
                  </a:cubicBezTo>
                  <a:cubicBezTo>
                    <a:pt x="0" y="6114"/>
                    <a:pt x="509" y="7344"/>
                    <a:pt x="1415" y="8249"/>
                  </a:cubicBezTo>
                  <a:cubicBezTo>
                    <a:pt x="2321" y="9156"/>
                    <a:pt x="3550" y="9665"/>
                    <a:pt x="4832" y="9665"/>
                  </a:cubicBezTo>
                  <a:cubicBezTo>
                    <a:pt x="6114" y="9665"/>
                    <a:pt x="7342" y="9156"/>
                    <a:pt x="8249" y="8249"/>
                  </a:cubicBezTo>
                  <a:cubicBezTo>
                    <a:pt x="9155" y="7344"/>
                    <a:pt x="9664" y="6114"/>
                    <a:pt x="9664" y="4833"/>
                  </a:cubicBezTo>
                  <a:cubicBezTo>
                    <a:pt x="9664" y="3551"/>
                    <a:pt x="9155" y="2323"/>
                    <a:pt x="8249" y="1416"/>
                  </a:cubicBezTo>
                  <a:cubicBezTo>
                    <a:pt x="7342" y="510"/>
                    <a:pt x="6114" y="1"/>
                    <a:pt x="48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8"/>
            <p:cNvSpPr/>
            <p:nvPr/>
          </p:nvSpPr>
          <p:spPr>
            <a:xfrm>
              <a:off x="231095" y="3126741"/>
              <a:ext cx="347730" cy="370217"/>
            </a:xfrm>
            <a:custGeom>
              <a:avLst/>
              <a:gdLst/>
              <a:ahLst/>
              <a:cxnLst/>
              <a:rect l="l" t="t" r="r" b="b"/>
              <a:pathLst>
                <a:path w="12000" h="12776" extrusionOk="0">
                  <a:moveTo>
                    <a:pt x="781" y="0"/>
                  </a:moveTo>
                  <a:cubicBezTo>
                    <a:pt x="350" y="0"/>
                    <a:pt x="0" y="350"/>
                    <a:pt x="0" y="781"/>
                  </a:cubicBezTo>
                  <a:cubicBezTo>
                    <a:pt x="0" y="1213"/>
                    <a:pt x="350" y="1563"/>
                    <a:pt x="781" y="1563"/>
                  </a:cubicBezTo>
                  <a:lnTo>
                    <a:pt x="7161" y="1563"/>
                  </a:lnTo>
                  <a:cubicBezTo>
                    <a:pt x="8968" y="1563"/>
                    <a:pt x="10440" y="3033"/>
                    <a:pt x="10440" y="4842"/>
                  </a:cubicBezTo>
                  <a:cubicBezTo>
                    <a:pt x="10440" y="6650"/>
                    <a:pt x="8968" y="8121"/>
                    <a:pt x="7161" y="8121"/>
                  </a:cubicBezTo>
                  <a:lnTo>
                    <a:pt x="2329" y="8121"/>
                  </a:lnTo>
                  <a:cubicBezTo>
                    <a:pt x="1045" y="8121"/>
                    <a:pt x="1" y="9165"/>
                    <a:pt x="1" y="10448"/>
                  </a:cubicBezTo>
                  <a:cubicBezTo>
                    <a:pt x="1" y="11730"/>
                    <a:pt x="1045" y="12775"/>
                    <a:pt x="2329" y="12775"/>
                  </a:cubicBezTo>
                  <a:lnTo>
                    <a:pt x="7161" y="12775"/>
                  </a:lnTo>
                  <a:cubicBezTo>
                    <a:pt x="7591" y="12775"/>
                    <a:pt x="7941" y="12425"/>
                    <a:pt x="7941" y="11994"/>
                  </a:cubicBezTo>
                  <a:cubicBezTo>
                    <a:pt x="7941" y="11563"/>
                    <a:pt x="7591" y="11213"/>
                    <a:pt x="7161" y="11213"/>
                  </a:cubicBezTo>
                  <a:lnTo>
                    <a:pt x="2329" y="11213"/>
                  </a:lnTo>
                  <a:cubicBezTo>
                    <a:pt x="1905" y="11213"/>
                    <a:pt x="1561" y="10868"/>
                    <a:pt x="1561" y="10446"/>
                  </a:cubicBezTo>
                  <a:cubicBezTo>
                    <a:pt x="1561" y="10023"/>
                    <a:pt x="1906" y="9680"/>
                    <a:pt x="2329" y="9680"/>
                  </a:cubicBezTo>
                  <a:lnTo>
                    <a:pt x="7161" y="9680"/>
                  </a:lnTo>
                  <a:cubicBezTo>
                    <a:pt x="9830" y="9680"/>
                    <a:pt x="12000" y="7509"/>
                    <a:pt x="12000" y="4840"/>
                  </a:cubicBezTo>
                  <a:cubicBezTo>
                    <a:pt x="12000" y="2172"/>
                    <a:pt x="9830" y="0"/>
                    <a:pt x="7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8"/>
            <p:cNvSpPr/>
            <p:nvPr/>
          </p:nvSpPr>
          <p:spPr>
            <a:xfrm>
              <a:off x="1392206" y="4902470"/>
              <a:ext cx="401686" cy="241035"/>
            </a:xfrm>
            <a:custGeom>
              <a:avLst/>
              <a:gdLst/>
              <a:ahLst/>
              <a:cxnLst/>
              <a:rect l="l" t="t" r="r" b="b"/>
              <a:pathLst>
                <a:path w="13862" h="8318" extrusionOk="0">
                  <a:moveTo>
                    <a:pt x="6931" y="1"/>
                  </a:moveTo>
                  <a:cubicBezTo>
                    <a:pt x="3103" y="1"/>
                    <a:pt x="0" y="3103"/>
                    <a:pt x="0" y="6932"/>
                  </a:cubicBezTo>
                  <a:lnTo>
                    <a:pt x="0" y="8317"/>
                  </a:lnTo>
                  <a:lnTo>
                    <a:pt x="13861" y="8317"/>
                  </a:lnTo>
                  <a:lnTo>
                    <a:pt x="13861" y="6932"/>
                  </a:lnTo>
                  <a:cubicBezTo>
                    <a:pt x="13861" y="3103"/>
                    <a:pt x="10759" y="1"/>
                    <a:pt x="69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8"/>
            <p:cNvSpPr/>
            <p:nvPr/>
          </p:nvSpPr>
          <p:spPr>
            <a:xfrm>
              <a:off x="8643207" y="2695298"/>
              <a:ext cx="172213" cy="156884"/>
            </a:xfrm>
            <a:custGeom>
              <a:avLst/>
              <a:gdLst/>
              <a:ahLst/>
              <a:cxnLst/>
              <a:rect l="l" t="t" r="r" b="b"/>
              <a:pathLst>
                <a:path w="5943" h="5414" extrusionOk="0">
                  <a:moveTo>
                    <a:pt x="2972" y="0"/>
                  </a:moveTo>
                  <a:cubicBezTo>
                    <a:pt x="2279" y="0"/>
                    <a:pt x="1587" y="264"/>
                    <a:pt x="1058" y="793"/>
                  </a:cubicBezTo>
                  <a:cubicBezTo>
                    <a:pt x="1" y="1850"/>
                    <a:pt x="1" y="3563"/>
                    <a:pt x="1058" y="4620"/>
                  </a:cubicBezTo>
                  <a:cubicBezTo>
                    <a:pt x="1587" y="5149"/>
                    <a:pt x="2279" y="5413"/>
                    <a:pt x="2972" y="5413"/>
                  </a:cubicBezTo>
                  <a:cubicBezTo>
                    <a:pt x="3664" y="5413"/>
                    <a:pt x="4357" y="5149"/>
                    <a:pt x="4885" y="4620"/>
                  </a:cubicBezTo>
                  <a:cubicBezTo>
                    <a:pt x="5943" y="3563"/>
                    <a:pt x="5943" y="1850"/>
                    <a:pt x="4885" y="793"/>
                  </a:cubicBezTo>
                  <a:cubicBezTo>
                    <a:pt x="4357" y="264"/>
                    <a:pt x="3664" y="0"/>
                    <a:pt x="29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0" name="Google Shape;400;p28"/>
            <p:cNvGrpSpPr/>
            <p:nvPr/>
          </p:nvGrpSpPr>
          <p:grpSpPr>
            <a:xfrm>
              <a:off x="231110" y="3904749"/>
              <a:ext cx="977788" cy="1238759"/>
              <a:chOff x="227223" y="1681074"/>
              <a:chExt cx="977788" cy="1238759"/>
            </a:xfrm>
          </p:grpSpPr>
          <p:sp>
            <p:nvSpPr>
              <p:cNvPr id="401" name="Google Shape;401;p28"/>
              <p:cNvSpPr/>
              <p:nvPr/>
            </p:nvSpPr>
            <p:spPr>
              <a:xfrm>
                <a:off x="283700" y="1737638"/>
                <a:ext cx="864805" cy="1168054"/>
              </a:xfrm>
              <a:custGeom>
                <a:avLst/>
                <a:gdLst/>
                <a:ahLst/>
                <a:cxnLst/>
                <a:rect l="l" t="t" r="r" b="b"/>
                <a:pathLst>
                  <a:path w="29844" h="40309" extrusionOk="0">
                    <a:moveTo>
                      <a:pt x="14922" y="0"/>
                    </a:moveTo>
                    <a:cubicBezTo>
                      <a:pt x="6694" y="0"/>
                      <a:pt x="0" y="6694"/>
                      <a:pt x="0" y="14921"/>
                    </a:cubicBezTo>
                    <a:lnTo>
                      <a:pt x="0" y="40308"/>
                    </a:lnTo>
                    <a:lnTo>
                      <a:pt x="976" y="40308"/>
                    </a:lnTo>
                    <a:lnTo>
                      <a:pt x="976" y="14921"/>
                    </a:lnTo>
                    <a:cubicBezTo>
                      <a:pt x="976" y="7232"/>
                      <a:pt x="7233" y="976"/>
                      <a:pt x="14923" y="976"/>
                    </a:cubicBezTo>
                    <a:cubicBezTo>
                      <a:pt x="22612" y="976"/>
                      <a:pt x="28868" y="7232"/>
                      <a:pt x="28868" y="14921"/>
                    </a:cubicBezTo>
                    <a:lnTo>
                      <a:pt x="28868" y="40308"/>
                    </a:lnTo>
                    <a:lnTo>
                      <a:pt x="29843" y="40308"/>
                    </a:lnTo>
                    <a:lnTo>
                      <a:pt x="29843" y="14921"/>
                    </a:lnTo>
                    <a:cubicBezTo>
                      <a:pt x="29843" y="6694"/>
                      <a:pt x="23149" y="0"/>
                      <a:pt x="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8"/>
              <p:cNvSpPr/>
              <p:nvPr/>
            </p:nvSpPr>
            <p:spPr>
              <a:xfrm>
                <a:off x="227223" y="1681074"/>
                <a:ext cx="977788" cy="1238759"/>
              </a:xfrm>
              <a:custGeom>
                <a:avLst/>
                <a:gdLst/>
                <a:ahLst/>
                <a:cxnLst/>
                <a:rect l="l" t="t" r="r" b="b"/>
                <a:pathLst>
                  <a:path w="33743" h="42749" extrusionOk="0">
                    <a:moveTo>
                      <a:pt x="16871" y="976"/>
                    </a:moveTo>
                    <a:cubicBezTo>
                      <a:pt x="25637" y="976"/>
                      <a:pt x="32767" y="8108"/>
                      <a:pt x="32767" y="16873"/>
                    </a:cubicBezTo>
                    <a:lnTo>
                      <a:pt x="32767" y="41773"/>
                    </a:lnTo>
                    <a:lnTo>
                      <a:pt x="29841" y="41773"/>
                    </a:lnTo>
                    <a:lnTo>
                      <a:pt x="29841" y="16873"/>
                    </a:lnTo>
                    <a:cubicBezTo>
                      <a:pt x="29841" y="9721"/>
                      <a:pt x="24022" y="3903"/>
                      <a:pt x="16871" y="3903"/>
                    </a:cubicBezTo>
                    <a:cubicBezTo>
                      <a:pt x="9719" y="3903"/>
                      <a:pt x="3901" y="9721"/>
                      <a:pt x="3901" y="16873"/>
                    </a:cubicBezTo>
                    <a:lnTo>
                      <a:pt x="3901" y="41773"/>
                    </a:lnTo>
                    <a:lnTo>
                      <a:pt x="976" y="41773"/>
                    </a:lnTo>
                    <a:lnTo>
                      <a:pt x="976" y="16873"/>
                    </a:lnTo>
                    <a:cubicBezTo>
                      <a:pt x="976" y="8109"/>
                      <a:pt x="8104" y="976"/>
                      <a:pt x="16871" y="976"/>
                    </a:cubicBezTo>
                    <a:close/>
                    <a:moveTo>
                      <a:pt x="16872" y="1"/>
                    </a:moveTo>
                    <a:cubicBezTo>
                      <a:pt x="7567" y="1"/>
                      <a:pt x="0" y="7571"/>
                      <a:pt x="0" y="16873"/>
                    </a:cubicBezTo>
                    <a:lnTo>
                      <a:pt x="0" y="42746"/>
                    </a:lnTo>
                    <a:lnTo>
                      <a:pt x="4877" y="42746"/>
                    </a:lnTo>
                    <a:lnTo>
                      <a:pt x="4877" y="16873"/>
                    </a:lnTo>
                    <a:cubicBezTo>
                      <a:pt x="4877" y="10258"/>
                      <a:pt x="10256" y="4878"/>
                      <a:pt x="16870" y="4878"/>
                    </a:cubicBezTo>
                    <a:cubicBezTo>
                      <a:pt x="23485" y="4878"/>
                      <a:pt x="28865" y="10258"/>
                      <a:pt x="28865" y="16873"/>
                    </a:cubicBezTo>
                    <a:lnTo>
                      <a:pt x="28865" y="42748"/>
                    </a:lnTo>
                    <a:lnTo>
                      <a:pt x="33743" y="42748"/>
                    </a:lnTo>
                    <a:lnTo>
                      <a:pt x="33743" y="16873"/>
                    </a:lnTo>
                    <a:cubicBezTo>
                      <a:pt x="33743" y="7571"/>
                      <a:pt x="26176" y="1"/>
                      <a:pt x="16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3" name="Google Shape;403;p28"/>
            <p:cNvSpPr/>
            <p:nvPr/>
          </p:nvSpPr>
          <p:spPr>
            <a:xfrm>
              <a:off x="8419124" y="4136360"/>
              <a:ext cx="9765" cy="1011720"/>
            </a:xfrm>
            <a:custGeom>
              <a:avLst/>
              <a:gdLst/>
              <a:ahLst/>
              <a:cxnLst/>
              <a:rect l="l" t="t" r="r" b="b"/>
              <a:pathLst>
                <a:path w="337" h="34914" extrusionOk="0">
                  <a:moveTo>
                    <a:pt x="1" y="0"/>
                  </a:moveTo>
                  <a:lnTo>
                    <a:pt x="1" y="34914"/>
                  </a:lnTo>
                  <a:lnTo>
                    <a:pt x="336" y="34914"/>
                  </a:lnTo>
                  <a:lnTo>
                    <a:pt x="3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8"/>
            <p:cNvSpPr/>
            <p:nvPr/>
          </p:nvSpPr>
          <p:spPr>
            <a:xfrm>
              <a:off x="8678299" y="4249023"/>
              <a:ext cx="275286" cy="271693"/>
            </a:xfrm>
            <a:custGeom>
              <a:avLst/>
              <a:gdLst/>
              <a:ahLst/>
              <a:cxnLst/>
              <a:rect l="l" t="t" r="r" b="b"/>
              <a:pathLst>
                <a:path w="9500" h="9376" extrusionOk="0">
                  <a:moveTo>
                    <a:pt x="4931" y="1"/>
                  </a:moveTo>
                  <a:cubicBezTo>
                    <a:pt x="3810" y="1"/>
                    <a:pt x="2899" y="910"/>
                    <a:pt x="2899" y="2032"/>
                  </a:cubicBezTo>
                  <a:cubicBezTo>
                    <a:pt x="2899" y="2494"/>
                    <a:pt x="3056" y="2918"/>
                    <a:pt x="3314" y="3258"/>
                  </a:cubicBezTo>
                  <a:lnTo>
                    <a:pt x="3059" y="3258"/>
                  </a:lnTo>
                  <a:cubicBezTo>
                    <a:pt x="1370" y="3258"/>
                    <a:pt x="1" y="4627"/>
                    <a:pt x="1" y="6316"/>
                  </a:cubicBezTo>
                  <a:cubicBezTo>
                    <a:pt x="1" y="8006"/>
                    <a:pt x="1370" y="9376"/>
                    <a:pt x="3059" y="9376"/>
                  </a:cubicBezTo>
                  <a:lnTo>
                    <a:pt x="6439" y="9376"/>
                  </a:lnTo>
                  <a:cubicBezTo>
                    <a:pt x="8128" y="9376"/>
                    <a:pt x="9499" y="8006"/>
                    <a:pt x="9499" y="6316"/>
                  </a:cubicBezTo>
                  <a:cubicBezTo>
                    <a:pt x="9500" y="5288"/>
                    <a:pt x="8989" y="4379"/>
                    <a:pt x="8210" y="3824"/>
                  </a:cubicBezTo>
                  <a:cubicBezTo>
                    <a:pt x="8850" y="3482"/>
                    <a:pt x="9287" y="2809"/>
                    <a:pt x="9287" y="2032"/>
                  </a:cubicBezTo>
                  <a:cubicBezTo>
                    <a:pt x="9287" y="910"/>
                    <a:pt x="8376" y="1"/>
                    <a:pt x="7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8"/>
            <p:cNvSpPr/>
            <p:nvPr/>
          </p:nvSpPr>
          <p:spPr>
            <a:xfrm>
              <a:off x="8564641" y="3327623"/>
              <a:ext cx="445935" cy="445964"/>
            </a:xfrm>
            <a:custGeom>
              <a:avLst/>
              <a:gdLst/>
              <a:ahLst/>
              <a:cxnLst/>
              <a:rect l="l" t="t" r="r" b="b"/>
              <a:pathLst>
                <a:path w="15389" h="15390" extrusionOk="0">
                  <a:moveTo>
                    <a:pt x="0" y="1"/>
                  </a:moveTo>
                  <a:lnTo>
                    <a:pt x="24" y="24"/>
                  </a:lnTo>
                  <a:lnTo>
                    <a:pt x="0" y="24"/>
                  </a:lnTo>
                  <a:lnTo>
                    <a:pt x="0" y="3435"/>
                  </a:lnTo>
                  <a:cubicBezTo>
                    <a:pt x="0" y="4384"/>
                    <a:pt x="770" y="5153"/>
                    <a:pt x="1719" y="5153"/>
                  </a:cubicBezTo>
                  <a:lnTo>
                    <a:pt x="3427" y="5153"/>
                  </a:lnTo>
                  <a:cubicBezTo>
                    <a:pt x="4379" y="5153"/>
                    <a:pt x="5150" y="5927"/>
                    <a:pt x="5146" y="6879"/>
                  </a:cubicBezTo>
                  <a:lnTo>
                    <a:pt x="5138" y="8555"/>
                  </a:lnTo>
                  <a:cubicBezTo>
                    <a:pt x="5135" y="9507"/>
                    <a:pt x="5905" y="10281"/>
                    <a:pt x="6857" y="10281"/>
                  </a:cubicBezTo>
                  <a:lnTo>
                    <a:pt x="8540" y="10281"/>
                  </a:lnTo>
                  <a:cubicBezTo>
                    <a:pt x="9490" y="10281"/>
                    <a:pt x="10259" y="11050"/>
                    <a:pt x="10259" y="12000"/>
                  </a:cubicBezTo>
                  <a:lnTo>
                    <a:pt x="10259" y="13671"/>
                  </a:lnTo>
                  <a:cubicBezTo>
                    <a:pt x="10259" y="14621"/>
                    <a:pt x="11028" y="15390"/>
                    <a:pt x="11978" y="15390"/>
                  </a:cubicBezTo>
                  <a:lnTo>
                    <a:pt x="13669" y="15390"/>
                  </a:lnTo>
                  <a:cubicBezTo>
                    <a:pt x="14619" y="15390"/>
                    <a:pt x="15388" y="14621"/>
                    <a:pt x="15388" y="13671"/>
                  </a:cubicBezTo>
                  <a:lnTo>
                    <a:pt x="15388" y="10260"/>
                  </a:lnTo>
                  <a:lnTo>
                    <a:pt x="15388" y="1720"/>
                  </a:lnTo>
                  <a:cubicBezTo>
                    <a:pt x="15388" y="770"/>
                    <a:pt x="14619" y="1"/>
                    <a:pt x="136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406"/>
        <p:cNvGrpSpPr/>
        <p:nvPr/>
      </p:nvGrpSpPr>
      <p:grpSpPr>
        <a:xfrm>
          <a:off x="0" y="0"/>
          <a:ext cx="0" cy="0"/>
          <a:chOff x="0" y="0"/>
          <a:chExt cx="0" cy="0"/>
        </a:xfrm>
      </p:grpSpPr>
      <p:sp>
        <p:nvSpPr>
          <p:cNvPr id="407" name="Google Shape;407;p29"/>
          <p:cNvSpPr txBox="1">
            <a:spLocks noGrp="1"/>
          </p:cNvSpPr>
          <p:nvPr>
            <p:ph type="subTitle" idx="1"/>
          </p:nvPr>
        </p:nvSpPr>
        <p:spPr>
          <a:xfrm>
            <a:off x="720000" y="2254475"/>
            <a:ext cx="2305500" cy="6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08" name="Google Shape;408;p29"/>
          <p:cNvSpPr txBox="1">
            <a:spLocks noGrp="1"/>
          </p:cNvSpPr>
          <p:nvPr>
            <p:ph type="subTitle" idx="2"/>
          </p:nvPr>
        </p:nvSpPr>
        <p:spPr>
          <a:xfrm>
            <a:off x="3419275" y="2254475"/>
            <a:ext cx="2305500" cy="6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09" name="Google Shape;409;p29"/>
          <p:cNvSpPr txBox="1">
            <a:spLocks noGrp="1"/>
          </p:cNvSpPr>
          <p:nvPr>
            <p:ph type="subTitle" idx="3"/>
          </p:nvPr>
        </p:nvSpPr>
        <p:spPr>
          <a:xfrm>
            <a:off x="720000" y="3969000"/>
            <a:ext cx="2305500" cy="6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10" name="Google Shape;410;p29"/>
          <p:cNvSpPr txBox="1">
            <a:spLocks noGrp="1"/>
          </p:cNvSpPr>
          <p:nvPr>
            <p:ph type="subTitle" idx="4"/>
          </p:nvPr>
        </p:nvSpPr>
        <p:spPr>
          <a:xfrm>
            <a:off x="3419271" y="3969000"/>
            <a:ext cx="2305500" cy="6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11" name="Google Shape;411;p29"/>
          <p:cNvSpPr txBox="1">
            <a:spLocks noGrp="1"/>
          </p:cNvSpPr>
          <p:nvPr>
            <p:ph type="subTitle" idx="5"/>
          </p:nvPr>
        </p:nvSpPr>
        <p:spPr>
          <a:xfrm>
            <a:off x="6118550" y="2254475"/>
            <a:ext cx="2305500" cy="6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12" name="Google Shape;412;p29"/>
          <p:cNvSpPr txBox="1">
            <a:spLocks noGrp="1"/>
          </p:cNvSpPr>
          <p:nvPr>
            <p:ph type="subTitle" idx="6"/>
          </p:nvPr>
        </p:nvSpPr>
        <p:spPr>
          <a:xfrm>
            <a:off x="6118550" y="3969000"/>
            <a:ext cx="2305500" cy="6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13" name="Google Shape;413;p29"/>
          <p:cNvSpPr txBox="1">
            <a:spLocks noGrp="1"/>
          </p:cNvSpPr>
          <p:nvPr>
            <p:ph type="subTitle" idx="7"/>
          </p:nvPr>
        </p:nvSpPr>
        <p:spPr>
          <a:xfrm>
            <a:off x="720000" y="1553225"/>
            <a:ext cx="2305500" cy="868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Arima"/>
                <a:ea typeface="Arima"/>
                <a:cs typeface="Arima"/>
                <a:sym typeface="Arima"/>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14" name="Google Shape;414;p29"/>
          <p:cNvSpPr txBox="1">
            <a:spLocks noGrp="1"/>
          </p:cNvSpPr>
          <p:nvPr>
            <p:ph type="subTitle" idx="8"/>
          </p:nvPr>
        </p:nvSpPr>
        <p:spPr>
          <a:xfrm>
            <a:off x="3419275" y="1553225"/>
            <a:ext cx="2305500" cy="868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Arima"/>
                <a:ea typeface="Arima"/>
                <a:cs typeface="Arima"/>
                <a:sym typeface="Arima"/>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15" name="Google Shape;415;p29"/>
          <p:cNvSpPr txBox="1">
            <a:spLocks noGrp="1"/>
          </p:cNvSpPr>
          <p:nvPr>
            <p:ph type="subTitle" idx="9"/>
          </p:nvPr>
        </p:nvSpPr>
        <p:spPr>
          <a:xfrm>
            <a:off x="6118550" y="1553225"/>
            <a:ext cx="2305500" cy="868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Arima"/>
                <a:ea typeface="Arima"/>
                <a:cs typeface="Arima"/>
                <a:sym typeface="Arima"/>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16" name="Google Shape;416;p29"/>
          <p:cNvSpPr txBox="1">
            <a:spLocks noGrp="1"/>
          </p:cNvSpPr>
          <p:nvPr>
            <p:ph type="subTitle" idx="13"/>
          </p:nvPr>
        </p:nvSpPr>
        <p:spPr>
          <a:xfrm>
            <a:off x="6118550" y="3267550"/>
            <a:ext cx="2305500" cy="868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Arima"/>
                <a:ea typeface="Arima"/>
                <a:cs typeface="Arima"/>
                <a:sym typeface="Arima"/>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17" name="Google Shape;417;p29"/>
          <p:cNvSpPr txBox="1">
            <a:spLocks noGrp="1"/>
          </p:cNvSpPr>
          <p:nvPr>
            <p:ph type="subTitle" idx="14"/>
          </p:nvPr>
        </p:nvSpPr>
        <p:spPr>
          <a:xfrm>
            <a:off x="720000" y="3267550"/>
            <a:ext cx="2305500" cy="868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Arima"/>
                <a:ea typeface="Arima"/>
                <a:cs typeface="Arima"/>
                <a:sym typeface="Arima"/>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18" name="Google Shape;418;p29"/>
          <p:cNvSpPr txBox="1">
            <a:spLocks noGrp="1"/>
          </p:cNvSpPr>
          <p:nvPr>
            <p:ph type="subTitle" idx="15"/>
          </p:nvPr>
        </p:nvSpPr>
        <p:spPr>
          <a:xfrm>
            <a:off x="3419275" y="3267550"/>
            <a:ext cx="2305500" cy="868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Arima"/>
                <a:ea typeface="Arima"/>
                <a:cs typeface="Arima"/>
                <a:sym typeface="Arima"/>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19" name="Google Shape;419;p29"/>
          <p:cNvSpPr txBox="1">
            <a:spLocks noGrp="1"/>
          </p:cNvSpPr>
          <p:nvPr>
            <p:ph type="title"/>
          </p:nvPr>
        </p:nvSpPr>
        <p:spPr>
          <a:xfrm>
            <a:off x="720000" y="4638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420" name="Google Shape;420;p29"/>
          <p:cNvGrpSpPr/>
          <p:nvPr/>
        </p:nvGrpSpPr>
        <p:grpSpPr>
          <a:xfrm>
            <a:off x="0" y="-6"/>
            <a:ext cx="9151813" cy="5153105"/>
            <a:chOff x="0" y="-6"/>
            <a:chExt cx="9151813" cy="5153105"/>
          </a:xfrm>
        </p:grpSpPr>
        <p:sp>
          <p:nvSpPr>
            <p:cNvPr id="421" name="Google Shape;421;p29"/>
            <p:cNvSpPr/>
            <p:nvPr/>
          </p:nvSpPr>
          <p:spPr>
            <a:xfrm>
              <a:off x="8578256" y="-4"/>
              <a:ext cx="573557" cy="1282973"/>
            </a:xfrm>
            <a:custGeom>
              <a:avLst/>
              <a:gdLst/>
              <a:ahLst/>
              <a:cxnLst/>
              <a:rect l="l" t="t" r="r" b="b"/>
              <a:pathLst>
                <a:path w="13404" h="29983" extrusionOk="0">
                  <a:moveTo>
                    <a:pt x="1" y="1"/>
                  </a:moveTo>
                  <a:lnTo>
                    <a:pt x="1" y="23281"/>
                  </a:lnTo>
                  <a:cubicBezTo>
                    <a:pt x="1" y="26981"/>
                    <a:pt x="3000" y="29982"/>
                    <a:pt x="6701" y="29982"/>
                  </a:cubicBezTo>
                  <a:cubicBezTo>
                    <a:pt x="10403" y="29982"/>
                    <a:pt x="13403" y="26983"/>
                    <a:pt x="13402" y="23281"/>
                  </a:cubicBezTo>
                  <a:lnTo>
                    <a:pt x="134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9"/>
            <p:cNvSpPr/>
            <p:nvPr/>
          </p:nvSpPr>
          <p:spPr>
            <a:xfrm>
              <a:off x="5047391" y="4691168"/>
              <a:ext cx="186673" cy="386357"/>
            </a:xfrm>
            <a:custGeom>
              <a:avLst/>
              <a:gdLst/>
              <a:ahLst/>
              <a:cxnLst/>
              <a:rect l="l" t="t" r="r" b="b"/>
              <a:pathLst>
                <a:path w="6442" h="13333" extrusionOk="0">
                  <a:moveTo>
                    <a:pt x="3221" y="1"/>
                  </a:moveTo>
                  <a:cubicBezTo>
                    <a:pt x="1442" y="1"/>
                    <a:pt x="0" y="1442"/>
                    <a:pt x="0" y="3221"/>
                  </a:cubicBezTo>
                  <a:lnTo>
                    <a:pt x="0" y="10112"/>
                  </a:lnTo>
                  <a:cubicBezTo>
                    <a:pt x="0" y="11890"/>
                    <a:pt x="1442" y="13332"/>
                    <a:pt x="3221" y="13332"/>
                  </a:cubicBezTo>
                  <a:cubicBezTo>
                    <a:pt x="4999" y="13332"/>
                    <a:pt x="6441" y="11890"/>
                    <a:pt x="6441" y="10112"/>
                  </a:cubicBezTo>
                  <a:lnTo>
                    <a:pt x="6441" y="3221"/>
                  </a:lnTo>
                  <a:cubicBezTo>
                    <a:pt x="6441" y="1442"/>
                    <a:pt x="4999" y="1"/>
                    <a:pt x="32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9"/>
            <p:cNvSpPr/>
            <p:nvPr/>
          </p:nvSpPr>
          <p:spPr>
            <a:xfrm>
              <a:off x="8584494" y="1418370"/>
              <a:ext cx="358973" cy="431823"/>
            </a:xfrm>
            <a:custGeom>
              <a:avLst/>
              <a:gdLst/>
              <a:ahLst/>
              <a:cxnLst/>
              <a:rect l="l" t="t" r="r" b="b"/>
              <a:pathLst>
                <a:path w="12388" h="14902" extrusionOk="0">
                  <a:moveTo>
                    <a:pt x="5035" y="0"/>
                  </a:moveTo>
                  <a:cubicBezTo>
                    <a:pt x="4605" y="0"/>
                    <a:pt x="4255" y="350"/>
                    <a:pt x="4255" y="782"/>
                  </a:cubicBezTo>
                  <a:cubicBezTo>
                    <a:pt x="4255" y="3344"/>
                    <a:pt x="6339" y="5428"/>
                    <a:pt x="8901" y="5428"/>
                  </a:cubicBezTo>
                  <a:lnTo>
                    <a:pt x="10253" y="5428"/>
                  </a:lnTo>
                  <a:cubicBezTo>
                    <a:pt x="10569" y="5428"/>
                    <a:pt x="10827" y="5684"/>
                    <a:pt x="10827" y="6001"/>
                  </a:cubicBezTo>
                  <a:cubicBezTo>
                    <a:pt x="10827" y="6317"/>
                    <a:pt x="10569" y="6574"/>
                    <a:pt x="10253" y="6574"/>
                  </a:cubicBezTo>
                  <a:lnTo>
                    <a:pt x="4164" y="6574"/>
                  </a:lnTo>
                  <a:cubicBezTo>
                    <a:pt x="1869" y="6574"/>
                    <a:pt x="1" y="8441"/>
                    <a:pt x="1" y="10737"/>
                  </a:cubicBezTo>
                  <a:cubicBezTo>
                    <a:pt x="1" y="13033"/>
                    <a:pt x="1869" y="14901"/>
                    <a:pt x="4164" y="14901"/>
                  </a:cubicBezTo>
                  <a:lnTo>
                    <a:pt x="8660" y="14901"/>
                  </a:lnTo>
                  <a:cubicBezTo>
                    <a:pt x="9092" y="14901"/>
                    <a:pt x="9442" y="14551"/>
                    <a:pt x="9443" y="14118"/>
                  </a:cubicBezTo>
                  <a:cubicBezTo>
                    <a:pt x="9443" y="13687"/>
                    <a:pt x="9093" y="13338"/>
                    <a:pt x="8662" y="13338"/>
                  </a:cubicBezTo>
                  <a:lnTo>
                    <a:pt x="4166" y="13338"/>
                  </a:lnTo>
                  <a:cubicBezTo>
                    <a:pt x="2731" y="13338"/>
                    <a:pt x="1564" y="12171"/>
                    <a:pt x="1564" y="10736"/>
                  </a:cubicBezTo>
                  <a:cubicBezTo>
                    <a:pt x="1564" y="9301"/>
                    <a:pt x="2731" y="8134"/>
                    <a:pt x="4166" y="8134"/>
                  </a:cubicBezTo>
                  <a:lnTo>
                    <a:pt x="10255" y="8134"/>
                  </a:lnTo>
                  <a:cubicBezTo>
                    <a:pt x="11431" y="8134"/>
                    <a:pt x="12388" y="7178"/>
                    <a:pt x="12388" y="6001"/>
                  </a:cubicBezTo>
                  <a:cubicBezTo>
                    <a:pt x="12388" y="4824"/>
                    <a:pt x="11432" y="3867"/>
                    <a:pt x="10255" y="3867"/>
                  </a:cubicBezTo>
                  <a:lnTo>
                    <a:pt x="8902" y="3867"/>
                  </a:lnTo>
                  <a:cubicBezTo>
                    <a:pt x="7199" y="3867"/>
                    <a:pt x="5816" y="2482"/>
                    <a:pt x="5816" y="782"/>
                  </a:cubicBezTo>
                  <a:cubicBezTo>
                    <a:pt x="5816" y="350"/>
                    <a:pt x="5467" y="0"/>
                    <a:pt x="5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9"/>
            <p:cNvSpPr/>
            <p:nvPr/>
          </p:nvSpPr>
          <p:spPr>
            <a:xfrm>
              <a:off x="3871032" y="4873273"/>
              <a:ext cx="172213" cy="156884"/>
            </a:xfrm>
            <a:custGeom>
              <a:avLst/>
              <a:gdLst/>
              <a:ahLst/>
              <a:cxnLst/>
              <a:rect l="l" t="t" r="r" b="b"/>
              <a:pathLst>
                <a:path w="5943" h="5414" extrusionOk="0">
                  <a:moveTo>
                    <a:pt x="2972" y="0"/>
                  </a:moveTo>
                  <a:cubicBezTo>
                    <a:pt x="2279" y="0"/>
                    <a:pt x="1587" y="264"/>
                    <a:pt x="1058" y="793"/>
                  </a:cubicBezTo>
                  <a:cubicBezTo>
                    <a:pt x="1" y="1850"/>
                    <a:pt x="1" y="3563"/>
                    <a:pt x="1058" y="4620"/>
                  </a:cubicBezTo>
                  <a:cubicBezTo>
                    <a:pt x="1587" y="5149"/>
                    <a:pt x="2279" y="5413"/>
                    <a:pt x="2972" y="5413"/>
                  </a:cubicBezTo>
                  <a:cubicBezTo>
                    <a:pt x="3664" y="5413"/>
                    <a:pt x="4357" y="5149"/>
                    <a:pt x="4885" y="4620"/>
                  </a:cubicBezTo>
                  <a:cubicBezTo>
                    <a:pt x="5943" y="3563"/>
                    <a:pt x="5943" y="1850"/>
                    <a:pt x="4885" y="793"/>
                  </a:cubicBezTo>
                  <a:cubicBezTo>
                    <a:pt x="4357" y="264"/>
                    <a:pt x="3664" y="0"/>
                    <a:pt x="29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9"/>
            <p:cNvSpPr/>
            <p:nvPr/>
          </p:nvSpPr>
          <p:spPr>
            <a:xfrm rot="-5400000">
              <a:off x="-139686" y="139680"/>
              <a:ext cx="878511" cy="599139"/>
            </a:xfrm>
            <a:custGeom>
              <a:avLst/>
              <a:gdLst/>
              <a:ahLst/>
              <a:cxnLst/>
              <a:rect l="l" t="t" r="r" b="b"/>
              <a:pathLst>
                <a:path w="30317" h="20676" extrusionOk="0">
                  <a:moveTo>
                    <a:pt x="29981" y="336"/>
                  </a:moveTo>
                  <a:lnTo>
                    <a:pt x="29981" y="20339"/>
                  </a:lnTo>
                  <a:lnTo>
                    <a:pt x="10337" y="20339"/>
                  </a:lnTo>
                  <a:cubicBezTo>
                    <a:pt x="8988" y="20339"/>
                    <a:pt x="7677" y="20073"/>
                    <a:pt x="6445" y="19552"/>
                  </a:cubicBezTo>
                  <a:cubicBezTo>
                    <a:pt x="5253" y="19048"/>
                    <a:pt x="4184" y="18327"/>
                    <a:pt x="3266" y="17408"/>
                  </a:cubicBezTo>
                  <a:cubicBezTo>
                    <a:pt x="2347" y="16489"/>
                    <a:pt x="1626" y="15421"/>
                    <a:pt x="1122" y="14229"/>
                  </a:cubicBezTo>
                  <a:cubicBezTo>
                    <a:pt x="601" y="12998"/>
                    <a:pt x="336" y="11687"/>
                    <a:pt x="336" y="10337"/>
                  </a:cubicBezTo>
                  <a:cubicBezTo>
                    <a:pt x="336" y="8987"/>
                    <a:pt x="601" y="7677"/>
                    <a:pt x="1122" y="6444"/>
                  </a:cubicBezTo>
                  <a:cubicBezTo>
                    <a:pt x="1627" y="5254"/>
                    <a:pt x="2347" y="4184"/>
                    <a:pt x="3266" y="3266"/>
                  </a:cubicBezTo>
                  <a:cubicBezTo>
                    <a:pt x="4184" y="2348"/>
                    <a:pt x="5253" y="1626"/>
                    <a:pt x="6445" y="1122"/>
                  </a:cubicBezTo>
                  <a:cubicBezTo>
                    <a:pt x="7677" y="601"/>
                    <a:pt x="8988" y="336"/>
                    <a:pt x="10337" y="336"/>
                  </a:cubicBezTo>
                  <a:close/>
                  <a:moveTo>
                    <a:pt x="10337" y="1"/>
                  </a:moveTo>
                  <a:cubicBezTo>
                    <a:pt x="8941" y="1"/>
                    <a:pt x="7589" y="273"/>
                    <a:pt x="6313" y="812"/>
                  </a:cubicBezTo>
                  <a:cubicBezTo>
                    <a:pt x="5082" y="1333"/>
                    <a:pt x="3977" y="2077"/>
                    <a:pt x="3027" y="3027"/>
                  </a:cubicBezTo>
                  <a:cubicBezTo>
                    <a:pt x="2078" y="3977"/>
                    <a:pt x="1333" y="5082"/>
                    <a:pt x="812" y="6313"/>
                  </a:cubicBezTo>
                  <a:cubicBezTo>
                    <a:pt x="274" y="7588"/>
                    <a:pt x="1" y="8942"/>
                    <a:pt x="1" y="10337"/>
                  </a:cubicBezTo>
                  <a:cubicBezTo>
                    <a:pt x="1" y="11734"/>
                    <a:pt x="273" y="13086"/>
                    <a:pt x="812" y="14362"/>
                  </a:cubicBezTo>
                  <a:cubicBezTo>
                    <a:pt x="1333" y="15592"/>
                    <a:pt x="2077" y="16697"/>
                    <a:pt x="3027" y="17647"/>
                  </a:cubicBezTo>
                  <a:cubicBezTo>
                    <a:pt x="3977" y="18596"/>
                    <a:pt x="5082" y="19342"/>
                    <a:pt x="6313" y="19862"/>
                  </a:cubicBezTo>
                  <a:cubicBezTo>
                    <a:pt x="7589" y="20400"/>
                    <a:pt x="8942" y="20674"/>
                    <a:pt x="10337" y="20674"/>
                  </a:cubicBezTo>
                  <a:lnTo>
                    <a:pt x="10337" y="20675"/>
                  </a:lnTo>
                  <a:lnTo>
                    <a:pt x="30317" y="20675"/>
                  </a:lnTo>
                  <a:lnTo>
                    <a:pt x="30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9"/>
            <p:cNvSpPr/>
            <p:nvPr/>
          </p:nvSpPr>
          <p:spPr>
            <a:xfrm>
              <a:off x="4252334" y="4759916"/>
              <a:ext cx="639331" cy="383575"/>
            </a:xfrm>
            <a:custGeom>
              <a:avLst/>
              <a:gdLst/>
              <a:ahLst/>
              <a:cxnLst/>
              <a:rect l="l" t="t" r="r" b="b"/>
              <a:pathLst>
                <a:path w="22063" h="13237" extrusionOk="0">
                  <a:moveTo>
                    <a:pt x="11031" y="0"/>
                  </a:moveTo>
                  <a:cubicBezTo>
                    <a:pt x="4940" y="0"/>
                    <a:pt x="0" y="4939"/>
                    <a:pt x="0" y="11030"/>
                  </a:cubicBezTo>
                  <a:lnTo>
                    <a:pt x="0" y="13237"/>
                  </a:lnTo>
                  <a:lnTo>
                    <a:pt x="22062" y="13237"/>
                  </a:lnTo>
                  <a:lnTo>
                    <a:pt x="22062" y="11030"/>
                  </a:lnTo>
                  <a:cubicBezTo>
                    <a:pt x="22062" y="4939"/>
                    <a:pt x="17123" y="0"/>
                    <a:pt x="110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9"/>
            <p:cNvSpPr/>
            <p:nvPr/>
          </p:nvSpPr>
          <p:spPr>
            <a:xfrm>
              <a:off x="290474" y="985273"/>
              <a:ext cx="275286" cy="271693"/>
            </a:xfrm>
            <a:custGeom>
              <a:avLst/>
              <a:gdLst/>
              <a:ahLst/>
              <a:cxnLst/>
              <a:rect l="l" t="t" r="r" b="b"/>
              <a:pathLst>
                <a:path w="9500" h="9376" extrusionOk="0">
                  <a:moveTo>
                    <a:pt x="4931" y="1"/>
                  </a:moveTo>
                  <a:cubicBezTo>
                    <a:pt x="3810" y="1"/>
                    <a:pt x="2899" y="910"/>
                    <a:pt x="2899" y="2032"/>
                  </a:cubicBezTo>
                  <a:cubicBezTo>
                    <a:pt x="2899" y="2494"/>
                    <a:pt x="3056" y="2918"/>
                    <a:pt x="3314" y="3258"/>
                  </a:cubicBezTo>
                  <a:lnTo>
                    <a:pt x="3059" y="3258"/>
                  </a:lnTo>
                  <a:cubicBezTo>
                    <a:pt x="1370" y="3258"/>
                    <a:pt x="1" y="4627"/>
                    <a:pt x="1" y="6316"/>
                  </a:cubicBezTo>
                  <a:cubicBezTo>
                    <a:pt x="1" y="8006"/>
                    <a:pt x="1370" y="9376"/>
                    <a:pt x="3059" y="9376"/>
                  </a:cubicBezTo>
                  <a:lnTo>
                    <a:pt x="6439" y="9376"/>
                  </a:lnTo>
                  <a:cubicBezTo>
                    <a:pt x="8128" y="9376"/>
                    <a:pt x="9499" y="8006"/>
                    <a:pt x="9499" y="6316"/>
                  </a:cubicBezTo>
                  <a:cubicBezTo>
                    <a:pt x="9500" y="5288"/>
                    <a:pt x="8989" y="4379"/>
                    <a:pt x="8210" y="3824"/>
                  </a:cubicBezTo>
                  <a:cubicBezTo>
                    <a:pt x="8850" y="3482"/>
                    <a:pt x="9287" y="2809"/>
                    <a:pt x="9287" y="2032"/>
                  </a:cubicBezTo>
                  <a:cubicBezTo>
                    <a:pt x="9287" y="910"/>
                    <a:pt x="8376" y="1"/>
                    <a:pt x="7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9"/>
            <p:cNvSpPr/>
            <p:nvPr/>
          </p:nvSpPr>
          <p:spPr>
            <a:xfrm>
              <a:off x="294912" y="4615594"/>
              <a:ext cx="9331" cy="537504"/>
            </a:xfrm>
            <a:custGeom>
              <a:avLst/>
              <a:gdLst/>
              <a:ahLst/>
              <a:cxnLst/>
              <a:rect l="l" t="t" r="r" b="b"/>
              <a:pathLst>
                <a:path w="322" h="18549" extrusionOk="0">
                  <a:moveTo>
                    <a:pt x="1" y="1"/>
                  </a:moveTo>
                  <a:lnTo>
                    <a:pt x="1" y="18548"/>
                  </a:lnTo>
                  <a:lnTo>
                    <a:pt x="322" y="18548"/>
                  </a:lnTo>
                  <a:lnTo>
                    <a:pt x="3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9"/>
            <p:cNvSpPr/>
            <p:nvPr/>
          </p:nvSpPr>
          <p:spPr>
            <a:xfrm>
              <a:off x="8759324" y="4615594"/>
              <a:ext cx="9331" cy="537504"/>
            </a:xfrm>
            <a:custGeom>
              <a:avLst/>
              <a:gdLst/>
              <a:ahLst/>
              <a:cxnLst/>
              <a:rect l="l" t="t" r="r" b="b"/>
              <a:pathLst>
                <a:path w="322" h="18549" extrusionOk="0">
                  <a:moveTo>
                    <a:pt x="1" y="1"/>
                  </a:moveTo>
                  <a:lnTo>
                    <a:pt x="1" y="18548"/>
                  </a:lnTo>
                  <a:lnTo>
                    <a:pt x="322" y="18548"/>
                  </a:lnTo>
                  <a:lnTo>
                    <a:pt x="3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430"/>
        <p:cNvGrpSpPr/>
        <p:nvPr/>
      </p:nvGrpSpPr>
      <p:grpSpPr>
        <a:xfrm>
          <a:off x="0" y="0"/>
          <a:ext cx="0" cy="0"/>
          <a:chOff x="0" y="0"/>
          <a:chExt cx="0" cy="0"/>
        </a:xfrm>
      </p:grpSpPr>
      <p:sp>
        <p:nvSpPr>
          <p:cNvPr id="431" name="Google Shape;431;p30"/>
          <p:cNvSpPr txBox="1">
            <a:spLocks noGrp="1"/>
          </p:cNvSpPr>
          <p:nvPr>
            <p:ph type="title" hasCustomPrompt="1"/>
          </p:nvPr>
        </p:nvSpPr>
        <p:spPr>
          <a:xfrm rot="-321">
            <a:off x="2967543" y="2044496"/>
            <a:ext cx="3209100" cy="6639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200"/>
              <a:buNone/>
              <a:defRPr sz="3500">
                <a:solidFill>
                  <a:schemeClr val="accent1"/>
                </a:solidFill>
              </a:defRPr>
            </a:lvl1pPr>
            <a:lvl2pPr lvl="1" rtl="0">
              <a:spcBef>
                <a:spcPts val="0"/>
              </a:spcBef>
              <a:spcAft>
                <a:spcPts val="0"/>
              </a:spcAft>
              <a:buSzPts val="6200"/>
              <a:buNone/>
              <a:defRPr sz="6200"/>
            </a:lvl2pPr>
            <a:lvl3pPr lvl="2" rtl="0">
              <a:spcBef>
                <a:spcPts val="0"/>
              </a:spcBef>
              <a:spcAft>
                <a:spcPts val="0"/>
              </a:spcAft>
              <a:buSzPts val="6200"/>
              <a:buNone/>
              <a:defRPr sz="6200"/>
            </a:lvl3pPr>
            <a:lvl4pPr lvl="3" rtl="0">
              <a:spcBef>
                <a:spcPts val="0"/>
              </a:spcBef>
              <a:spcAft>
                <a:spcPts val="0"/>
              </a:spcAft>
              <a:buSzPts val="6200"/>
              <a:buNone/>
              <a:defRPr sz="6200"/>
            </a:lvl4pPr>
            <a:lvl5pPr lvl="4" rtl="0">
              <a:spcBef>
                <a:spcPts val="0"/>
              </a:spcBef>
              <a:spcAft>
                <a:spcPts val="0"/>
              </a:spcAft>
              <a:buSzPts val="6200"/>
              <a:buNone/>
              <a:defRPr sz="6200"/>
            </a:lvl5pPr>
            <a:lvl6pPr lvl="5" rtl="0">
              <a:spcBef>
                <a:spcPts val="0"/>
              </a:spcBef>
              <a:spcAft>
                <a:spcPts val="0"/>
              </a:spcAft>
              <a:buSzPts val="6200"/>
              <a:buNone/>
              <a:defRPr sz="6200"/>
            </a:lvl6pPr>
            <a:lvl7pPr lvl="6" rtl="0">
              <a:spcBef>
                <a:spcPts val="0"/>
              </a:spcBef>
              <a:spcAft>
                <a:spcPts val="0"/>
              </a:spcAft>
              <a:buSzPts val="6200"/>
              <a:buNone/>
              <a:defRPr sz="6200"/>
            </a:lvl7pPr>
            <a:lvl8pPr lvl="7" rtl="0">
              <a:spcBef>
                <a:spcPts val="0"/>
              </a:spcBef>
              <a:spcAft>
                <a:spcPts val="0"/>
              </a:spcAft>
              <a:buSzPts val="6200"/>
              <a:buNone/>
              <a:defRPr sz="6200"/>
            </a:lvl8pPr>
            <a:lvl9pPr lvl="8" rtl="0">
              <a:spcBef>
                <a:spcPts val="0"/>
              </a:spcBef>
              <a:spcAft>
                <a:spcPts val="0"/>
              </a:spcAft>
              <a:buSzPts val="6200"/>
              <a:buNone/>
              <a:defRPr sz="6200"/>
            </a:lvl9pPr>
          </a:lstStyle>
          <a:p>
            <a:r>
              <a:t>xx%</a:t>
            </a:r>
          </a:p>
        </p:txBody>
      </p:sp>
      <p:sp>
        <p:nvSpPr>
          <p:cNvPr id="432" name="Google Shape;432;p30"/>
          <p:cNvSpPr txBox="1">
            <a:spLocks noGrp="1"/>
          </p:cNvSpPr>
          <p:nvPr>
            <p:ph type="subTitle" idx="1"/>
          </p:nvPr>
        </p:nvSpPr>
        <p:spPr>
          <a:xfrm>
            <a:off x="2967510" y="2708503"/>
            <a:ext cx="3209100" cy="39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33" name="Google Shape;433;p30"/>
          <p:cNvSpPr txBox="1">
            <a:spLocks noGrp="1"/>
          </p:cNvSpPr>
          <p:nvPr>
            <p:ph type="title" idx="2" hasCustomPrompt="1"/>
          </p:nvPr>
        </p:nvSpPr>
        <p:spPr>
          <a:xfrm rot="-321">
            <a:off x="2967521" y="540150"/>
            <a:ext cx="3209100" cy="6639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200"/>
              <a:buNone/>
              <a:defRPr sz="3500">
                <a:solidFill>
                  <a:schemeClr val="accent1"/>
                </a:solidFill>
              </a:defRPr>
            </a:lvl1pPr>
            <a:lvl2pPr lvl="1" algn="r" rtl="0">
              <a:spcBef>
                <a:spcPts val="0"/>
              </a:spcBef>
              <a:spcAft>
                <a:spcPts val="0"/>
              </a:spcAft>
              <a:buSzPts val="6200"/>
              <a:buNone/>
              <a:defRPr sz="6200"/>
            </a:lvl2pPr>
            <a:lvl3pPr lvl="2" algn="r" rtl="0">
              <a:spcBef>
                <a:spcPts val="0"/>
              </a:spcBef>
              <a:spcAft>
                <a:spcPts val="0"/>
              </a:spcAft>
              <a:buSzPts val="6200"/>
              <a:buNone/>
              <a:defRPr sz="6200"/>
            </a:lvl3pPr>
            <a:lvl4pPr lvl="3" algn="r" rtl="0">
              <a:spcBef>
                <a:spcPts val="0"/>
              </a:spcBef>
              <a:spcAft>
                <a:spcPts val="0"/>
              </a:spcAft>
              <a:buSzPts val="6200"/>
              <a:buNone/>
              <a:defRPr sz="6200"/>
            </a:lvl4pPr>
            <a:lvl5pPr lvl="4" algn="r" rtl="0">
              <a:spcBef>
                <a:spcPts val="0"/>
              </a:spcBef>
              <a:spcAft>
                <a:spcPts val="0"/>
              </a:spcAft>
              <a:buSzPts val="6200"/>
              <a:buNone/>
              <a:defRPr sz="6200"/>
            </a:lvl5pPr>
            <a:lvl6pPr lvl="5" algn="r" rtl="0">
              <a:spcBef>
                <a:spcPts val="0"/>
              </a:spcBef>
              <a:spcAft>
                <a:spcPts val="0"/>
              </a:spcAft>
              <a:buSzPts val="6200"/>
              <a:buNone/>
              <a:defRPr sz="6200"/>
            </a:lvl6pPr>
            <a:lvl7pPr lvl="6" algn="r" rtl="0">
              <a:spcBef>
                <a:spcPts val="0"/>
              </a:spcBef>
              <a:spcAft>
                <a:spcPts val="0"/>
              </a:spcAft>
              <a:buSzPts val="6200"/>
              <a:buNone/>
              <a:defRPr sz="6200"/>
            </a:lvl7pPr>
            <a:lvl8pPr lvl="7" algn="r" rtl="0">
              <a:spcBef>
                <a:spcPts val="0"/>
              </a:spcBef>
              <a:spcAft>
                <a:spcPts val="0"/>
              </a:spcAft>
              <a:buSzPts val="6200"/>
              <a:buNone/>
              <a:defRPr sz="6200"/>
            </a:lvl8pPr>
            <a:lvl9pPr lvl="8" algn="r" rtl="0">
              <a:spcBef>
                <a:spcPts val="0"/>
              </a:spcBef>
              <a:spcAft>
                <a:spcPts val="0"/>
              </a:spcAft>
              <a:buSzPts val="6200"/>
              <a:buNone/>
              <a:defRPr sz="6200"/>
            </a:lvl9pPr>
          </a:lstStyle>
          <a:p>
            <a:r>
              <a:t>xx%</a:t>
            </a:r>
          </a:p>
        </p:txBody>
      </p:sp>
      <p:sp>
        <p:nvSpPr>
          <p:cNvPr id="434" name="Google Shape;434;p30"/>
          <p:cNvSpPr txBox="1">
            <a:spLocks noGrp="1"/>
          </p:cNvSpPr>
          <p:nvPr>
            <p:ph type="subTitle" idx="3"/>
          </p:nvPr>
        </p:nvSpPr>
        <p:spPr>
          <a:xfrm>
            <a:off x="2967500" y="1204315"/>
            <a:ext cx="3209100" cy="39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435" name="Google Shape;435;p30"/>
          <p:cNvSpPr txBox="1">
            <a:spLocks noGrp="1"/>
          </p:cNvSpPr>
          <p:nvPr>
            <p:ph type="title" idx="4" hasCustomPrompt="1"/>
          </p:nvPr>
        </p:nvSpPr>
        <p:spPr>
          <a:xfrm>
            <a:off x="2967521" y="3548524"/>
            <a:ext cx="3209100" cy="66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200"/>
              <a:buNone/>
              <a:defRPr sz="3500">
                <a:solidFill>
                  <a:schemeClr val="accent1"/>
                </a:solidFill>
              </a:defRPr>
            </a:lvl1pPr>
            <a:lvl2pPr lvl="1" algn="r" rtl="0">
              <a:spcBef>
                <a:spcPts val="0"/>
              </a:spcBef>
              <a:spcAft>
                <a:spcPts val="0"/>
              </a:spcAft>
              <a:buSzPts val="6200"/>
              <a:buNone/>
              <a:defRPr sz="6200"/>
            </a:lvl2pPr>
            <a:lvl3pPr lvl="2" algn="r" rtl="0">
              <a:spcBef>
                <a:spcPts val="0"/>
              </a:spcBef>
              <a:spcAft>
                <a:spcPts val="0"/>
              </a:spcAft>
              <a:buSzPts val="6200"/>
              <a:buNone/>
              <a:defRPr sz="6200"/>
            </a:lvl3pPr>
            <a:lvl4pPr lvl="3" algn="r" rtl="0">
              <a:spcBef>
                <a:spcPts val="0"/>
              </a:spcBef>
              <a:spcAft>
                <a:spcPts val="0"/>
              </a:spcAft>
              <a:buSzPts val="6200"/>
              <a:buNone/>
              <a:defRPr sz="6200"/>
            </a:lvl4pPr>
            <a:lvl5pPr lvl="4" algn="r" rtl="0">
              <a:spcBef>
                <a:spcPts val="0"/>
              </a:spcBef>
              <a:spcAft>
                <a:spcPts val="0"/>
              </a:spcAft>
              <a:buSzPts val="6200"/>
              <a:buNone/>
              <a:defRPr sz="6200"/>
            </a:lvl5pPr>
            <a:lvl6pPr lvl="5" algn="r" rtl="0">
              <a:spcBef>
                <a:spcPts val="0"/>
              </a:spcBef>
              <a:spcAft>
                <a:spcPts val="0"/>
              </a:spcAft>
              <a:buSzPts val="6200"/>
              <a:buNone/>
              <a:defRPr sz="6200"/>
            </a:lvl6pPr>
            <a:lvl7pPr lvl="6" algn="r" rtl="0">
              <a:spcBef>
                <a:spcPts val="0"/>
              </a:spcBef>
              <a:spcAft>
                <a:spcPts val="0"/>
              </a:spcAft>
              <a:buSzPts val="6200"/>
              <a:buNone/>
              <a:defRPr sz="6200"/>
            </a:lvl7pPr>
            <a:lvl8pPr lvl="7" algn="r" rtl="0">
              <a:spcBef>
                <a:spcPts val="0"/>
              </a:spcBef>
              <a:spcAft>
                <a:spcPts val="0"/>
              </a:spcAft>
              <a:buSzPts val="6200"/>
              <a:buNone/>
              <a:defRPr sz="6200"/>
            </a:lvl8pPr>
            <a:lvl9pPr lvl="8" algn="r" rtl="0">
              <a:spcBef>
                <a:spcPts val="0"/>
              </a:spcBef>
              <a:spcAft>
                <a:spcPts val="0"/>
              </a:spcAft>
              <a:buSzPts val="6200"/>
              <a:buNone/>
              <a:defRPr sz="6200"/>
            </a:lvl9pPr>
          </a:lstStyle>
          <a:p>
            <a:r>
              <a:t>xx%</a:t>
            </a:r>
          </a:p>
        </p:txBody>
      </p:sp>
      <p:sp>
        <p:nvSpPr>
          <p:cNvPr id="436" name="Google Shape;436;p30"/>
          <p:cNvSpPr txBox="1">
            <a:spLocks noGrp="1"/>
          </p:cNvSpPr>
          <p:nvPr>
            <p:ph type="subTitle" idx="5"/>
          </p:nvPr>
        </p:nvSpPr>
        <p:spPr>
          <a:xfrm>
            <a:off x="2967500" y="4212600"/>
            <a:ext cx="3209100" cy="39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grpSp>
        <p:nvGrpSpPr>
          <p:cNvPr id="437" name="Google Shape;437;p30"/>
          <p:cNvGrpSpPr/>
          <p:nvPr/>
        </p:nvGrpSpPr>
        <p:grpSpPr>
          <a:xfrm>
            <a:off x="273466" y="5"/>
            <a:ext cx="8650043" cy="5143499"/>
            <a:chOff x="273466" y="5"/>
            <a:chExt cx="8650043" cy="5143499"/>
          </a:xfrm>
        </p:grpSpPr>
        <p:sp>
          <p:nvSpPr>
            <p:cNvPr id="438" name="Google Shape;438;p30"/>
            <p:cNvSpPr/>
            <p:nvPr/>
          </p:nvSpPr>
          <p:spPr>
            <a:xfrm>
              <a:off x="8414953" y="1204337"/>
              <a:ext cx="508555" cy="508584"/>
            </a:xfrm>
            <a:custGeom>
              <a:avLst/>
              <a:gdLst/>
              <a:ahLst/>
              <a:cxnLst/>
              <a:rect l="l" t="t" r="r" b="b"/>
              <a:pathLst>
                <a:path w="17550" h="17551" extrusionOk="0">
                  <a:moveTo>
                    <a:pt x="1962" y="0"/>
                  </a:moveTo>
                  <a:cubicBezTo>
                    <a:pt x="879" y="0"/>
                    <a:pt x="1" y="878"/>
                    <a:pt x="1" y="1960"/>
                  </a:cubicBezTo>
                  <a:lnTo>
                    <a:pt x="1" y="5851"/>
                  </a:lnTo>
                  <a:lnTo>
                    <a:pt x="1" y="15591"/>
                  </a:lnTo>
                  <a:cubicBezTo>
                    <a:pt x="1" y="16673"/>
                    <a:pt x="879" y="17550"/>
                    <a:pt x="1962" y="17550"/>
                  </a:cubicBezTo>
                  <a:lnTo>
                    <a:pt x="17550" y="17550"/>
                  </a:lnTo>
                  <a:lnTo>
                    <a:pt x="17523" y="17524"/>
                  </a:lnTo>
                  <a:lnTo>
                    <a:pt x="17550" y="17524"/>
                  </a:lnTo>
                  <a:lnTo>
                    <a:pt x="17550" y="13634"/>
                  </a:lnTo>
                  <a:cubicBezTo>
                    <a:pt x="17549" y="12552"/>
                    <a:pt x="16671" y="11674"/>
                    <a:pt x="15588" y="11674"/>
                  </a:cubicBezTo>
                  <a:lnTo>
                    <a:pt x="13642" y="11674"/>
                  </a:lnTo>
                  <a:cubicBezTo>
                    <a:pt x="12556" y="11674"/>
                    <a:pt x="11677" y="10791"/>
                    <a:pt x="11682" y="9704"/>
                  </a:cubicBezTo>
                  <a:lnTo>
                    <a:pt x="11691" y="7792"/>
                  </a:lnTo>
                  <a:cubicBezTo>
                    <a:pt x="11696" y="6706"/>
                    <a:pt x="10817" y="5822"/>
                    <a:pt x="9731" y="5822"/>
                  </a:cubicBezTo>
                  <a:lnTo>
                    <a:pt x="7811" y="5822"/>
                  </a:lnTo>
                  <a:cubicBezTo>
                    <a:pt x="6728" y="5822"/>
                    <a:pt x="5850" y="4945"/>
                    <a:pt x="5850" y="3863"/>
                  </a:cubicBezTo>
                  <a:lnTo>
                    <a:pt x="5850" y="1960"/>
                  </a:lnTo>
                  <a:cubicBezTo>
                    <a:pt x="5850" y="878"/>
                    <a:pt x="4972" y="0"/>
                    <a:pt x="38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0"/>
            <p:cNvSpPr/>
            <p:nvPr/>
          </p:nvSpPr>
          <p:spPr>
            <a:xfrm>
              <a:off x="4371256" y="4902470"/>
              <a:ext cx="401686" cy="241035"/>
            </a:xfrm>
            <a:custGeom>
              <a:avLst/>
              <a:gdLst/>
              <a:ahLst/>
              <a:cxnLst/>
              <a:rect l="l" t="t" r="r" b="b"/>
              <a:pathLst>
                <a:path w="13862" h="8318" extrusionOk="0">
                  <a:moveTo>
                    <a:pt x="6931" y="1"/>
                  </a:moveTo>
                  <a:cubicBezTo>
                    <a:pt x="3103" y="1"/>
                    <a:pt x="0" y="3103"/>
                    <a:pt x="0" y="6932"/>
                  </a:cubicBezTo>
                  <a:lnTo>
                    <a:pt x="0" y="8317"/>
                  </a:lnTo>
                  <a:lnTo>
                    <a:pt x="13861" y="8317"/>
                  </a:lnTo>
                  <a:lnTo>
                    <a:pt x="13861" y="6932"/>
                  </a:lnTo>
                  <a:cubicBezTo>
                    <a:pt x="13861" y="3103"/>
                    <a:pt x="10759" y="1"/>
                    <a:pt x="69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0"/>
            <p:cNvSpPr/>
            <p:nvPr/>
          </p:nvSpPr>
          <p:spPr>
            <a:xfrm>
              <a:off x="3858332" y="4902473"/>
              <a:ext cx="172213" cy="156884"/>
            </a:xfrm>
            <a:custGeom>
              <a:avLst/>
              <a:gdLst/>
              <a:ahLst/>
              <a:cxnLst/>
              <a:rect l="l" t="t" r="r" b="b"/>
              <a:pathLst>
                <a:path w="5943" h="5414" extrusionOk="0">
                  <a:moveTo>
                    <a:pt x="2972" y="0"/>
                  </a:moveTo>
                  <a:cubicBezTo>
                    <a:pt x="2279" y="0"/>
                    <a:pt x="1587" y="264"/>
                    <a:pt x="1058" y="793"/>
                  </a:cubicBezTo>
                  <a:cubicBezTo>
                    <a:pt x="1" y="1850"/>
                    <a:pt x="1" y="3563"/>
                    <a:pt x="1058" y="4620"/>
                  </a:cubicBezTo>
                  <a:cubicBezTo>
                    <a:pt x="1587" y="5149"/>
                    <a:pt x="2279" y="5413"/>
                    <a:pt x="2972" y="5413"/>
                  </a:cubicBezTo>
                  <a:cubicBezTo>
                    <a:pt x="3664" y="5413"/>
                    <a:pt x="4357" y="5149"/>
                    <a:pt x="4885" y="4620"/>
                  </a:cubicBezTo>
                  <a:cubicBezTo>
                    <a:pt x="5943" y="3563"/>
                    <a:pt x="5943" y="1850"/>
                    <a:pt x="4885" y="793"/>
                  </a:cubicBezTo>
                  <a:cubicBezTo>
                    <a:pt x="4357" y="264"/>
                    <a:pt x="3664" y="0"/>
                    <a:pt x="29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0"/>
            <p:cNvSpPr/>
            <p:nvPr/>
          </p:nvSpPr>
          <p:spPr>
            <a:xfrm>
              <a:off x="719394" y="5"/>
              <a:ext cx="9765" cy="1142409"/>
            </a:xfrm>
            <a:custGeom>
              <a:avLst/>
              <a:gdLst/>
              <a:ahLst/>
              <a:cxnLst/>
              <a:rect l="l" t="t" r="r" b="b"/>
              <a:pathLst>
                <a:path w="337" h="39424" extrusionOk="0">
                  <a:moveTo>
                    <a:pt x="1" y="1"/>
                  </a:moveTo>
                  <a:lnTo>
                    <a:pt x="1" y="39424"/>
                  </a:lnTo>
                  <a:lnTo>
                    <a:pt x="336" y="39424"/>
                  </a:lnTo>
                  <a:lnTo>
                    <a:pt x="3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0"/>
            <p:cNvSpPr/>
            <p:nvPr/>
          </p:nvSpPr>
          <p:spPr>
            <a:xfrm>
              <a:off x="8229787" y="8"/>
              <a:ext cx="388414" cy="868832"/>
            </a:xfrm>
            <a:custGeom>
              <a:avLst/>
              <a:gdLst/>
              <a:ahLst/>
              <a:cxnLst/>
              <a:rect l="l" t="t" r="r" b="b"/>
              <a:pathLst>
                <a:path w="13404" h="29983" extrusionOk="0">
                  <a:moveTo>
                    <a:pt x="1" y="1"/>
                  </a:moveTo>
                  <a:lnTo>
                    <a:pt x="1" y="23281"/>
                  </a:lnTo>
                  <a:cubicBezTo>
                    <a:pt x="1" y="26981"/>
                    <a:pt x="3000" y="29982"/>
                    <a:pt x="6701" y="29982"/>
                  </a:cubicBezTo>
                  <a:cubicBezTo>
                    <a:pt x="10403" y="29982"/>
                    <a:pt x="13403" y="26983"/>
                    <a:pt x="13402" y="23281"/>
                  </a:cubicBezTo>
                  <a:lnTo>
                    <a:pt x="134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0"/>
            <p:cNvSpPr/>
            <p:nvPr/>
          </p:nvSpPr>
          <p:spPr>
            <a:xfrm>
              <a:off x="273466" y="3548523"/>
              <a:ext cx="445935" cy="445964"/>
            </a:xfrm>
            <a:custGeom>
              <a:avLst/>
              <a:gdLst/>
              <a:ahLst/>
              <a:cxnLst/>
              <a:rect l="l" t="t" r="r" b="b"/>
              <a:pathLst>
                <a:path w="15389" h="15390" extrusionOk="0">
                  <a:moveTo>
                    <a:pt x="0" y="1"/>
                  </a:moveTo>
                  <a:lnTo>
                    <a:pt x="24" y="24"/>
                  </a:lnTo>
                  <a:lnTo>
                    <a:pt x="0" y="24"/>
                  </a:lnTo>
                  <a:lnTo>
                    <a:pt x="0" y="3435"/>
                  </a:lnTo>
                  <a:cubicBezTo>
                    <a:pt x="0" y="4384"/>
                    <a:pt x="770" y="5153"/>
                    <a:pt x="1719" y="5153"/>
                  </a:cubicBezTo>
                  <a:lnTo>
                    <a:pt x="3427" y="5153"/>
                  </a:lnTo>
                  <a:cubicBezTo>
                    <a:pt x="4379" y="5153"/>
                    <a:pt x="5150" y="5927"/>
                    <a:pt x="5146" y="6879"/>
                  </a:cubicBezTo>
                  <a:lnTo>
                    <a:pt x="5138" y="8555"/>
                  </a:lnTo>
                  <a:cubicBezTo>
                    <a:pt x="5135" y="9507"/>
                    <a:pt x="5905" y="10281"/>
                    <a:pt x="6857" y="10281"/>
                  </a:cubicBezTo>
                  <a:lnTo>
                    <a:pt x="8540" y="10281"/>
                  </a:lnTo>
                  <a:cubicBezTo>
                    <a:pt x="9490" y="10281"/>
                    <a:pt x="10259" y="11050"/>
                    <a:pt x="10259" y="12000"/>
                  </a:cubicBezTo>
                  <a:lnTo>
                    <a:pt x="10259" y="13671"/>
                  </a:lnTo>
                  <a:cubicBezTo>
                    <a:pt x="10259" y="14621"/>
                    <a:pt x="11028" y="15390"/>
                    <a:pt x="11978" y="15390"/>
                  </a:cubicBezTo>
                  <a:lnTo>
                    <a:pt x="13669" y="15390"/>
                  </a:lnTo>
                  <a:cubicBezTo>
                    <a:pt x="14619" y="15390"/>
                    <a:pt x="15388" y="14621"/>
                    <a:pt x="15388" y="13671"/>
                  </a:cubicBezTo>
                  <a:lnTo>
                    <a:pt x="15388" y="10260"/>
                  </a:lnTo>
                  <a:lnTo>
                    <a:pt x="15388" y="1720"/>
                  </a:lnTo>
                  <a:cubicBezTo>
                    <a:pt x="15388" y="770"/>
                    <a:pt x="14619" y="1"/>
                    <a:pt x="136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0"/>
            <p:cNvSpPr/>
            <p:nvPr/>
          </p:nvSpPr>
          <p:spPr>
            <a:xfrm>
              <a:off x="8519703" y="2096953"/>
              <a:ext cx="146191" cy="427273"/>
            </a:xfrm>
            <a:custGeom>
              <a:avLst/>
              <a:gdLst/>
              <a:ahLst/>
              <a:cxnLst/>
              <a:rect l="l" t="t" r="r" b="b"/>
              <a:pathLst>
                <a:path w="5045" h="14745" extrusionOk="0">
                  <a:moveTo>
                    <a:pt x="2523" y="1"/>
                  </a:moveTo>
                  <a:cubicBezTo>
                    <a:pt x="1130" y="1"/>
                    <a:pt x="1" y="1130"/>
                    <a:pt x="1" y="2523"/>
                  </a:cubicBezTo>
                  <a:cubicBezTo>
                    <a:pt x="1" y="3723"/>
                    <a:pt x="840" y="4724"/>
                    <a:pt x="1962" y="4980"/>
                  </a:cubicBezTo>
                  <a:cubicBezTo>
                    <a:pt x="840" y="5235"/>
                    <a:pt x="1" y="6237"/>
                    <a:pt x="1" y="7438"/>
                  </a:cubicBezTo>
                  <a:cubicBezTo>
                    <a:pt x="1" y="8552"/>
                    <a:pt x="727" y="9497"/>
                    <a:pt x="1729" y="9830"/>
                  </a:cubicBezTo>
                  <a:cubicBezTo>
                    <a:pt x="725" y="10163"/>
                    <a:pt x="1" y="11107"/>
                    <a:pt x="1" y="12222"/>
                  </a:cubicBezTo>
                  <a:cubicBezTo>
                    <a:pt x="1" y="13615"/>
                    <a:pt x="1130" y="14744"/>
                    <a:pt x="2523" y="14744"/>
                  </a:cubicBezTo>
                  <a:cubicBezTo>
                    <a:pt x="3915" y="14744"/>
                    <a:pt x="5044" y="13615"/>
                    <a:pt x="5044" y="12222"/>
                  </a:cubicBezTo>
                  <a:cubicBezTo>
                    <a:pt x="5044" y="11107"/>
                    <a:pt x="4320" y="10162"/>
                    <a:pt x="3316" y="9830"/>
                  </a:cubicBezTo>
                  <a:cubicBezTo>
                    <a:pt x="4320" y="9497"/>
                    <a:pt x="5044" y="8553"/>
                    <a:pt x="5044" y="7438"/>
                  </a:cubicBezTo>
                  <a:cubicBezTo>
                    <a:pt x="5044" y="6237"/>
                    <a:pt x="4206" y="5235"/>
                    <a:pt x="3083" y="4980"/>
                  </a:cubicBezTo>
                  <a:cubicBezTo>
                    <a:pt x="4206" y="4724"/>
                    <a:pt x="5044" y="3723"/>
                    <a:pt x="5044" y="2523"/>
                  </a:cubicBezTo>
                  <a:cubicBezTo>
                    <a:pt x="5044" y="1130"/>
                    <a:pt x="3915" y="1"/>
                    <a:pt x="25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445"/>
        <p:cNvGrpSpPr/>
        <p:nvPr/>
      </p:nvGrpSpPr>
      <p:grpSpPr>
        <a:xfrm>
          <a:off x="0" y="0"/>
          <a:ext cx="0" cy="0"/>
          <a:chOff x="0" y="0"/>
          <a:chExt cx="0" cy="0"/>
        </a:xfrm>
      </p:grpSpPr>
      <p:sp>
        <p:nvSpPr>
          <p:cNvPr id="446" name="Google Shape;446;p31"/>
          <p:cNvSpPr txBox="1">
            <a:spLocks noGrp="1"/>
          </p:cNvSpPr>
          <p:nvPr>
            <p:ph type="ctrTitle"/>
          </p:nvPr>
        </p:nvSpPr>
        <p:spPr>
          <a:xfrm>
            <a:off x="1035200" y="1331112"/>
            <a:ext cx="3216600" cy="10833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5200"/>
              <a:buNone/>
              <a:defRPr sz="6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447" name="Google Shape;447;p31"/>
          <p:cNvSpPr txBox="1">
            <a:spLocks noGrp="1"/>
          </p:cNvSpPr>
          <p:nvPr>
            <p:ph type="subTitle" idx="1"/>
          </p:nvPr>
        </p:nvSpPr>
        <p:spPr>
          <a:xfrm>
            <a:off x="1035200" y="2372403"/>
            <a:ext cx="3216600" cy="1313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100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48" name="Google Shape;448;p31"/>
          <p:cNvSpPr txBox="1">
            <a:spLocks noGrp="1"/>
          </p:cNvSpPr>
          <p:nvPr>
            <p:ph type="subTitle" idx="2"/>
          </p:nvPr>
        </p:nvSpPr>
        <p:spPr>
          <a:xfrm rot="-1283">
            <a:off x="4894650" y="3318774"/>
            <a:ext cx="3216600" cy="3600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449" name="Google Shape;449;p31"/>
          <p:cNvGrpSpPr/>
          <p:nvPr/>
        </p:nvGrpSpPr>
        <p:grpSpPr>
          <a:xfrm>
            <a:off x="360307" y="5"/>
            <a:ext cx="8783704" cy="5143500"/>
            <a:chOff x="360307" y="5"/>
            <a:chExt cx="8783704" cy="5143500"/>
          </a:xfrm>
        </p:grpSpPr>
        <p:sp>
          <p:nvSpPr>
            <p:cNvPr id="450" name="Google Shape;450;p31"/>
            <p:cNvSpPr/>
            <p:nvPr/>
          </p:nvSpPr>
          <p:spPr>
            <a:xfrm flipH="1">
              <a:off x="8906888" y="1326110"/>
              <a:ext cx="237123" cy="237123"/>
            </a:xfrm>
            <a:custGeom>
              <a:avLst/>
              <a:gdLst/>
              <a:ahLst/>
              <a:cxnLst/>
              <a:rect l="l" t="t" r="r" b="b"/>
              <a:pathLst>
                <a:path w="8183" h="8183" extrusionOk="0">
                  <a:moveTo>
                    <a:pt x="0" y="0"/>
                  </a:moveTo>
                  <a:lnTo>
                    <a:pt x="0" y="8183"/>
                  </a:lnTo>
                  <a:lnTo>
                    <a:pt x="4091" y="8183"/>
                  </a:lnTo>
                  <a:cubicBezTo>
                    <a:pt x="6350" y="8183"/>
                    <a:pt x="8182" y="6351"/>
                    <a:pt x="8182" y="4091"/>
                  </a:cubicBezTo>
                  <a:cubicBezTo>
                    <a:pt x="8182" y="1832"/>
                    <a:pt x="6351" y="0"/>
                    <a:pt x="40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1"/>
            <p:cNvSpPr/>
            <p:nvPr/>
          </p:nvSpPr>
          <p:spPr>
            <a:xfrm>
              <a:off x="360307" y="5"/>
              <a:ext cx="9765" cy="1142409"/>
            </a:xfrm>
            <a:custGeom>
              <a:avLst/>
              <a:gdLst/>
              <a:ahLst/>
              <a:cxnLst/>
              <a:rect l="l" t="t" r="r" b="b"/>
              <a:pathLst>
                <a:path w="337" h="39424" extrusionOk="0">
                  <a:moveTo>
                    <a:pt x="1" y="1"/>
                  </a:moveTo>
                  <a:lnTo>
                    <a:pt x="1" y="39424"/>
                  </a:lnTo>
                  <a:lnTo>
                    <a:pt x="336" y="39424"/>
                  </a:lnTo>
                  <a:lnTo>
                    <a:pt x="3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1"/>
            <p:cNvSpPr/>
            <p:nvPr/>
          </p:nvSpPr>
          <p:spPr>
            <a:xfrm>
              <a:off x="360311" y="4131785"/>
              <a:ext cx="9765" cy="1011720"/>
            </a:xfrm>
            <a:custGeom>
              <a:avLst/>
              <a:gdLst/>
              <a:ahLst/>
              <a:cxnLst/>
              <a:rect l="l" t="t" r="r" b="b"/>
              <a:pathLst>
                <a:path w="337" h="34914" extrusionOk="0">
                  <a:moveTo>
                    <a:pt x="1" y="0"/>
                  </a:moveTo>
                  <a:lnTo>
                    <a:pt x="1" y="34914"/>
                  </a:lnTo>
                  <a:lnTo>
                    <a:pt x="336" y="34914"/>
                  </a:lnTo>
                  <a:lnTo>
                    <a:pt x="3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1"/>
            <p:cNvSpPr/>
            <p:nvPr/>
          </p:nvSpPr>
          <p:spPr>
            <a:xfrm>
              <a:off x="8437840" y="1617478"/>
              <a:ext cx="146191" cy="427273"/>
            </a:xfrm>
            <a:custGeom>
              <a:avLst/>
              <a:gdLst/>
              <a:ahLst/>
              <a:cxnLst/>
              <a:rect l="l" t="t" r="r" b="b"/>
              <a:pathLst>
                <a:path w="5045" h="14745" extrusionOk="0">
                  <a:moveTo>
                    <a:pt x="2523" y="1"/>
                  </a:moveTo>
                  <a:cubicBezTo>
                    <a:pt x="1130" y="1"/>
                    <a:pt x="1" y="1130"/>
                    <a:pt x="1" y="2523"/>
                  </a:cubicBezTo>
                  <a:cubicBezTo>
                    <a:pt x="1" y="3723"/>
                    <a:pt x="840" y="4724"/>
                    <a:pt x="1962" y="4980"/>
                  </a:cubicBezTo>
                  <a:cubicBezTo>
                    <a:pt x="840" y="5235"/>
                    <a:pt x="1" y="6237"/>
                    <a:pt x="1" y="7438"/>
                  </a:cubicBezTo>
                  <a:cubicBezTo>
                    <a:pt x="1" y="8552"/>
                    <a:pt x="727" y="9497"/>
                    <a:pt x="1729" y="9830"/>
                  </a:cubicBezTo>
                  <a:cubicBezTo>
                    <a:pt x="725" y="10163"/>
                    <a:pt x="1" y="11107"/>
                    <a:pt x="1" y="12222"/>
                  </a:cubicBezTo>
                  <a:cubicBezTo>
                    <a:pt x="1" y="13615"/>
                    <a:pt x="1130" y="14744"/>
                    <a:pt x="2523" y="14744"/>
                  </a:cubicBezTo>
                  <a:cubicBezTo>
                    <a:pt x="3915" y="14744"/>
                    <a:pt x="5044" y="13615"/>
                    <a:pt x="5044" y="12222"/>
                  </a:cubicBezTo>
                  <a:cubicBezTo>
                    <a:pt x="5044" y="11107"/>
                    <a:pt x="4320" y="10162"/>
                    <a:pt x="3316" y="9830"/>
                  </a:cubicBezTo>
                  <a:cubicBezTo>
                    <a:pt x="4320" y="9497"/>
                    <a:pt x="5044" y="8553"/>
                    <a:pt x="5044" y="7438"/>
                  </a:cubicBezTo>
                  <a:cubicBezTo>
                    <a:pt x="5044" y="6237"/>
                    <a:pt x="4206" y="5235"/>
                    <a:pt x="3083" y="4980"/>
                  </a:cubicBezTo>
                  <a:cubicBezTo>
                    <a:pt x="4206" y="4724"/>
                    <a:pt x="5044" y="3723"/>
                    <a:pt x="5044" y="2523"/>
                  </a:cubicBezTo>
                  <a:cubicBezTo>
                    <a:pt x="5044" y="1130"/>
                    <a:pt x="3915" y="1"/>
                    <a:pt x="25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1"/>
            <p:cNvSpPr/>
            <p:nvPr/>
          </p:nvSpPr>
          <p:spPr>
            <a:xfrm>
              <a:off x="8597562" y="4603719"/>
              <a:ext cx="9331" cy="537504"/>
            </a:xfrm>
            <a:custGeom>
              <a:avLst/>
              <a:gdLst/>
              <a:ahLst/>
              <a:cxnLst/>
              <a:rect l="l" t="t" r="r" b="b"/>
              <a:pathLst>
                <a:path w="322" h="18549" extrusionOk="0">
                  <a:moveTo>
                    <a:pt x="1" y="1"/>
                  </a:moveTo>
                  <a:lnTo>
                    <a:pt x="1" y="18548"/>
                  </a:lnTo>
                  <a:lnTo>
                    <a:pt x="322" y="18548"/>
                  </a:lnTo>
                  <a:lnTo>
                    <a:pt x="3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5" name="Google Shape;455;p31"/>
          <p:cNvSpPr txBox="1"/>
          <p:nvPr/>
        </p:nvSpPr>
        <p:spPr>
          <a:xfrm>
            <a:off x="4894650" y="2382490"/>
            <a:ext cx="3216600" cy="7512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100" b="1">
                <a:solidFill>
                  <a:schemeClr val="dk1"/>
                </a:solidFill>
                <a:latin typeface="Barlow"/>
                <a:ea typeface="Barlow"/>
                <a:cs typeface="Barlow"/>
                <a:sym typeface="Barlow"/>
              </a:rPr>
              <a:t>CREDITS:</a:t>
            </a:r>
            <a:r>
              <a:rPr lang="en" sz="1100">
                <a:solidFill>
                  <a:schemeClr val="dk1"/>
                </a:solidFill>
                <a:latin typeface="Barlow"/>
                <a:ea typeface="Barlow"/>
                <a:cs typeface="Barlow"/>
                <a:sym typeface="Barlow"/>
              </a:rPr>
              <a:t> This presentation template was created by </a:t>
            </a:r>
            <a:r>
              <a:rPr lang="en" sz="1100" b="1">
                <a:solidFill>
                  <a:schemeClr val="dk1"/>
                </a:solidFill>
                <a:uFill>
                  <a:noFill/>
                </a:uFill>
                <a:latin typeface="Barlow"/>
                <a:ea typeface="Barlow"/>
                <a:cs typeface="Barlow"/>
                <a:sym typeface="Barlow"/>
                <a:hlinkClick r:id="rId2">
                  <a:extLst>
                    <a:ext uri="{A12FA001-AC4F-418D-AE19-62706E023703}">
                      <ahyp:hlinkClr xmlns:ahyp="http://schemas.microsoft.com/office/drawing/2018/hyperlinkcolor" val="tx"/>
                    </a:ext>
                  </a:extLst>
                </a:hlinkClick>
              </a:rPr>
              <a:t>Slidesgo</a:t>
            </a:r>
            <a:r>
              <a:rPr lang="en" sz="1100" b="1">
                <a:solidFill>
                  <a:schemeClr val="dk1"/>
                </a:solidFill>
                <a:latin typeface="Barlow"/>
                <a:ea typeface="Barlow"/>
                <a:cs typeface="Barlow"/>
                <a:sym typeface="Barlow"/>
              </a:rPr>
              <a:t>,</a:t>
            </a:r>
            <a:r>
              <a:rPr lang="en" sz="1100">
                <a:solidFill>
                  <a:schemeClr val="dk1"/>
                </a:solidFill>
                <a:latin typeface="Barlow"/>
                <a:ea typeface="Barlow"/>
                <a:cs typeface="Barlow"/>
                <a:sym typeface="Barlow"/>
              </a:rPr>
              <a:t> including icons by </a:t>
            </a:r>
            <a:r>
              <a:rPr lang="en" sz="1100" b="1">
                <a:solidFill>
                  <a:schemeClr val="dk1"/>
                </a:solidFill>
                <a:uFill>
                  <a:noFill/>
                </a:uFill>
                <a:latin typeface="Barlow"/>
                <a:ea typeface="Barlow"/>
                <a:cs typeface="Barlow"/>
                <a:sym typeface="Barlow"/>
                <a:hlinkClick r:id="rId3">
                  <a:extLst>
                    <a:ext uri="{A12FA001-AC4F-418D-AE19-62706E023703}">
                      <ahyp:hlinkClr xmlns:ahyp="http://schemas.microsoft.com/office/drawing/2018/hyperlinkcolor" val="tx"/>
                    </a:ext>
                  </a:extLst>
                </a:hlinkClick>
              </a:rPr>
              <a:t>Flaticon</a:t>
            </a:r>
            <a:r>
              <a:rPr lang="en" sz="1100" b="1">
                <a:solidFill>
                  <a:schemeClr val="dk1"/>
                </a:solidFill>
                <a:latin typeface="Barlow"/>
                <a:ea typeface="Barlow"/>
                <a:cs typeface="Barlow"/>
                <a:sym typeface="Barlow"/>
              </a:rPr>
              <a:t>,</a:t>
            </a:r>
            <a:r>
              <a:rPr lang="en" sz="1100">
                <a:solidFill>
                  <a:schemeClr val="dk1"/>
                </a:solidFill>
                <a:latin typeface="Barlow"/>
                <a:ea typeface="Barlow"/>
                <a:cs typeface="Barlow"/>
                <a:sym typeface="Barlow"/>
              </a:rPr>
              <a:t> and infographics &amp; images by </a:t>
            </a:r>
            <a:r>
              <a:rPr lang="en" sz="1100" b="1">
                <a:solidFill>
                  <a:schemeClr val="dk1"/>
                </a:solidFill>
                <a:uFill>
                  <a:noFill/>
                </a:uFill>
                <a:latin typeface="Barlow"/>
                <a:ea typeface="Barlow"/>
                <a:cs typeface="Barlow"/>
                <a:sym typeface="Barlow"/>
                <a:hlinkClick r:id="rId4">
                  <a:extLst>
                    <a:ext uri="{A12FA001-AC4F-418D-AE19-62706E023703}">
                      <ahyp:hlinkClr xmlns:ahyp="http://schemas.microsoft.com/office/drawing/2018/hyperlinkcolor" val="tx"/>
                    </a:ext>
                  </a:extLst>
                </a:hlinkClick>
              </a:rPr>
              <a:t>Freepik</a:t>
            </a:r>
            <a:endParaRPr sz="1100" b="1">
              <a:solidFill>
                <a:schemeClr val="dk1"/>
              </a:solidFill>
              <a:latin typeface="Barlow"/>
              <a:ea typeface="Barlow"/>
              <a:cs typeface="Barlow"/>
              <a:sym typeface="Barlow"/>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456"/>
        <p:cNvGrpSpPr/>
        <p:nvPr/>
      </p:nvGrpSpPr>
      <p:grpSpPr>
        <a:xfrm>
          <a:off x="0" y="0"/>
          <a:ext cx="0" cy="0"/>
          <a:chOff x="0" y="0"/>
          <a:chExt cx="0" cy="0"/>
        </a:xfrm>
      </p:grpSpPr>
      <p:grpSp>
        <p:nvGrpSpPr>
          <p:cNvPr id="457" name="Google Shape;457;p32"/>
          <p:cNvGrpSpPr/>
          <p:nvPr/>
        </p:nvGrpSpPr>
        <p:grpSpPr>
          <a:xfrm>
            <a:off x="-12" y="5"/>
            <a:ext cx="9144012" cy="5203793"/>
            <a:chOff x="-12" y="5"/>
            <a:chExt cx="9144012" cy="5203793"/>
          </a:xfrm>
        </p:grpSpPr>
        <p:sp>
          <p:nvSpPr>
            <p:cNvPr id="458" name="Google Shape;458;p32"/>
            <p:cNvSpPr/>
            <p:nvPr/>
          </p:nvSpPr>
          <p:spPr>
            <a:xfrm>
              <a:off x="7589141" y="4360718"/>
              <a:ext cx="186673" cy="386357"/>
            </a:xfrm>
            <a:custGeom>
              <a:avLst/>
              <a:gdLst/>
              <a:ahLst/>
              <a:cxnLst/>
              <a:rect l="l" t="t" r="r" b="b"/>
              <a:pathLst>
                <a:path w="6442" h="13333" extrusionOk="0">
                  <a:moveTo>
                    <a:pt x="3221" y="1"/>
                  </a:moveTo>
                  <a:cubicBezTo>
                    <a:pt x="1442" y="1"/>
                    <a:pt x="0" y="1442"/>
                    <a:pt x="0" y="3221"/>
                  </a:cubicBezTo>
                  <a:lnTo>
                    <a:pt x="0" y="10112"/>
                  </a:lnTo>
                  <a:cubicBezTo>
                    <a:pt x="0" y="11890"/>
                    <a:pt x="1442" y="13332"/>
                    <a:pt x="3221" y="13332"/>
                  </a:cubicBezTo>
                  <a:cubicBezTo>
                    <a:pt x="4999" y="13332"/>
                    <a:pt x="6441" y="11890"/>
                    <a:pt x="6441" y="10112"/>
                  </a:cubicBezTo>
                  <a:lnTo>
                    <a:pt x="6441" y="3221"/>
                  </a:lnTo>
                  <a:cubicBezTo>
                    <a:pt x="6441" y="1442"/>
                    <a:pt x="4999" y="1"/>
                    <a:pt x="32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2"/>
            <p:cNvSpPr/>
            <p:nvPr/>
          </p:nvSpPr>
          <p:spPr>
            <a:xfrm>
              <a:off x="1208904" y="75498"/>
              <a:ext cx="280068" cy="280068"/>
            </a:xfrm>
            <a:custGeom>
              <a:avLst/>
              <a:gdLst/>
              <a:ahLst/>
              <a:cxnLst/>
              <a:rect l="l" t="t" r="r" b="b"/>
              <a:pathLst>
                <a:path w="9665" h="9665" extrusionOk="0">
                  <a:moveTo>
                    <a:pt x="4832" y="1"/>
                  </a:moveTo>
                  <a:cubicBezTo>
                    <a:pt x="3550" y="1"/>
                    <a:pt x="2321" y="510"/>
                    <a:pt x="1415" y="1416"/>
                  </a:cubicBezTo>
                  <a:cubicBezTo>
                    <a:pt x="509" y="2323"/>
                    <a:pt x="0" y="3551"/>
                    <a:pt x="0" y="4833"/>
                  </a:cubicBezTo>
                  <a:cubicBezTo>
                    <a:pt x="0" y="6114"/>
                    <a:pt x="509" y="7344"/>
                    <a:pt x="1415" y="8249"/>
                  </a:cubicBezTo>
                  <a:cubicBezTo>
                    <a:pt x="2321" y="9156"/>
                    <a:pt x="3550" y="9665"/>
                    <a:pt x="4832" y="9665"/>
                  </a:cubicBezTo>
                  <a:cubicBezTo>
                    <a:pt x="6114" y="9665"/>
                    <a:pt x="7342" y="9156"/>
                    <a:pt x="8249" y="8249"/>
                  </a:cubicBezTo>
                  <a:cubicBezTo>
                    <a:pt x="9155" y="7344"/>
                    <a:pt x="9664" y="6114"/>
                    <a:pt x="9664" y="4833"/>
                  </a:cubicBezTo>
                  <a:cubicBezTo>
                    <a:pt x="9664" y="3551"/>
                    <a:pt x="9155" y="2323"/>
                    <a:pt x="8249" y="1416"/>
                  </a:cubicBezTo>
                  <a:cubicBezTo>
                    <a:pt x="7342" y="510"/>
                    <a:pt x="6114" y="1"/>
                    <a:pt x="48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2"/>
            <p:cNvSpPr/>
            <p:nvPr/>
          </p:nvSpPr>
          <p:spPr>
            <a:xfrm>
              <a:off x="8250132" y="2542141"/>
              <a:ext cx="347730" cy="370217"/>
            </a:xfrm>
            <a:custGeom>
              <a:avLst/>
              <a:gdLst/>
              <a:ahLst/>
              <a:cxnLst/>
              <a:rect l="l" t="t" r="r" b="b"/>
              <a:pathLst>
                <a:path w="12000" h="12776" extrusionOk="0">
                  <a:moveTo>
                    <a:pt x="781" y="0"/>
                  </a:moveTo>
                  <a:cubicBezTo>
                    <a:pt x="350" y="0"/>
                    <a:pt x="0" y="350"/>
                    <a:pt x="0" y="781"/>
                  </a:cubicBezTo>
                  <a:cubicBezTo>
                    <a:pt x="0" y="1213"/>
                    <a:pt x="350" y="1563"/>
                    <a:pt x="781" y="1563"/>
                  </a:cubicBezTo>
                  <a:lnTo>
                    <a:pt x="7161" y="1563"/>
                  </a:lnTo>
                  <a:cubicBezTo>
                    <a:pt x="8968" y="1563"/>
                    <a:pt x="10440" y="3033"/>
                    <a:pt x="10440" y="4842"/>
                  </a:cubicBezTo>
                  <a:cubicBezTo>
                    <a:pt x="10440" y="6650"/>
                    <a:pt x="8968" y="8121"/>
                    <a:pt x="7161" y="8121"/>
                  </a:cubicBezTo>
                  <a:lnTo>
                    <a:pt x="2329" y="8121"/>
                  </a:lnTo>
                  <a:cubicBezTo>
                    <a:pt x="1045" y="8121"/>
                    <a:pt x="1" y="9165"/>
                    <a:pt x="1" y="10448"/>
                  </a:cubicBezTo>
                  <a:cubicBezTo>
                    <a:pt x="1" y="11730"/>
                    <a:pt x="1045" y="12775"/>
                    <a:pt x="2329" y="12775"/>
                  </a:cubicBezTo>
                  <a:lnTo>
                    <a:pt x="7161" y="12775"/>
                  </a:lnTo>
                  <a:cubicBezTo>
                    <a:pt x="7591" y="12775"/>
                    <a:pt x="7941" y="12425"/>
                    <a:pt x="7941" y="11994"/>
                  </a:cubicBezTo>
                  <a:cubicBezTo>
                    <a:pt x="7941" y="11563"/>
                    <a:pt x="7591" y="11213"/>
                    <a:pt x="7161" y="11213"/>
                  </a:cubicBezTo>
                  <a:lnTo>
                    <a:pt x="2329" y="11213"/>
                  </a:lnTo>
                  <a:cubicBezTo>
                    <a:pt x="1905" y="11213"/>
                    <a:pt x="1561" y="10868"/>
                    <a:pt x="1561" y="10446"/>
                  </a:cubicBezTo>
                  <a:cubicBezTo>
                    <a:pt x="1561" y="10023"/>
                    <a:pt x="1906" y="9680"/>
                    <a:pt x="2329" y="9680"/>
                  </a:cubicBezTo>
                  <a:lnTo>
                    <a:pt x="7161" y="9680"/>
                  </a:lnTo>
                  <a:cubicBezTo>
                    <a:pt x="9830" y="9680"/>
                    <a:pt x="12000" y="7509"/>
                    <a:pt x="12000" y="4840"/>
                  </a:cubicBezTo>
                  <a:cubicBezTo>
                    <a:pt x="12000" y="2172"/>
                    <a:pt x="9830" y="0"/>
                    <a:pt x="7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2"/>
            <p:cNvSpPr/>
            <p:nvPr/>
          </p:nvSpPr>
          <p:spPr>
            <a:xfrm>
              <a:off x="-12" y="1970685"/>
              <a:ext cx="237123" cy="237123"/>
            </a:xfrm>
            <a:custGeom>
              <a:avLst/>
              <a:gdLst/>
              <a:ahLst/>
              <a:cxnLst/>
              <a:rect l="l" t="t" r="r" b="b"/>
              <a:pathLst>
                <a:path w="8183" h="8183" extrusionOk="0">
                  <a:moveTo>
                    <a:pt x="0" y="0"/>
                  </a:moveTo>
                  <a:lnTo>
                    <a:pt x="0" y="8183"/>
                  </a:lnTo>
                  <a:lnTo>
                    <a:pt x="4091" y="8183"/>
                  </a:lnTo>
                  <a:cubicBezTo>
                    <a:pt x="6350" y="8183"/>
                    <a:pt x="8182" y="6351"/>
                    <a:pt x="8182" y="4091"/>
                  </a:cubicBezTo>
                  <a:cubicBezTo>
                    <a:pt x="8182" y="1832"/>
                    <a:pt x="6351" y="0"/>
                    <a:pt x="40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2"/>
            <p:cNvSpPr/>
            <p:nvPr/>
          </p:nvSpPr>
          <p:spPr>
            <a:xfrm>
              <a:off x="7691881" y="298970"/>
              <a:ext cx="401686" cy="241035"/>
            </a:xfrm>
            <a:custGeom>
              <a:avLst/>
              <a:gdLst/>
              <a:ahLst/>
              <a:cxnLst/>
              <a:rect l="l" t="t" r="r" b="b"/>
              <a:pathLst>
                <a:path w="13862" h="8318" extrusionOk="0">
                  <a:moveTo>
                    <a:pt x="6931" y="1"/>
                  </a:moveTo>
                  <a:cubicBezTo>
                    <a:pt x="3103" y="1"/>
                    <a:pt x="0" y="3103"/>
                    <a:pt x="0" y="6932"/>
                  </a:cubicBezTo>
                  <a:lnTo>
                    <a:pt x="0" y="8317"/>
                  </a:lnTo>
                  <a:lnTo>
                    <a:pt x="13861" y="8317"/>
                  </a:lnTo>
                  <a:lnTo>
                    <a:pt x="13861" y="6932"/>
                  </a:lnTo>
                  <a:cubicBezTo>
                    <a:pt x="13861" y="3103"/>
                    <a:pt x="10759" y="1"/>
                    <a:pt x="69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2"/>
            <p:cNvSpPr/>
            <p:nvPr/>
          </p:nvSpPr>
          <p:spPr>
            <a:xfrm>
              <a:off x="6565332" y="341048"/>
              <a:ext cx="172213" cy="156884"/>
            </a:xfrm>
            <a:custGeom>
              <a:avLst/>
              <a:gdLst/>
              <a:ahLst/>
              <a:cxnLst/>
              <a:rect l="l" t="t" r="r" b="b"/>
              <a:pathLst>
                <a:path w="5943" h="5414" extrusionOk="0">
                  <a:moveTo>
                    <a:pt x="2972" y="0"/>
                  </a:moveTo>
                  <a:cubicBezTo>
                    <a:pt x="2279" y="0"/>
                    <a:pt x="1587" y="264"/>
                    <a:pt x="1058" y="793"/>
                  </a:cubicBezTo>
                  <a:cubicBezTo>
                    <a:pt x="1" y="1850"/>
                    <a:pt x="1" y="3563"/>
                    <a:pt x="1058" y="4620"/>
                  </a:cubicBezTo>
                  <a:cubicBezTo>
                    <a:pt x="1587" y="5149"/>
                    <a:pt x="2279" y="5413"/>
                    <a:pt x="2972" y="5413"/>
                  </a:cubicBezTo>
                  <a:cubicBezTo>
                    <a:pt x="3664" y="5413"/>
                    <a:pt x="4357" y="5149"/>
                    <a:pt x="4885" y="4620"/>
                  </a:cubicBezTo>
                  <a:cubicBezTo>
                    <a:pt x="5943" y="3563"/>
                    <a:pt x="5943" y="1850"/>
                    <a:pt x="4885" y="793"/>
                  </a:cubicBezTo>
                  <a:cubicBezTo>
                    <a:pt x="4357" y="264"/>
                    <a:pt x="3664" y="0"/>
                    <a:pt x="29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2"/>
            <p:cNvSpPr/>
            <p:nvPr/>
          </p:nvSpPr>
          <p:spPr>
            <a:xfrm>
              <a:off x="909919" y="5"/>
              <a:ext cx="9765" cy="1142409"/>
            </a:xfrm>
            <a:custGeom>
              <a:avLst/>
              <a:gdLst/>
              <a:ahLst/>
              <a:cxnLst/>
              <a:rect l="l" t="t" r="r" b="b"/>
              <a:pathLst>
                <a:path w="337" h="39424" extrusionOk="0">
                  <a:moveTo>
                    <a:pt x="1" y="1"/>
                  </a:moveTo>
                  <a:lnTo>
                    <a:pt x="1" y="39424"/>
                  </a:lnTo>
                  <a:lnTo>
                    <a:pt x="336" y="39424"/>
                  </a:lnTo>
                  <a:lnTo>
                    <a:pt x="3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2"/>
            <p:cNvSpPr/>
            <p:nvPr/>
          </p:nvSpPr>
          <p:spPr>
            <a:xfrm>
              <a:off x="331574" y="8"/>
              <a:ext cx="388414" cy="868832"/>
            </a:xfrm>
            <a:custGeom>
              <a:avLst/>
              <a:gdLst/>
              <a:ahLst/>
              <a:cxnLst/>
              <a:rect l="l" t="t" r="r" b="b"/>
              <a:pathLst>
                <a:path w="13404" h="29983" extrusionOk="0">
                  <a:moveTo>
                    <a:pt x="1" y="1"/>
                  </a:moveTo>
                  <a:lnTo>
                    <a:pt x="1" y="23281"/>
                  </a:lnTo>
                  <a:cubicBezTo>
                    <a:pt x="1" y="26981"/>
                    <a:pt x="3000" y="29982"/>
                    <a:pt x="6701" y="29982"/>
                  </a:cubicBezTo>
                  <a:cubicBezTo>
                    <a:pt x="10403" y="29982"/>
                    <a:pt x="13403" y="26983"/>
                    <a:pt x="13402" y="23281"/>
                  </a:cubicBezTo>
                  <a:lnTo>
                    <a:pt x="134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2"/>
            <p:cNvSpPr/>
            <p:nvPr/>
          </p:nvSpPr>
          <p:spPr>
            <a:xfrm>
              <a:off x="8265489" y="540005"/>
              <a:ext cx="878511" cy="599139"/>
            </a:xfrm>
            <a:custGeom>
              <a:avLst/>
              <a:gdLst/>
              <a:ahLst/>
              <a:cxnLst/>
              <a:rect l="l" t="t" r="r" b="b"/>
              <a:pathLst>
                <a:path w="30317" h="20676" extrusionOk="0">
                  <a:moveTo>
                    <a:pt x="29981" y="336"/>
                  </a:moveTo>
                  <a:lnTo>
                    <a:pt x="29981" y="20339"/>
                  </a:lnTo>
                  <a:lnTo>
                    <a:pt x="10337" y="20339"/>
                  </a:lnTo>
                  <a:cubicBezTo>
                    <a:pt x="8988" y="20339"/>
                    <a:pt x="7677" y="20073"/>
                    <a:pt x="6445" y="19552"/>
                  </a:cubicBezTo>
                  <a:cubicBezTo>
                    <a:pt x="5253" y="19048"/>
                    <a:pt x="4184" y="18327"/>
                    <a:pt x="3266" y="17408"/>
                  </a:cubicBezTo>
                  <a:cubicBezTo>
                    <a:pt x="2347" y="16489"/>
                    <a:pt x="1626" y="15421"/>
                    <a:pt x="1122" y="14229"/>
                  </a:cubicBezTo>
                  <a:cubicBezTo>
                    <a:pt x="601" y="12998"/>
                    <a:pt x="336" y="11687"/>
                    <a:pt x="336" y="10337"/>
                  </a:cubicBezTo>
                  <a:cubicBezTo>
                    <a:pt x="336" y="8987"/>
                    <a:pt x="601" y="7677"/>
                    <a:pt x="1122" y="6444"/>
                  </a:cubicBezTo>
                  <a:cubicBezTo>
                    <a:pt x="1627" y="5254"/>
                    <a:pt x="2347" y="4184"/>
                    <a:pt x="3266" y="3266"/>
                  </a:cubicBezTo>
                  <a:cubicBezTo>
                    <a:pt x="4184" y="2348"/>
                    <a:pt x="5253" y="1626"/>
                    <a:pt x="6445" y="1122"/>
                  </a:cubicBezTo>
                  <a:cubicBezTo>
                    <a:pt x="7677" y="601"/>
                    <a:pt x="8988" y="336"/>
                    <a:pt x="10337" y="336"/>
                  </a:cubicBezTo>
                  <a:close/>
                  <a:moveTo>
                    <a:pt x="10337" y="1"/>
                  </a:moveTo>
                  <a:cubicBezTo>
                    <a:pt x="8941" y="1"/>
                    <a:pt x="7589" y="273"/>
                    <a:pt x="6313" y="812"/>
                  </a:cubicBezTo>
                  <a:cubicBezTo>
                    <a:pt x="5082" y="1333"/>
                    <a:pt x="3977" y="2077"/>
                    <a:pt x="3027" y="3027"/>
                  </a:cubicBezTo>
                  <a:cubicBezTo>
                    <a:pt x="2078" y="3977"/>
                    <a:pt x="1333" y="5082"/>
                    <a:pt x="812" y="6313"/>
                  </a:cubicBezTo>
                  <a:cubicBezTo>
                    <a:pt x="274" y="7588"/>
                    <a:pt x="1" y="8942"/>
                    <a:pt x="1" y="10337"/>
                  </a:cubicBezTo>
                  <a:cubicBezTo>
                    <a:pt x="1" y="11734"/>
                    <a:pt x="273" y="13086"/>
                    <a:pt x="812" y="14362"/>
                  </a:cubicBezTo>
                  <a:cubicBezTo>
                    <a:pt x="1333" y="15592"/>
                    <a:pt x="2077" y="16697"/>
                    <a:pt x="3027" y="17647"/>
                  </a:cubicBezTo>
                  <a:cubicBezTo>
                    <a:pt x="3977" y="18596"/>
                    <a:pt x="5082" y="19342"/>
                    <a:pt x="6313" y="19862"/>
                  </a:cubicBezTo>
                  <a:cubicBezTo>
                    <a:pt x="7589" y="20400"/>
                    <a:pt x="8942" y="20674"/>
                    <a:pt x="10337" y="20674"/>
                  </a:cubicBezTo>
                  <a:lnTo>
                    <a:pt x="10337" y="20675"/>
                  </a:lnTo>
                  <a:lnTo>
                    <a:pt x="30317" y="20675"/>
                  </a:lnTo>
                  <a:lnTo>
                    <a:pt x="30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7" name="Google Shape;467;p32"/>
            <p:cNvGrpSpPr/>
            <p:nvPr/>
          </p:nvGrpSpPr>
          <p:grpSpPr>
            <a:xfrm>
              <a:off x="231110" y="3904749"/>
              <a:ext cx="977788" cy="1238759"/>
              <a:chOff x="227223" y="1681074"/>
              <a:chExt cx="977788" cy="1238759"/>
            </a:xfrm>
          </p:grpSpPr>
          <p:sp>
            <p:nvSpPr>
              <p:cNvPr id="468" name="Google Shape;468;p32"/>
              <p:cNvSpPr/>
              <p:nvPr/>
            </p:nvSpPr>
            <p:spPr>
              <a:xfrm>
                <a:off x="283700" y="1737638"/>
                <a:ext cx="864805" cy="1168054"/>
              </a:xfrm>
              <a:custGeom>
                <a:avLst/>
                <a:gdLst/>
                <a:ahLst/>
                <a:cxnLst/>
                <a:rect l="l" t="t" r="r" b="b"/>
                <a:pathLst>
                  <a:path w="29844" h="40309" extrusionOk="0">
                    <a:moveTo>
                      <a:pt x="14922" y="0"/>
                    </a:moveTo>
                    <a:cubicBezTo>
                      <a:pt x="6694" y="0"/>
                      <a:pt x="0" y="6694"/>
                      <a:pt x="0" y="14921"/>
                    </a:cubicBezTo>
                    <a:lnTo>
                      <a:pt x="0" y="40308"/>
                    </a:lnTo>
                    <a:lnTo>
                      <a:pt x="976" y="40308"/>
                    </a:lnTo>
                    <a:lnTo>
                      <a:pt x="976" y="14921"/>
                    </a:lnTo>
                    <a:cubicBezTo>
                      <a:pt x="976" y="7232"/>
                      <a:pt x="7233" y="976"/>
                      <a:pt x="14923" y="976"/>
                    </a:cubicBezTo>
                    <a:cubicBezTo>
                      <a:pt x="22612" y="976"/>
                      <a:pt x="28868" y="7232"/>
                      <a:pt x="28868" y="14921"/>
                    </a:cubicBezTo>
                    <a:lnTo>
                      <a:pt x="28868" y="40308"/>
                    </a:lnTo>
                    <a:lnTo>
                      <a:pt x="29843" y="40308"/>
                    </a:lnTo>
                    <a:lnTo>
                      <a:pt x="29843" y="14921"/>
                    </a:lnTo>
                    <a:cubicBezTo>
                      <a:pt x="29843" y="6694"/>
                      <a:pt x="23149" y="0"/>
                      <a:pt x="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2"/>
              <p:cNvSpPr/>
              <p:nvPr/>
            </p:nvSpPr>
            <p:spPr>
              <a:xfrm>
                <a:off x="227223" y="1681074"/>
                <a:ext cx="977788" cy="1238759"/>
              </a:xfrm>
              <a:custGeom>
                <a:avLst/>
                <a:gdLst/>
                <a:ahLst/>
                <a:cxnLst/>
                <a:rect l="l" t="t" r="r" b="b"/>
                <a:pathLst>
                  <a:path w="33743" h="42749" extrusionOk="0">
                    <a:moveTo>
                      <a:pt x="16871" y="976"/>
                    </a:moveTo>
                    <a:cubicBezTo>
                      <a:pt x="25637" y="976"/>
                      <a:pt x="32767" y="8108"/>
                      <a:pt x="32767" y="16873"/>
                    </a:cubicBezTo>
                    <a:lnTo>
                      <a:pt x="32767" y="41773"/>
                    </a:lnTo>
                    <a:lnTo>
                      <a:pt x="29841" y="41773"/>
                    </a:lnTo>
                    <a:lnTo>
                      <a:pt x="29841" y="16873"/>
                    </a:lnTo>
                    <a:cubicBezTo>
                      <a:pt x="29841" y="9721"/>
                      <a:pt x="24022" y="3903"/>
                      <a:pt x="16871" y="3903"/>
                    </a:cubicBezTo>
                    <a:cubicBezTo>
                      <a:pt x="9719" y="3903"/>
                      <a:pt x="3901" y="9721"/>
                      <a:pt x="3901" y="16873"/>
                    </a:cubicBezTo>
                    <a:lnTo>
                      <a:pt x="3901" y="41773"/>
                    </a:lnTo>
                    <a:lnTo>
                      <a:pt x="976" y="41773"/>
                    </a:lnTo>
                    <a:lnTo>
                      <a:pt x="976" y="16873"/>
                    </a:lnTo>
                    <a:cubicBezTo>
                      <a:pt x="976" y="8109"/>
                      <a:pt x="8104" y="976"/>
                      <a:pt x="16871" y="976"/>
                    </a:cubicBezTo>
                    <a:close/>
                    <a:moveTo>
                      <a:pt x="16872" y="1"/>
                    </a:moveTo>
                    <a:cubicBezTo>
                      <a:pt x="7567" y="1"/>
                      <a:pt x="0" y="7571"/>
                      <a:pt x="0" y="16873"/>
                    </a:cubicBezTo>
                    <a:lnTo>
                      <a:pt x="0" y="42746"/>
                    </a:lnTo>
                    <a:lnTo>
                      <a:pt x="4877" y="42746"/>
                    </a:lnTo>
                    <a:lnTo>
                      <a:pt x="4877" y="16873"/>
                    </a:lnTo>
                    <a:cubicBezTo>
                      <a:pt x="4877" y="10258"/>
                      <a:pt x="10256" y="4878"/>
                      <a:pt x="16870" y="4878"/>
                    </a:cubicBezTo>
                    <a:cubicBezTo>
                      <a:pt x="23485" y="4878"/>
                      <a:pt x="28865" y="10258"/>
                      <a:pt x="28865" y="16873"/>
                    </a:cubicBezTo>
                    <a:lnTo>
                      <a:pt x="28865" y="42748"/>
                    </a:lnTo>
                    <a:lnTo>
                      <a:pt x="33743" y="42748"/>
                    </a:lnTo>
                    <a:lnTo>
                      <a:pt x="33743" y="16873"/>
                    </a:lnTo>
                    <a:cubicBezTo>
                      <a:pt x="33743" y="7571"/>
                      <a:pt x="26176" y="1"/>
                      <a:pt x="16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0" name="Google Shape;470;p32"/>
            <p:cNvSpPr/>
            <p:nvPr/>
          </p:nvSpPr>
          <p:spPr>
            <a:xfrm>
              <a:off x="8419124" y="4145710"/>
              <a:ext cx="9765" cy="1011720"/>
            </a:xfrm>
            <a:custGeom>
              <a:avLst/>
              <a:gdLst/>
              <a:ahLst/>
              <a:cxnLst/>
              <a:rect l="l" t="t" r="r" b="b"/>
              <a:pathLst>
                <a:path w="337" h="34914" extrusionOk="0">
                  <a:moveTo>
                    <a:pt x="1" y="0"/>
                  </a:moveTo>
                  <a:lnTo>
                    <a:pt x="1" y="34914"/>
                  </a:lnTo>
                  <a:lnTo>
                    <a:pt x="336" y="34914"/>
                  </a:lnTo>
                  <a:lnTo>
                    <a:pt x="3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2"/>
            <p:cNvSpPr/>
            <p:nvPr/>
          </p:nvSpPr>
          <p:spPr>
            <a:xfrm>
              <a:off x="4567162" y="4666294"/>
              <a:ext cx="9331" cy="537504"/>
            </a:xfrm>
            <a:custGeom>
              <a:avLst/>
              <a:gdLst/>
              <a:ahLst/>
              <a:cxnLst/>
              <a:rect l="l" t="t" r="r" b="b"/>
              <a:pathLst>
                <a:path w="322" h="18549" extrusionOk="0">
                  <a:moveTo>
                    <a:pt x="1" y="1"/>
                  </a:moveTo>
                  <a:lnTo>
                    <a:pt x="1" y="18548"/>
                  </a:lnTo>
                  <a:lnTo>
                    <a:pt x="322" y="18548"/>
                  </a:lnTo>
                  <a:lnTo>
                    <a:pt x="3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472"/>
        <p:cNvGrpSpPr/>
        <p:nvPr/>
      </p:nvGrpSpPr>
      <p:grpSpPr>
        <a:xfrm>
          <a:off x="0" y="0"/>
          <a:ext cx="0" cy="0"/>
          <a:chOff x="0" y="0"/>
          <a:chExt cx="0" cy="0"/>
        </a:xfrm>
      </p:grpSpPr>
      <p:grpSp>
        <p:nvGrpSpPr>
          <p:cNvPr id="473" name="Google Shape;473;p33"/>
          <p:cNvGrpSpPr/>
          <p:nvPr/>
        </p:nvGrpSpPr>
        <p:grpSpPr>
          <a:xfrm>
            <a:off x="294215" y="8"/>
            <a:ext cx="8849795" cy="5143500"/>
            <a:chOff x="294215" y="8"/>
            <a:chExt cx="8849795" cy="5143500"/>
          </a:xfrm>
        </p:grpSpPr>
        <p:sp>
          <p:nvSpPr>
            <p:cNvPr id="474" name="Google Shape;474;p33"/>
            <p:cNvSpPr/>
            <p:nvPr/>
          </p:nvSpPr>
          <p:spPr>
            <a:xfrm>
              <a:off x="8542695" y="3101316"/>
              <a:ext cx="347730" cy="370217"/>
            </a:xfrm>
            <a:custGeom>
              <a:avLst/>
              <a:gdLst/>
              <a:ahLst/>
              <a:cxnLst/>
              <a:rect l="l" t="t" r="r" b="b"/>
              <a:pathLst>
                <a:path w="12000" h="12776" extrusionOk="0">
                  <a:moveTo>
                    <a:pt x="781" y="0"/>
                  </a:moveTo>
                  <a:cubicBezTo>
                    <a:pt x="350" y="0"/>
                    <a:pt x="0" y="350"/>
                    <a:pt x="0" y="781"/>
                  </a:cubicBezTo>
                  <a:cubicBezTo>
                    <a:pt x="0" y="1213"/>
                    <a:pt x="350" y="1563"/>
                    <a:pt x="781" y="1563"/>
                  </a:cubicBezTo>
                  <a:lnTo>
                    <a:pt x="7161" y="1563"/>
                  </a:lnTo>
                  <a:cubicBezTo>
                    <a:pt x="8968" y="1563"/>
                    <a:pt x="10440" y="3033"/>
                    <a:pt x="10440" y="4842"/>
                  </a:cubicBezTo>
                  <a:cubicBezTo>
                    <a:pt x="10440" y="6650"/>
                    <a:pt x="8968" y="8121"/>
                    <a:pt x="7161" y="8121"/>
                  </a:cubicBezTo>
                  <a:lnTo>
                    <a:pt x="2329" y="8121"/>
                  </a:lnTo>
                  <a:cubicBezTo>
                    <a:pt x="1045" y="8121"/>
                    <a:pt x="1" y="9165"/>
                    <a:pt x="1" y="10448"/>
                  </a:cubicBezTo>
                  <a:cubicBezTo>
                    <a:pt x="1" y="11730"/>
                    <a:pt x="1045" y="12775"/>
                    <a:pt x="2329" y="12775"/>
                  </a:cubicBezTo>
                  <a:lnTo>
                    <a:pt x="7161" y="12775"/>
                  </a:lnTo>
                  <a:cubicBezTo>
                    <a:pt x="7591" y="12775"/>
                    <a:pt x="7941" y="12425"/>
                    <a:pt x="7941" y="11994"/>
                  </a:cubicBezTo>
                  <a:cubicBezTo>
                    <a:pt x="7941" y="11563"/>
                    <a:pt x="7591" y="11213"/>
                    <a:pt x="7161" y="11213"/>
                  </a:cubicBezTo>
                  <a:lnTo>
                    <a:pt x="2329" y="11213"/>
                  </a:lnTo>
                  <a:cubicBezTo>
                    <a:pt x="1905" y="11213"/>
                    <a:pt x="1561" y="10868"/>
                    <a:pt x="1561" y="10446"/>
                  </a:cubicBezTo>
                  <a:cubicBezTo>
                    <a:pt x="1561" y="10023"/>
                    <a:pt x="1906" y="9680"/>
                    <a:pt x="2329" y="9680"/>
                  </a:cubicBezTo>
                  <a:lnTo>
                    <a:pt x="7161" y="9680"/>
                  </a:lnTo>
                  <a:cubicBezTo>
                    <a:pt x="9830" y="9680"/>
                    <a:pt x="12000" y="7509"/>
                    <a:pt x="12000" y="4840"/>
                  </a:cubicBezTo>
                  <a:cubicBezTo>
                    <a:pt x="12000" y="2172"/>
                    <a:pt x="9830" y="0"/>
                    <a:pt x="7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3"/>
            <p:cNvSpPr/>
            <p:nvPr/>
          </p:nvSpPr>
          <p:spPr>
            <a:xfrm>
              <a:off x="5476399" y="8"/>
              <a:ext cx="388414" cy="868832"/>
            </a:xfrm>
            <a:custGeom>
              <a:avLst/>
              <a:gdLst/>
              <a:ahLst/>
              <a:cxnLst/>
              <a:rect l="l" t="t" r="r" b="b"/>
              <a:pathLst>
                <a:path w="13404" h="29983" extrusionOk="0">
                  <a:moveTo>
                    <a:pt x="1" y="1"/>
                  </a:moveTo>
                  <a:lnTo>
                    <a:pt x="1" y="23281"/>
                  </a:lnTo>
                  <a:cubicBezTo>
                    <a:pt x="1" y="26981"/>
                    <a:pt x="3000" y="29982"/>
                    <a:pt x="6701" y="29982"/>
                  </a:cubicBezTo>
                  <a:cubicBezTo>
                    <a:pt x="10403" y="29982"/>
                    <a:pt x="13403" y="26983"/>
                    <a:pt x="13402" y="23281"/>
                  </a:cubicBezTo>
                  <a:lnTo>
                    <a:pt x="134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6" name="Google Shape;476;p33"/>
            <p:cNvGrpSpPr/>
            <p:nvPr/>
          </p:nvGrpSpPr>
          <p:grpSpPr>
            <a:xfrm>
              <a:off x="8166223" y="3904749"/>
              <a:ext cx="977788" cy="1238759"/>
              <a:chOff x="227223" y="1681074"/>
              <a:chExt cx="977788" cy="1238759"/>
            </a:xfrm>
          </p:grpSpPr>
          <p:sp>
            <p:nvSpPr>
              <p:cNvPr id="477" name="Google Shape;477;p33"/>
              <p:cNvSpPr/>
              <p:nvPr/>
            </p:nvSpPr>
            <p:spPr>
              <a:xfrm>
                <a:off x="283700" y="1737638"/>
                <a:ext cx="864805" cy="1168054"/>
              </a:xfrm>
              <a:custGeom>
                <a:avLst/>
                <a:gdLst/>
                <a:ahLst/>
                <a:cxnLst/>
                <a:rect l="l" t="t" r="r" b="b"/>
                <a:pathLst>
                  <a:path w="29844" h="40309" extrusionOk="0">
                    <a:moveTo>
                      <a:pt x="14922" y="0"/>
                    </a:moveTo>
                    <a:cubicBezTo>
                      <a:pt x="6694" y="0"/>
                      <a:pt x="0" y="6694"/>
                      <a:pt x="0" y="14921"/>
                    </a:cubicBezTo>
                    <a:lnTo>
                      <a:pt x="0" y="40308"/>
                    </a:lnTo>
                    <a:lnTo>
                      <a:pt x="976" y="40308"/>
                    </a:lnTo>
                    <a:lnTo>
                      <a:pt x="976" y="14921"/>
                    </a:lnTo>
                    <a:cubicBezTo>
                      <a:pt x="976" y="7232"/>
                      <a:pt x="7233" y="976"/>
                      <a:pt x="14923" y="976"/>
                    </a:cubicBezTo>
                    <a:cubicBezTo>
                      <a:pt x="22612" y="976"/>
                      <a:pt x="28868" y="7232"/>
                      <a:pt x="28868" y="14921"/>
                    </a:cubicBezTo>
                    <a:lnTo>
                      <a:pt x="28868" y="40308"/>
                    </a:lnTo>
                    <a:lnTo>
                      <a:pt x="29843" y="40308"/>
                    </a:lnTo>
                    <a:lnTo>
                      <a:pt x="29843" y="14921"/>
                    </a:lnTo>
                    <a:cubicBezTo>
                      <a:pt x="29843" y="6694"/>
                      <a:pt x="23149" y="0"/>
                      <a:pt x="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3"/>
              <p:cNvSpPr/>
              <p:nvPr/>
            </p:nvSpPr>
            <p:spPr>
              <a:xfrm>
                <a:off x="227223" y="1681074"/>
                <a:ext cx="977788" cy="1238759"/>
              </a:xfrm>
              <a:custGeom>
                <a:avLst/>
                <a:gdLst/>
                <a:ahLst/>
                <a:cxnLst/>
                <a:rect l="l" t="t" r="r" b="b"/>
                <a:pathLst>
                  <a:path w="33743" h="42749" extrusionOk="0">
                    <a:moveTo>
                      <a:pt x="16871" y="976"/>
                    </a:moveTo>
                    <a:cubicBezTo>
                      <a:pt x="25637" y="976"/>
                      <a:pt x="32767" y="8108"/>
                      <a:pt x="32767" y="16873"/>
                    </a:cubicBezTo>
                    <a:lnTo>
                      <a:pt x="32767" y="41773"/>
                    </a:lnTo>
                    <a:lnTo>
                      <a:pt x="29841" y="41773"/>
                    </a:lnTo>
                    <a:lnTo>
                      <a:pt x="29841" y="16873"/>
                    </a:lnTo>
                    <a:cubicBezTo>
                      <a:pt x="29841" y="9721"/>
                      <a:pt x="24022" y="3903"/>
                      <a:pt x="16871" y="3903"/>
                    </a:cubicBezTo>
                    <a:cubicBezTo>
                      <a:pt x="9719" y="3903"/>
                      <a:pt x="3901" y="9721"/>
                      <a:pt x="3901" y="16873"/>
                    </a:cubicBezTo>
                    <a:lnTo>
                      <a:pt x="3901" y="41773"/>
                    </a:lnTo>
                    <a:lnTo>
                      <a:pt x="976" y="41773"/>
                    </a:lnTo>
                    <a:lnTo>
                      <a:pt x="976" y="16873"/>
                    </a:lnTo>
                    <a:cubicBezTo>
                      <a:pt x="976" y="8109"/>
                      <a:pt x="8104" y="976"/>
                      <a:pt x="16871" y="976"/>
                    </a:cubicBezTo>
                    <a:close/>
                    <a:moveTo>
                      <a:pt x="16872" y="1"/>
                    </a:moveTo>
                    <a:cubicBezTo>
                      <a:pt x="7567" y="1"/>
                      <a:pt x="0" y="7571"/>
                      <a:pt x="0" y="16873"/>
                    </a:cubicBezTo>
                    <a:lnTo>
                      <a:pt x="0" y="42746"/>
                    </a:lnTo>
                    <a:lnTo>
                      <a:pt x="4877" y="42746"/>
                    </a:lnTo>
                    <a:lnTo>
                      <a:pt x="4877" y="16873"/>
                    </a:lnTo>
                    <a:cubicBezTo>
                      <a:pt x="4877" y="10258"/>
                      <a:pt x="10256" y="4878"/>
                      <a:pt x="16870" y="4878"/>
                    </a:cubicBezTo>
                    <a:cubicBezTo>
                      <a:pt x="23485" y="4878"/>
                      <a:pt x="28865" y="10258"/>
                      <a:pt x="28865" y="16873"/>
                    </a:cubicBezTo>
                    <a:lnTo>
                      <a:pt x="28865" y="42748"/>
                    </a:lnTo>
                    <a:lnTo>
                      <a:pt x="33743" y="42748"/>
                    </a:lnTo>
                    <a:lnTo>
                      <a:pt x="33743" y="16873"/>
                    </a:lnTo>
                    <a:cubicBezTo>
                      <a:pt x="33743" y="7571"/>
                      <a:pt x="26176" y="1"/>
                      <a:pt x="16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9" name="Google Shape;479;p33"/>
            <p:cNvSpPr/>
            <p:nvPr/>
          </p:nvSpPr>
          <p:spPr>
            <a:xfrm>
              <a:off x="6866672" y="4759916"/>
              <a:ext cx="639331" cy="383575"/>
            </a:xfrm>
            <a:custGeom>
              <a:avLst/>
              <a:gdLst/>
              <a:ahLst/>
              <a:cxnLst/>
              <a:rect l="l" t="t" r="r" b="b"/>
              <a:pathLst>
                <a:path w="22063" h="13237" extrusionOk="0">
                  <a:moveTo>
                    <a:pt x="11031" y="0"/>
                  </a:moveTo>
                  <a:cubicBezTo>
                    <a:pt x="4940" y="0"/>
                    <a:pt x="0" y="4939"/>
                    <a:pt x="0" y="11030"/>
                  </a:cubicBezTo>
                  <a:lnTo>
                    <a:pt x="0" y="13237"/>
                  </a:lnTo>
                  <a:lnTo>
                    <a:pt x="22062" y="13237"/>
                  </a:lnTo>
                  <a:lnTo>
                    <a:pt x="22062" y="11030"/>
                  </a:lnTo>
                  <a:cubicBezTo>
                    <a:pt x="22062" y="4939"/>
                    <a:pt x="17123" y="0"/>
                    <a:pt x="110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3"/>
            <p:cNvSpPr/>
            <p:nvPr/>
          </p:nvSpPr>
          <p:spPr>
            <a:xfrm>
              <a:off x="362436" y="10"/>
              <a:ext cx="9765" cy="1011720"/>
            </a:xfrm>
            <a:custGeom>
              <a:avLst/>
              <a:gdLst/>
              <a:ahLst/>
              <a:cxnLst/>
              <a:rect l="l" t="t" r="r" b="b"/>
              <a:pathLst>
                <a:path w="337" h="34914" extrusionOk="0">
                  <a:moveTo>
                    <a:pt x="1" y="0"/>
                  </a:moveTo>
                  <a:lnTo>
                    <a:pt x="1" y="34914"/>
                  </a:lnTo>
                  <a:lnTo>
                    <a:pt x="336" y="34914"/>
                  </a:lnTo>
                  <a:lnTo>
                    <a:pt x="3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3"/>
            <p:cNvSpPr/>
            <p:nvPr/>
          </p:nvSpPr>
          <p:spPr>
            <a:xfrm>
              <a:off x="294215" y="2408778"/>
              <a:ext cx="146191" cy="427273"/>
            </a:xfrm>
            <a:custGeom>
              <a:avLst/>
              <a:gdLst/>
              <a:ahLst/>
              <a:cxnLst/>
              <a:rect l="l" t="t" r="r" b="b"/>
              <a:pathLst>
                <a:path w="5045" h="14745" extrusionOk="0">
                  <a:moveTo>
                    <a:pt x="2523" y="1"/>
                  </a:moveTo>
                  <a:cubicBezTo>
                    <a:pt x="1130" y="1"/>
                    <a:pt x="1" y="1130"/>
                    <a:pt x="1" y="2523"/>
                  </a:cubicBezTo>
                  <a:cubicBezTo>
                    <a:pt x="1" y="3723"/>
                    <a:pt x="840" y="4724"/>
                    <a:pt x="1962" y="4980"/>
                  </a:cubicBezTo>
                  <a:cubicBezTo>
                    <a:pt x="840" y="5235"/>
                    <a:pt x="1" y="6237"/>
                    <a:pt x="1" y="7438"/>
                  </a:cubicBezTo>
                  <a:cubicBezTo>
                    <a:pt x="1" y="8552"/>
                    <a:pt x="727" y="9497"/>
                    <a:pt x="1729" y="9830"/>
                  </a:cubicBezTo>
                  <a:cubicBezTo>
                    <a:pt x="725" y="10163"/>
                    <a:pt x="1" y="11107"/>
                    <a:pt x="1" y="12222"/>
                  </a:cubicBezTo>
                  <a:cubicBezTo>
                    <a:pt x="1" y="13615"/>
                    <a:pt x="1130" y="14744"/>
                    <a:pt x="2523" y="14744"/>
                  </a:cubicBezTo>
                  <a:cubicBezTo>
                    <a:pt x="3915" y="14744"/>
                    <a:pt x="5044" y="13615"/>
                    <a:pt x="5044" y="12222"/>
                  </a:cubicBezTo>
                  <a:cubicBezTo>
                    <a:pt x="5044" y="11107"/>
                    <a:pt x="4320" y="10162"/>
                    <a:pt x="3316" y="9830"/>
                  </a:cubicBezTo>
                  <a:cubicBezTo>
                    <a:pt x="4320" y="9497"/>
                    <a:pt x="5044" y="8553"/>
                    <a:pt x="5044" y="7438"/>
                  </a:cubicBezTo>
                  <a:cubicBezTo>
                    <a:pt x="5044" y="6237"/>
                    <a:pt x="4206" y="5235"/>
                    <a:pt x="3083" y="4980"/>
                  </a:cubicBezTo>
                  <a:cubicBezTo>
                    <a:pt x="4206" y="4724"/>
                    <a:pt x="5044" y="3723"/>
                    <a:pt x="5044" y="2523"/>
                  </a:cubicBezTo>
                  <a:cubicBezTo>
                    <a:pt x="5044" y="1130"/>
                    <a:pt x="3915" y="1"/>
                    <a:pt x="25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3"/>
            <p:cNvSpPr/>
            <p:nvPr/>
          </p:nvSpPr>
          <p:spPr>
            <a:xfrm>
              <a:off x="362649" y="4603494"/>
              <a:ext cx="9331" cy="537504"/>
            </a:xfrm>
            <a:custGeom>
              <a:avLst/>
              <a:gdLst/>
              <a:ahLst/>
              <a:cxnLst/>
              <a:rect l="l" t="t" r="r" b="b"/>
              <a:pathLst>
                <a:path w="322" h="18549" extrusionOk="0">
                  <a:moveTo>
                    <a:pt x="1" y="1"/>
                  </a:moveTo>
                  <a:lnTo>
                    <a:pt x="1" y="18548"/>
                  </a:lnTo>
                  <a:lnTo>
                    <a:pt x="322" y="18548"/>
                  </a:lnTo>
                  <a:lnTo>
                    <a:pt x="3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576021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600602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486"/>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487"/>
        <p:cNvGrpSpPr/>
        <p:nvPr/>
      </p:nvGrpSpPr>
      <p:grpSpPr>
        <a:xfrm>
          <a:off x="0" y="0"/>
          <a:ext cx="0" cy="0"/>
          <a:chOff x="0" y="0"/>
          <a:chExt cx="0" cy="0"/>
        </a:xfrm>
      </p:grpSpPr>
      <p:sp>
        <p:nvSpPr>
          <p:cNvPr id="488" name="Google Shape;488;p36"/>
          <p:cNvSpPr txBox="1">
            <a:spLocks noGrp="1"/>
          </p:cNvSpPr>
          <p:nvPr>
            <p:ph type="title"/>
          </p:nvPr>
        </p:nvSpPr>
        <p:spPr>
          <a:xfrm>
            <a:off x="716775"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3.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63800"/>
            <a:ext cx="7704000" cy="6345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Arima"/>
              <a:buNone/>
              <a:defRPr sz="3000" b="1">
                <a:solidFill>
                  <a:schemeClr val="dk1"/>
                </a:solidFill>
                <a:latin typeface="Arima"/>
                <a:ea typeface="Arima"/>
                <a:cs typeface="Arima"/>
                <a:sym typeface="Arima"/>
              </a:defRPr>
            </a:lvl1pPr>
            <a:lvl2pPr lvl="1" rtl="0">
              <a:spcBef>
                <a:spcPts val="0"/>
              </a:spcBef>
              <a:spcAft>
                <a:spcPts val="0"/>
              </a:spcAft>
              <a:buClr>
                <a:schemeClr val="dk1"/>
              </a:buClr>
              <a:buSzPts val="3000"/>
              <a:buFont typeface="Arima"/>
              <a:buNone/>
              <a:defRPr sz="3000" b="1">
                <a:solidFill>
                  <a:schemeClr val="dk1"/>
                </a:solidFill>
                <a:latin typeface="Arima"/>
                <a:ea typeface="Arima"/>
                <a:cs typeface="Arima"/>
                <a:sym typeface="Arima"/>
              </a:defRPr>
            </a:lvl2pPr>
            <a:lvl3pPr lvl="2" rtl="0">
              <a:spcBef>
                <a:spcPts val="0"/>
              </a:spcBef>
              <a:spcAft>
                <a:spcPts val="0"/>
              </a:spcAft>
              <a:buClr>
                <a:schemeClr val="dk1"/>
              </a:buClr>
              <a:buSzPts val="3000"/>
              <a:buFont typeface="Arima"/>
              <a:buNone/>
              <a:defRPr sz="3000" b="1">
                <a:solidFill>
                  <a:schemeClr val="dk1"/>
                </a:solidFill>
                <a:latin typeface="Arima"/>
                <a:ea typeface="Arima"/>
                <a:cs typeface="Arima"/>
                <a:sym typeface="Arima"/>
              </a:defRPr>
            </a:lvl3pPr>
            <a:lvl4pPr lvl="3" rtl="0">
              <a:spcBef>
                <a:spcPts val="0"/>
              </a:spcBef>
              <a:spcAft>
                <a:spcPts val="0"/>
              </a:spcAft>
              <a:buClr>
                <a:schemeClr val="dk1"/>
              </a:buClr>
              <a:buSzPts val="3000"/>
              <a:buFont typeface="Arima"/>
              <a:buNone/>
              <a:defRPr sz="3000" b="1">
                <a:solidFill>
                  <a:schemeClr val="dk1"/>
                </a:solidFill>
                <a:latin typeface="Arima"/>
                <a:ea typeface="Arima"/>
                <a:cs typeface="Arima"/>
                <a:sym typeface="Arima"/>
              </a:defRPr>
            </a:lvl4pPr>
            <a:lvl5pPr lvl="4" rtl="0">
              <a:spcBef>
                <a:spcPts val="0"/>
              </a:spcBef>
              <a:spcAft>
                <a:spcPts val="0"/>
              </a:spcAft>
              <a:buClr>
                <a:schemeClr val="dk1"/>
              </a:buClr>
              <a:buSzPts val="3000"/>
              <a:buFont typeface="Arima"/>
              <a:buNone/>
              <a:defRPr sz="3000" b="1">
                <a:solidFill>
                  <a:schemeClr val="dk1"/>
                </a:solidFill>
                <a:latin typeface="Arima"/>
                <a:ea typeface="Arima"/>
                <a:cs typeface="Arima"/>
                <a:sym typeface="Arima"/>
              </a:defRPr>
            </a:lvl5pPr>
            <a:lvl6pPr lvl="5" rtl="0">
              <a:spcBef>
                <a:spcPts val="0"/>
              </a:spcBef>
              <a:spcAft>
                <a:spcPts val="0"/>
              </a:spcAft>
              <a:buClr>
                <a:schemeClr val="dk1"/>
              </a:buClr>
              <a:buSzPts val="3000"/>
              <a:buFont typeface="Arima"/>
              <a:buNone/>
              <a:defRPr sz="3000" b="1">
                <a:solidFill>
                  <a:schemeClr val="dk1"/>
                </a:solidFill>
                <a:latin typeface="Arima"/>
                <a:ea typeface="Arima"/>
                <a:cs typeface="Arima"/>
                <a:sym typeface="Arima"/>
              </a:defRPr>
            </a:lvl6pPr>
            <a:lvl7pPr lvl="6" rtl="0">
              <a:spcBef>
                <a:spcPts val="0"/>
              </a:spcBef>
              <a:spcAft>
                <a:spcPts val="0"/>
              </a:spcAft>
              <a:buClr>
                <a:schemeClr val="dk1"/>
              </a:buClr>
              <a:buSzPts val="3000"/>
              <a:buFont typeface="Arima"/>
              <a:buNone/>
              <a:defRPr sz="3000" b="1">
                <a:solidFill>
                  <a:schemeClr val="dk1"/>
                </a:solidFill>
                <a:latin typeface="Arima"/>
                <a:ea typeface="Arima"/>
                <a:cs typeface="Arima"/>
                <a:sym typeface="Arima"/>
              </a:defRPr>
            </a:lvl7pPr>
            <a:lvl8pPr lvl="7" rtl="0">
              <a:spcBef>
                <a:spcPts val="0"/>
              </a:spcBef>
              <a:spcAft>
                <a:spcPts val="0"/>
              </a:spcAft>
              <a:buClr>
                <a:schemeClr val="dk1"/>
              </a:buClr>
              <a:buSzPts val="3000"/>
              <a:buFont typeface="Arima"/>
              <a:buNone/>
              <a:defRPr sz="3000" b="1">
                <a:solidFill>
                  <a:schemeClr val="dk1"/>
                </a:solidFill>
                <a:latin typeface="Arima"/>
                <a:ea typeface="Arima"/>
                <a:cs typeface="Arima"/>
                <a:sym typeface="Arima"/>
              </a:defRPr>
            </a:lvl8pPr>
            <a:lvl9pPr lvl="8" rtl="0">
              <a:spcBef>
                <a:spcPts val="0"/>
              </a:spcBef>
              <a:spcAft>
                <a:spcPts val="0"/>
              </a:spcAft>
              <a:buClr>
                <a:schemeClr val="dk1"/>
              </a:buClr>
              <a:buSzPts val="3000"/>
              <a:buFont typeface="Arima"/>
              <a:buNone/>
              <a:defRPr sz="3000" b="1">
                <a:solidFill>
                  <a:schemeClr val="dk1"/>
                </a:solidFill>
                <a:latin typeface="Arima"/>
                <a:ea typeface="Arima"/>
                <a:cs typeface="Arima"/>
                <a:sym typeface="Arima"/>
              </a:defRPr>
            </a:lvl9pPr>
          </a:lstStyle>
          <a:p>
            <a:endParaRPr/>
          </a:p>
        </p:txBody>
      </p:sp>
      <p:sp>
        <p:nvSpPr>
          <p:cNvPr id="7" name="Google Shape;7;p1"/>
          <p:cNvSpPr txBox="1">
            <a:spLocks noGrp="1"/>
          </p:cNvSpPr>
          <p:nvPr>
            <p:ph type="body" idx="1"/>
          </p:nvPr>
        </p:nvSpPr>
        <p:spPr>
          <a:xfrm>
            <a:off x="720000" y="1174500"/>
            <a:ext cx="7704000" cy="34290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1pPr>
            <a:lvl2pPr marL="914400" lvl="1"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2pPr>
            <a:lvl3pPr marL="1371600" lvl="2"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3pPr>
            <a:lvl4pPr marL="1828800" lvl="3"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4pPr>
            <a:lvl5pPr marL="2286000" lvl="4"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5pPr>
            <a:lvl6pPr marL="2743200" lvl="5"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6pPr>
            <a:lvl7pPr marL="3200400" lvl="6"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7pPr>
            <a:lvl8pPr marL="3657600" lvl="7"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8pPr>
            <a:lvl9pPr marL="4114800" lvl="8"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4" r:id="rId30"/>
    <p:sldLayoutId id="2147483685" r:id="rId3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483"/>
        <p:cNvGrpSpPr/>
        <p:nvPr/>
      </p:nvGrpSpPr>
      <p:grpSpPr>
        <a:xfrm>
          <a:off x="0" y="0"/>
          <a:ext cx="0" cy="0"/>
          <a:chOff x="0" y="0"/>
          <a:chExt cx="0" cy="0"/>
        </a:xfrm>
      </p:grpSpPr>
      <p:sp>
        <p:nvSpPr>
          <p:cNvPr id="484" name="Google Shape;484;p34"/>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485" name="Google Shape;485;p34"/>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80" r:id="rId1"/>
    <p:sldLayoutId id="2147483681"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3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3.xml"/><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3.xml"/><Relationship Id="rId5" Type="http://schemas.openxmlformats.org/officeDocument/2006/relationships/image" Target="../media/image7.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0.xml"/><Relationship Id="rId5" Type="http://schemas.openxmlformats.org/officeDocument/2006/relationships/image" Target="../media/image10.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30.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30.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5.xml"/><Relationship Id="rId1" Type="http://schemas.openxmlformats.org/officeDocument/2006/relationships/slideLayout" Target="../slideLayouts/slideLayout3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37"/>
          <p:cNvSpPr txBox="1">
            <a:spLocks noGrp="1"/>
          </p:cNvSpPr>
          <p:nvPr>
            <p:ph type="subTitle" idx="1"/>
          </p:nvPr>
        </p:nvSpPr>
        <p:spPr>
          <a:xfrm rot="-455">
            <a:off x="1502627" y="3521227"/>
            <a:ext cx="4529400" cy="42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b="1"/>
              <a:t>Done by: </a:t>
            </a:r>
          </a:p>
          <a:p>
            <a:pPr marL="285750" lvl="0" indent="-285750" algn="l" rtl="0">
              <a:spcBef>
                <a:spcPts val="0"/>
              </a:spcBef>
              <a:spcAft>
                <a:spcPts val="0"/>
              </a:spcAft>
              <a:buFontTx/>
              <a:buChar char="-"/>
            </a:pPr>
            <a:r>
              <a:rPr lang="en-US" sz="1200" b="1" err="1"/>
              <a:t>Wafa</a:t>
            </a:r>
            <a:r>
              <a:rPr lang="en-US" sz="1200" b="1"/>
              <a:t> </a:t>
            </a:r>
            <a:r>
              <a:rPr lang="en-US" sz="1200" b="1" err="1"/>
              <a:t>Alyammahi</a:t>
            </a:r>
            <a:endParaRPr lang="en-US" sz="1200" b="1"/>
          </a:p>
          <a:p>
            <a:pPr marL="285750" lvl="0" indent="-285750" algn="l" rtl="0">
              <a:spcBef>
                <a:spcPts val="0"/>
              </a:spcBef>
              <a:spcAft>
                <a:spcPts val="0"/>
              </a:spcAft>
              <a:buFontTx/>
              <a:buChar char="-"/>
            </a:pPr>
            <a:r>
              <a:rPr lang="en-US" sz="1200" b="1" err="1"/>
              <a:t>Mera</a:t>
            </a:r>
            <a:r>
              <a:rPr lang="en-US" sz="1200" b="1"/>
              <a:t> </a:t>
            </a:r>
            <a:r>
              <a:rPr lang="en-US" sz="1200" b="1" err="1"/>
              <a:t>Alshamsi</a:t>
            </a:r>
            <a:endParaRPr lang="en-US" sz="1200" b="1"/>
          </a:p>
          <a:p>
            <a:pPr marL="285750" lvl="0" indent="-285750" algn="l" rtl="0">
              <a:spcBef>
                <a:spcPts val="0"/>
              </a:spcBef>
              <a:spcAft>
                <a:spcPts val="0"/>
              </a:spcAft>
              <a:buFontTx/>
              <a:buChar char="-"/>
            </a:pPr>
            <a:r>
              <a:rPr lang="en-US" sz="1200" b="1"/>
              <a:t>Asma Al Ali</a:t>
            </a:r>
          </a:p>
          <a:p>
            <a:pPr marL="285750" lvl="0" indent="-285750" algn="l" rtl="0">
              <a:spcBef>
                <a:spcPts val="0"/>
              </a:spcBef>
              <a:spcAft>
                <a:spcPts val="0"/>
              </a:spcAft>
              <a:buFontTx/>
              <a:buChar char="-"/>
            </a:pPr>
            <a:r>
              <a:rPr lang="en-US" sz="1200" b="1"/>
              <a:t>Nawaf </a:t>
            </a:r>
            <a:r>
              <a:rPr lang="en-US" sz="1200" b="1" err="1"/>
              <a:t>Alnaqbi</a:t>
            </a:r>
            <a:endParaRPr sz="1200" b="1"/>
          </a:p>
        </p:txBody>
      </p:sp>
      <p:sp>
        <p:nvSpPr>
          <p:cNvPr id="494" name="Google Shape;494;p37"/>
          <p:cNvSpPr txBox="1">
            <a:spLocks noGrp="1"/>
          </p:cNvSpPr>
          <p:nvPr>
            <p:ph type="ctrTitle"/>
          </p:nvPr>
        </p:nvSpPr>
        <p:spPr>
          <a:xfrm>
            <a:off x="719850" y="1273301"/>
            <a:ext cx="7704300" cy="109541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US" sz="2800"/>
              <a:t>A Comparative Spatial Analysis of Urban Air Quality: New York City, Boston, and Chicago </a:t>
            </a:r>
            <a:endParaRPr lang="en-US" sz="200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39"/>
          <p:cNvSpPr txBox="1">
            <a:spLocks noGrp="1"/>
          </p:cNvSpPr>
          <p:nvPr>
            <p:ph type="title"/>
          </p:nvPr>
        </p:nvSpPr>
        <p:spPr>
          <a:xfrm rot="1973">
            <a:off x="1323321" y="1324956"/>
            <a:ext cx="1045200" cy="602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a:t>01</a:t>
            </a:r>
            <a:endParaRPr sz="2400"/>
          </a:p>
        </p:txBody>
      </p:sp>
      <p:sp>
        <p:nvSpPr>
          <p:cNvPr id="510" name="Google Shape;510;p39"/>
          <p:cNvSpPr txBox="1">
            <a:spLocks noGrp="1"/>
          </p:cNvSpPr>
          <p:nvPr>
            <p:ph type="title" idx="15"/>
          </p:nvPr>
        </p:nvSpPr>
        <p:spPr>
          <a:xfrm>
            <a:off x="720000" y="463800"/>
            <a:ext cx="77040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511" name="Google Shape;511;p39"/>
          <p:cNvSpPr txBox="1">
            <a:spLocks noGrp="1"/>
          </p:cNvSpPr>
          <p:nvPr>
            <p:ph type="title" idx="2"/>
          </p:nvPr>
        </p:nvSpPr>
        <p:spPr>
          <a:xfrm rot="1973">
            <a:off x="1323320" y="3506925"/>
            <a:ext cx="1045200" cy="602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a:t>07</a:t>
            </a:r>
            <a:endParaRPr sz="2400"/>
          </a:p>
        </p:txBody>
      </p:sp>
      <p:sp>
        <p:nvSpPr>
          <p:cNvPr id="513" name="Google Shape;513;p39"/>
          <p:cNvSpPr txBox="1">
            <a:spLocks noGrp="1"/>
          </p:cNvSpPr>
          <p:nvPr>
            <p:ph type="title" idx="4"/>
          </p:nvPr>
        </p:nvSpPr>
        <p:spPr>
          <a:xfrm rot="1973">
            <a:off x="4194561" y="1334174"/>
            <a:ext cx="1045200" cy="602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a:t>02</a:t>
            </a:r>
            <a:endParaRPr sz="2400"/>
          </a:p>
        </p:txBody>
      </p:sp>
      <p:sp>
        <p:nvSpPr>
          <p:cNvPr id="515" name="Google Shape;515;p39"/>
          <p:cNvSpPr txBox="1">
            <a:spLocks noGrp="1"/>
          </p:cNvSpPr>
          <p:nvPr>
            <p:ph type="title" idx="6"/>
          </p:nvPr>
        </p:nvSpPr>
        <p:spPr>
          <a:xfrm rot="1973">
            <a:off x="4194560" y="3516143"/>
            <a:ext cx="1045200" cy="602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a:t>08</a:t>
            </a:r>
            <a:endParaRPr sz="2400"/>
          </a:p>
        </p:txBody>
      </p:sp>
      <p:sp>
        <p:nvSpPr>
          <p:cNvPr id="517" name="Google Shape;517;p39"/>
          <p:cNvSpPr txBox="1">
            <a:spLocks noGrp="1"/>
          </p:cNvSpPr>
          <p:nvPr>
            <p:ph type="subTitle" idx="8"/>
          </p:nvPr>
        </p:nvSpPr>
        <p:spPr>
          <a:xfrm>
            <a:off x="347222" y="1753955"/>
            <a:ext cx="3303102" cy="554700"/>
          </a:xfrm>
          <a:prstGeom prst="rect">
            <a:avLst/>
          </a:prstGeom>
        </p:spPr>
        <p:txBody>
          <a:bodyPr spcFirstLastPara="1" wrap="square" lIns="91425" tIns="91425" rIns="91425" bIns="91425" anchor="b" anchorCtr="0">
            <a:noAutofit/>
          </a:bodyPr>
          <a:lstStyle/>
          <a:p>
            <a:pPr>
              <a:lnSpc>
                <a:spcPct val="114999"/>
              </a:lnSpc>
            </a:pPr>
            <a:r>
              <a:rPr lang="en-US" sz="1400">
                <a:ea typeface="Calibri"/>
              </a:rPr>
              <a:t>Project Motivation</a:t>
            </a:r>
            <a:r>
              <a:rPr lang="en-US" sz="1400"/>
              <a:t> &amp; Goals</a:t>
            </a:r>
          </a:p>
        </p:txBody>
      </p:sp>
      <p:sp>
        <p:nvSpPr>
          <p:cNvPr id="518" name="Google Shape;518;p39"/>
          <p:cNvSpPr txBox="1">
            <a:spLocks noGrp="1"/>
          </p:cNvSpPr>
          <p:nvPr>
            <p:ph type="subTitle" idx="9"/>
          </p:nvPr>
        </p:nvSpPr>
        <p:spPr>
          <a:xfrm>
            <a:off x="347222" y="3936049"/>
            <a:ext cx="2997300" cy="554700"/>
          </a:xfrm>
          <a:prstGeom prst="rect">
            <a:avLst/>
          </a:prstGeom>
        </p:spPr>
        <p:txBody>
          <a:bodyPr spcFirstLastPara="1" wrap="square" lIns="91425" tIns="91425" rIns="91425" bIns="91425" anchor="b" anchorCtr="0">
            <a:noAutofit/>
          </a:bodyPr>
          <a:lstStyle/>
          <a:p>
            <a:pPr marL="0" indent="0">
              <a:lnSpc>
                <a:spcPct val="114999"/>
              </a:lnSpc>
            </a:pPr>
            <a:r>
              <a:rPr lang="en-US" sz="1400"/>
              <a:t>Results and Discussion</a:t>
            </a:r>
            <a:endParaRPr lang="en-US"/>
          </a:p>
        </p:txBody>
      </p:sp>
      <p:sp>
        <p:nvSpPr>
          <p:cNvPr id="519" name="Google Shape;519;p39"/>
          <p:cNvSpPr txBox="1">
            <a:spLocks noGrp="1"/>
          </p:cNvSpPr>
          <p:nvPr>
            <p:ph type="subTitle" idx="13"/>
          </p:nvPr>
        </p:nvSpPr>
        <p:spPr>
          <a:xfrm>
            <a:off x="3218512" y="1763173"/>
            <a:ext cx="2997300" cy="554700"/>
          </a:xfrm>
          <a:prstGeom prst="rect">
            <a:avLst/>
          </a:prstGeom>
        </p:spPr>
        <p:txBody>
          <a:bodyPr spcFirstLastPara="1" wrap="square" lIns="91425" tIns="91425" rIns="91425" bIns="91425" anchor="b" anchorCtr="0">
            <a:noAutofit/>
          </a:bodyPr>
          <a:lstStyle/>
          <a:p>
            <a:pPr marL="0" indent="0">
              <a:lnSpc>
                <a:spcPct val="114999"/>
              </a:lnSpc>
            </a:pPr>
            <a:r>
              <a:rPr lang="en-US" sz="1400"/>
              <a:t>Research Questions</a:t>
            </a:r>
            <a:endParaRPr lang="en-US"/>
          </a:p>
        </p:txBody>
      </p:sp>
      <p:sp>
        <p:nvSpPr>
          <p:cNvPr id="520" name="Google Shape;520;p39"/>
          <p:cNvSpPr txBox="1">
            <a:spLocks noGrp="1"/>
          </p:cNvSpPr>
          <p:nvPr>
            <p:ph type="subTitle" idx="14"/>
          </p:nvPr>
        </p:nvSpPr>
        <p:spPr>
          <a:xfrm>
            <a:off x="3218511" y="3945267"/>
            <a:ext cx="2997300" cy="554700"/>
          </a:xfrm>
          <a:prstGeom prst="rect">
            <a:avLst/>
          </a:prstGeom>
        </p:spPr>
        <p:txBody>
          <a:bodyPr spcFirstLastPara="1" wrap="square" lIns="91425" tIns="91425" rIns="91425" bIns="91425" anchor="b" anchorCtr="0">
            <a:noAutofit/>
          </a:bodyPr>
          <a:lstStyle/>
          <a:p>
            <a:pPr marL="0" indent="0">
              <a:lnSpc>
                <a:spcPct val="114999"/>
              </a:lnSpc>
            </a:pPr>
            <a:r>
              <a:rPr lang="en-US" sz="1400"/>
              <a:t>Policy Recommendations</a:t>
            </a:r>
            <a:endParaRPr lang="en-US"/>
          </a:p>
        </p:txBody>
      </p:sp>
      <p:sp>
        <p:nvSpPr>
          <p:cNvPr id="21" name="Google Shape;511;p39">
            <a:extLst>
              <a:ext uri="{FF2B5EF4-FFF2-40B4-BE49-F238E27FC236}">
                <a16:creationId xmlns:a16="http://schemas.microsoft.com/office/drawing/2014/main" id="{0A9F3AEE-F865-CE45-BC2B-518DC9CE07F9}"/>
              </a:ext>
            </a:extLst>
          </p:cNvPr>
          <p:cNvSpPr txBox="1">
            <a:spLocks/>
          </p:cNvSpPr>
          <p:nvPr/>
        </p:nvSpPr>
        <p:spPr>
          <a:xfrm rot="1973">
            <a:off x="1323321" y="2415879"/>
            <a:ext cx="1045200" cy="602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Arima"/>
              <a:buNone/>
              <a:defRPr sz="3000" b="1" i="0" u="none" strike="noStrike" cap="none">
                <a:solidFill>
                  <a:schemeClr val="accent1"/>
                </a:solidFill>
                <a:latin typeface="Arima"/>
                <a:ea typeface="Arima"/>
                <a:cs typeface="Arima"/>
                <a:sym typeface="Arima"/>
              </a:defRPr>
            </a:lvl1pPr>
            <a:lvl2pPr marR="0" lvl="1"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2pPr>
            <a:lvl3pPr marR="0" lvl="2"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3pPr>
            <a:lvl4pPr marR="0" lvl="3"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4pPr>
            <a:lvl5pPr marR="0" lvl="4"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5pPr>
            <a:lvl6pPr marR="0" lvl="5"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6pPr>
            <a:lvl7pPr marR="0" lvl="6"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7pPr>
            <a:lvl8pPr marR="0" lvl="7"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8pPr>
            <a:lvl9pPr marR="0" lvl="8"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9pPr>
          </a:lstStyle>
          <a:p>
            <a:r>
              <a:rPr lang="en" sz="2400"/>
              <a:t>04</a:t>
            </a:r>
          </a:p>
        </p:txBody>
      </p:sp>
      <p:sp>
        <p:nvSpPr>
          <p:cNvPr id="22" name="Google Shape;515;p39">
            <a:extLst>
              <a:ext uri="{FF2B5EF4-FFF2-40B4-BE49-F238E27FC236}">
                <a16:creationId xmlns:a16="http://schemas.microsoft.com/office/drawing/2014/main" id="{9C058080-424C-EA44-BE4D-CFC483DBAB02}"/>
              </a:ext>
            </a:extLst>
          </p:cNvPr>
          <p:cNvSpPr txBox="1">
            <a:spLocks/>
          </p:cNvSpPr>
          <p:nvPr/>
        </p:nvSpPr>
        <p:spPr>
          <a:xfrm rot="1973">
            <a:off x="4194561" y="2425097"/>
            <a:ext cx="1045200" cy="602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Arima"/>
              <a:buNone/>
              <a:defRPr sz="3000" b="1" i="0" u="none" strike="noStrike" cap="none">
                <a:solidFill>
                  <a:schemeClr val="accent1"/>
                </a:solidFill>
                <a:latin typeface="Arima"/>
                <a:ea typeface="Arima"/>
                <a:cs typeface="Arima"/>
                <a:sym typeface="Arima"/>
              </a:defRPr>
            </a:lvl1pPr>
            <a:lvl2pPr marR="0" lvl="1"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2pPr>
            <a:lvl3pPr marR="0" lvl="2"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3pPr>
            <a:lvl4pPr marR="0" lvl="3"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4pPr>
            <a:lvl5pPr marR="0" lvl="4"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5pPr>
            <a:lvl6pPr marR="0" lvl="5"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6pPr>
            <a:lvl7pPr marR="0" lvl="6"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7pPr>
            <a:lvl8pPr marR="0" lvl="7"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8pPr>
            <a:lvl9pPr marR="0" lvl="8"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9pPr>
          </a:lstStyle>
          <a:p>
            <a:r>
              <a:rPr lang="en" sz="2400"/>
              <a:t>05</a:t>
            </a:r>
          </a:p>
        </p:txBody>
      </p:sp>
      <p:sp>
        <p:nvSpPr>
          <p:cNvPr id="23" name="Google Shape;518;p39">
            <a:extLst>
              <a:ext uri="{FF2B5EF4-FFF2-40B4-BE49-F238E27FC236}">
                <a16:creationId xmlns:a16="http://schemas.microsoft.com/office/drawing/2014/main" id="{22776851-186E-6F47-82C6-7A3E632E1CE2}"/>
              </a:ext>
            </a:extLst>
          </p:cNvPr>
          <p:cNvSpPr txBox="1">
            <a:spLocks/>
          </p:cNvSpPr>
          <p:nvPr/>
        </p:nvSpPr>
        <p:spPr>
          <a:xfrm>
            <a:off x="347222" y="2845002"/>
            <a:ext cx="2997300" cy="554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000"/>
              <a:buFont typeface="Poller One"/>
              <a:buNone/>
              <a:defRPr sz="2000" b="1" i="0" u="none" strike="noStrike" cap="none">
                <a:solidFill>
                  <a:schemeClr val="dk1"/>
                </a:solidFill>
                <a:latin typeface="Arima"/>
                <a:ea typeface="Arima"/>
                <a:cs typeface="Arima"/>
                <a:sym typeface="Arima"/>
              </a:defRPr>
            </a:lvl1pPr>
            <a:lvl2pPr marL="914400" marR="0" lvl="1"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2pPr>
            <a:lvl3pPr marL="1371600" marR="0" lvl="2"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3pPr>
            <a:lvl4pPr marL="1828800" marR="0" lvl="3"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4pPr>
            <a:lvl5pPr marL="2286000" marR="0" lvl="4"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5pPr>
            <a:lvl6pPr marL="2743200" marR="0" lvl="5"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6pPr>
            <a:lvl7pPr marL="3200400" marR="0" lvl="6"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7pPr>
            <a:lvl8pPr marL="3657600" marR="0" lvl="7"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8pPr>
            <a:lvl9pPr marL="4114800" marR="0" lvl="8"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9pPr>
          </a:lstStyle>
          <a:p>
            <a:pPr marL="0" indent="0">
              <a:buSzPts val="1100"/>
              <a:buFont typeface="Arial"/>
              <a:buNone/>
            </a:pPr>
            <a:r>
              <a:rPr lang="en-US" sz="1400"/>
              <a:t>Methodology Overview</a:t>
            </a:r>
          </a:p>
        </p:txBody>
      </p:sp>
      <p:sp>
        <p:nvSpPr>
          <p:cNvPr id="24" name="Google Shape;520;p39">
            <a:extLst>
              <a:ext uri="{FF2B5EF4-FFF2-40B4-BE49-F238E27FC236}">
                <a16:creationId xmlns:a16="http://schemas.microsoft.com/office/drawing/2014/main" id="{E6B8BDA8-3B73-9542-83BE-E8D868B38ED9}"/>
              </a:ext>
            </a:extLst>
          </p:cNvPr>
          <p:cNvSpPr txBox="1">
            <a:spLocks/>
          </p:cNvSpPr>
          <p:nvPr/>
        </p:nvSpPr>
        <p:spPr>
          <a:xfrm>
            <a:off x="3218512" y="2854221"/>
            <a:ext cx="2997300" cy="554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000"/>
              <a:buFont typeface="Poller One"/>
              <a:buNone/>
              <a:defRPr sz="2000" b="1" i="0" u="none" strike="noStrike" cap="none">
                <a:solidFill>
                  <a:schemeClr val="dk1"/>
                </a:solidFill>
                <a:latin typeface="Arima"/>
                <a:ea typeface="Arima"/>
                <a:cs typeface="Arima"/>
                <a:sym typeface="Arima"/>
              </a:defRPr>
            </a:lvl1pPr>
            <a:lvl2pPr marL="914400" marR="0" lvl="1"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2pPr>
            <a:lvl3pPr marL="1371600" marR="0" lvl="2"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3pPr>
            <a:lvl4pPr marL="1828800" marR="0" lvl="3"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4pPr>
            <a:lvl5pPr marL="2286000" marR="0" lvl="4"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5pPr>
            <a:lvl6pPr marL="2743200" marR="0" lvl="5"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6pPr>
            <a:lvl7pPr marL="3200400" marR="0" lvl="6"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7pPr>
            <a:lvl8pPr marL="3657600" marR="0" lvl="7"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8pPr>
            <a:lvl9pPr marL="4114800" marR="0" lvl="8"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9pPr>
          </a:lstStyle>
          <a:p>
            <a:pPr marL="0" indent="0">
              <a:lnSpc>
                <a:spcPct val="114999"/>
              </a:lnSpc>
            </a:pPr>
            <a:r>
              <a:rPr lang="en-US" sz="1400"/>
              <a:t>Predictive Modeling</a:t>
            </a:r>
          </a:p>
        </p:txBody>
      </p:sp>
      <p:sp>
        <p:nvSpPr>
          <p:cNvPr id="3" name="Google Shape;513;p39">
            <a:extLst>
              <a:ext uri="{FF2B5EF4-FFF2-40B4-BE49-F238E27FC236}">
                <a16:creationId xmlns:a16="http://schemas.microsoft.com/office/drawing/2014/main" id="{A506703B-2BE0-4A32-8DC4-A8D22D596C1F}"/>
              </a:ext>
            </a:extLst>
          </p:cNvPr>
          <p:cNvSpPr txBox="1">
            <a:spLocks/>
          </p:cNvSpPr>
          <p:nvPr/>
        </p:nvSpPr>
        <p:spPr>
          <a:xfrm rot="1973">
            <a:off x="6854187" y="1311437"/>
            <a:ext cx="1045200" cy="602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Arima"/>
              <a:buNone/>
              <a:defRPr sz="3000" b="1" i="0" u="none" strike="noStrike" cap="none">
                <a:solidFill>
                  <a:schemeClr val="accent1"/>
                </a:solidFill>
                <a:latin typeface="Arima"/>
                <a:ea typeface="Arima"/>
                <a:cs typeface="Arima"/>
                <a:sym typeface="Arima"/>
              </a:defRPr>
            </a:lvl1pPr>
            <a:lvl2pPr marR="0" lvl="1"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2pPr>
            <a:lvl3pPr marR="0" lvl="2"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3pPr>
            <a:lvl4pPr marR="0" lvl="3"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4pPr>
            <a:lvl5pPr marR="0" lvl="4"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5pPr>
            <a:lvl6pPr marR="0" lvl="5"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6pPr>
            <a:lvl7pPr marR="0" lvl="6"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7pPr>
            <a:lvl8pPr marR="0" lvl="7"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8pPr>
            <a:lvl9pPr marR="0" lvl="8"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9pPr>
          </a:lstStyle>
          <a:p>
            <a:r>
              <a:rPr lang="en" sz="2400"/>
              <a:t>03</a:t>
            </a:r>
          </a:p>
        </p:txBody>
      </p:sp>
      <p:sp>
        <p:nvSpPr>
          <p:cNvPr id="5" name="Google Shape;515;p39">
            <a:extLst>
              <a:ext uri="{FF2B5EF4-FFF2-40B4-BE49-F238E27FC236}">
                <a16:creationId xmlns:a16="http://schemas.microsoft.com/office/drawing/2014/main" id="{D1840999-6343-9B09-5B95-2378F60B159E}"/>
              </a:ext>
            </a:extLst>
          </p:cNvPr>
          <p:cNvSpPr txBox="1">
            <a:spLocks/>
          </p:cNvSpPr>
          <p:nvPr/>
        </p:nvSpPr>
        <p:spPr>
          <a:xfrm rot="1973">
            <a:off x="6854186" y="3493406"/>
            <a:ext cx="1045200" cy="602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Arima"/>
              <a:buNone/>
              <a:defRPr sz="3000" b="1" i="0" u="none" strike="noStrike" cap="none">
                <a:solidFill>
                  <a:schemeClr val="accent1"/>
                </a:solidFill>
                <a:latin typeface="Arima"/>
                <a:ea typeface="Arima"/>
                <a:cs typeface="Arima"/>
                <a:sym typeface="Arima"/>
              </a:defRPr>
            </a:lvl1pPr>
            <a:lvl2pPr marR="0" lvl="1"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2pPr>
            <a:lvl3pPr marR="0" lvl="2"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3pPr>
            <a:lvl4pPr marR="0" lvl="3"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4pPr>
            <a:lvl5pPr marR="0" lvl="4"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5pPr>
            <a:lvl6pPr marR="0" lvl="5"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6pPr>
            <a:lvl7pPr marR="0" lvl="6"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7pPr>
            <a:lvl8pPr marR="0" lvl="7"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8pPr>
            <a:lvl9pPr marR="0" lvl="8"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9pPr>
          </a:lstStyle>
          <a:p>
            <a:r>
              <a:rPr lang="en" sz="2400"/>
              <a:t>09</a:t>
            </a:r>
          </a:p>
        </p:txBody>
      </p:sp>
      <p:sp>
        <p:nvSpPr>
          <p:cNvPr id="7" name="Google Shape;519;p39">
            <a:extLst>
              <a:ext uri="{FF2B5EF4-FFF2-40B4-BE49-F238E27FC236}">
                <a16:creationId xmlns:a16="http://schemas.microsoft.com/office/drawing/2014/main" id="{2A176A79-95B7-8622-2D6F-1F705046F692}"/>
              </a:ext>
            </a:extLst>
          </p:cNvPr>
          <p:cNvSpPr txBox="1">
            <a:spLocks/>
          </p:cNvSpPr>
          <p:nvPr/>
        </p:nvSpPr>
        <p:spPr>
          <a:xfrm>
            <a:off x="5878138" y="1740436"/>
            <a:ext cx="2997300" cy="554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000"/>
              <a:buFont typeface="Poller One"/>
              <a:buNone/>
              <a:defRPr sz="2000" b="1" i="0" u="none" strike="noStrike" cap="none">
                <a:solidFill>
                  <a:schemeClr val="dk1"/>
                </a:solidFill>
                <a:latin typeface="Arima"/>
                <a:ea typeface="Arima"/>
                <a:cs typeface="Arima"/>
                <a:sym typeface="Arima"/>
              </a:defRPr>
            </a:lvl1pPr>
            <a:lvl2pPr marL="914400" marR="0" lvl="1"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2pPr>
            <a:lvl3pPr marL="1371600" marR="0" lvl="2"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3pPr>
            <a:lvl4pPr marL="1828800" marR="0" lvl="3"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4pPr>
            <a:lvl5pPr marL="2286000" marR="0" lvl="4"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5pPr>
            <a:lvl6pPr marL="2743200" marR="0" lvl="5"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6pPr>
            <a:lvl7pPr marL="3200400" marR="0" lvl="6"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7pPr>
            <a:lvl8pPr marL="3657600" marR="0" lvl="7"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8pPr>
            <a:lvl9pPr marL="4114800" marR="0" lvl="8"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9pPr>
          </a:lstStyle>
          <a:p>
            <a:pPr marL="0" indent="0">
              <a:lnSpc>
                <a:spcPct val="114999"/>
              </a:lnSpc>
            </a:pPr>
            <a:r>
              <a:rPr lang="en-US" sz="1400"/>
              <a:t>Related Work</a:t>
            </a:r>
            <a:endParaRPr lang="en-US"/>
          </a:p>
        </p:txBody>
      </p:sp>
      <p:sp>
        <p:nvSpPr>
          <p:cNvPr id="9" name="Google Shape;520;p39">
            <a:extLst>
              <a:ext uri="{FF2B5EF4-FFF2-40B4-BE49-F238E27FC236}">
                <a16:creationId xmlns:a16="http://schemas.microsoft.com/office/drawing/2014/main" id="{2A6517BD-7575-29FE-2DF0-EFB805B5FFF1}"/>
              </a:ext>
            </a:extLst>
          </p:cNvPr>
          <p:cNvSpPr txBox="1">
            <a:spLocks/>
          </p:cNvSpPr>
          <p:nvPr/>
        </p:nvSpPr>
        <p:spPr>
          <a:xfrm>
            <a:off x="5878137" y="3922530"/>
            <a:ext cx="2997300" cy="554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000"/>
              <a:buFont typeface="Poller One"/>
              <a:buNone/>
              <a:defRPr sz="2000" b="1" i="0" u="none" strike="noStrike" cap="none">
                <a:solidFill>
                  <a:schemeClr val="dk1"/>
                </a:solidFill>
                <a:latin typeface="Arima"/>
                <a:ea typeface="Arima"/>
                <a:cs typeface="Arima"/>
                <a:sym typeface="Arima"/>
              </a:defRPr>
            </a:lvl1pPr>
            <a:lvl2pPr marL="914400" marR="0" lvl="1"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2pPr>
            <a:lvl3pPr marL="1371600" marR="0" lvl="2"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3pPr>
            <a:lvl4pPr marL="1828800" marR="0" lvl="3"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4pPr>
            <a:lvl5pPr marL="2286000" marR="0" lvl="4"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5pPr>
            <a:lvl6pPr marL="2743200" marR="0" lvl="5"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6pPr>
            <a:lvl7pPr marL="3200400" marR="0" lvl="6"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7pPr>
            <a:lvl8pPr marL="3657600" marR="0" lvl="7"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8pPr>
            <a:lvl9pPr marL="4114800" marR="0" lvl="8"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9pPr>
          </a:lstStyle>
          <a:p>
            <a:pPr marL="0" indent="0">
              <a:lnSpc>
                <a:spcPct val="114999"/>
              </a:lnSpc>
            </a:pPr>
            <a:r>
              <a:rPr lang="en-US" sz="1400"/>
              <a:t>Conclusion and Future Work</a:t>
            </a:r>
            <a:endParaRPr lang="en-US"/>
          </a:p>
        </p:txBody>
      </p:sp>
      <p:sp>
        <p:nvSpPr>
          <p:cNvPr id="10" name="Google Shape;515;p39">
            <a:extLst>
              <a:ext uri="{FF2B5EF4-FFF2-40B4-BE49-F238E27FC236}">
                <a16:creationId xmlns:a16="http://schemas.microsoft.com/office/drawing/2014/main" id="{EEA07A83-9DA0-72D4-4D36-DA04C341C845}"/>
              </a:ext>
            </a:extLst>
          </p:cNvPr>
          <p:cNvSpPr txBox="1">
            <a:spLocks/>
          </p:cNvSpPr>
          <p:nvPr/>
        </p:nvSpPr>
        <p:spPr>
          <a:xfrm rot="1973">
            <a:off x="6844661" y="2392835"/>
            <a:ext cx="1045200" cy="602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Arima"/>
              <a:buNone/>
              <a:defRPr sz="3000" b="1" i="0" u="none" strike="noStrike" cap="none">
                <a:solidFill>
                  <a:schemeClr val="accent1"/>
                </a:solidFill>
                <a:latin typeface="Arima"/>
                <a:ea typeface="Arima"/>
                <a:cs typeface="Arima"/>
                <a:sym typeface="Arima"/>
              </a:defRPr>
            </a:lvl1pPr>
            <a:lvl2pPr marR="0" lvl="1"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2pPr>
            <a:lvl3pPr marR="0" lvl="2"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3pPr>
            <a:lvl4pPr marR="0" lvl="3"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4pPr>
            <a:lvl5pPr marR="0" lvl="4"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5pPr>
            <a:lvl6pPr marR="0" lvl="5"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6pPr>
            <a:lvl7pPr marR="0" lvl="6"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7pPr>
            <a:lvl8pPr marR="0" lvl="7"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8pPr>
            <a:lvl9pPr marR="0" lvl="8" algn="ctr" rtl="0">
              <a:lnSpc>
                <a:spcPct val="100000"/>
              </a:lnSpc>
              <a:spcBef>
                <a:spcPts val="0"/>
              </a:spcBef>
              <a:spcAft>
                <a:spcPts val="0"/>
              </a:spcAft>
              <a:buClr>
                <a:schemeClr val="dk1"/>
              </a:buClr>
              <a:buSzPts val="3000"/>
              <a:buFont typeface="Arima"/>
              <a:buNone/>
              <a:defRPr sz="3000" b="1" i="0" u="none" strike="noStrike" cap="none">
                <a:solidFill>
                  <a:schemeClr val="dk1"/>
                </a:solidFill>
                <a:latin typeface="Arima"/>
                <a:ea typeface="Arima"/>
                <a:cs typeface="Arima"/>
                <a:sym typeface="Arima"/>
              </a:defRPr>
            </a:lvl9pPr>
          </a:lstStyle>
          <a:p>
            <a:r>
              <a:rPr lang="en" sz="2400"/>
              <a:t>06</a:t>
            </a:r>
          </a:p>
        </p:txBody>
      </p:sp>
      <p:sp>
        <p:nvSpPr>
          <p:cNvPr id="11" name="Google Shape;520;p39">
            <a:extLst>
              <a:ext uri="{FF2B5EF4-FFF2-40B4-BE49-F238E27FC236}">
                <a16:creationId xmlns:a16="http://schemas.microsoft.com/office/drawing/2014/main" id="{147DC6BB-1296-CED2-272C-0B00DFF6CEDF}"/>
              </a:ext>
            </a:extLst>
          </p:cNvPr>
          <p:cNvSpPr txBox="1">
            <a:spLocks/>
          </p:cNvSpPr>
          <p:nvPr/>
        </p:nvSpPr>
        <p:spPr>
          <a:xfrm>
            <a:off x="5868612" y="2821959"/>
            <a:ext cx="2997300" cy="554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000"/>
              <a:buFont typeface="Poller One"/>
              <a:buNone/>
              <a:defRPr sz="2000" b="1" i="0" u="none" strike="noStrike" cap="none">
                <a:solidFill>
                  <a:schemeClr val="dk1"/>
                </a:solidFill>
                <a:latin typeface="Arima"/>
                <a:ea typeface="Arima"/>
                <a:cs typeface="Arima"/>
                <a:sym typeface="Arima"/>
              </a:defRPr>
            </a:lvl1pPr>
            <a:lvl2pPr marL="914400" marR="0" lvl="1"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2pPr>
            <a:lvl3pPr marL="1371600" marR="0" lvl="2"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3pPr>
            <a:lvl4pPr marL="1828800" marR="0" lvl="3"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4pPr>
            <a:lvl5pPr marL="2286000" marR="0" lvl="4"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5pPr>
            <a:lvl6pPr marL="2743200" marR="0" lvl="5"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6pPr>
            <a:lvl7pPr marL="3200400" marR="0" lvl="6"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7pPr>
            <a:lvl8pPr marL="3657600" marR="0" lvl="7"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8pPr>
            <a:lvl9pPr marL="4114800" marR="0" lvl="8" indent="-317500" algn="ctr"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9pPr>
          </a:lstStyle>
          <a:p>
            <a:pPr marL="0" indent="0">
              <a:lnSpc>
                <a:spcPct val="114999"/>
              </a:lnSpc>
            </a:pPr>
            <a:r>
              <a:rPr lang="en-US" sz="1400"/>
              <a:t>Validation Techniques</a:t>
            </a:r>
            <a:endParaRPr lang="en-US" sz="1400" b="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6">
          <a:extLst>
            <a:ext uri="{FF2B5EF4-FFF2-40B4-BE49-F238E27FC236}">
              <a16:creationId xmlns:a16="http://schemas.microsoft.com/office/drawing/2014/main" id="{DDB02B21-AF95-1162-785F-6B1167F4CAD2}"/>
            </a:ext>
          </a:extLst>
        </p:cNvPr>
        <p:cNvGrpSpPr/>
        <p:nvPr/>
      </p:nvGrpSpPr>
      <p:grpSpPr>
        <a:xfrm>
          <a:off x="0" y="0"/>
          <a:ext cx="0" cy="0"/>
          <a:chOff x="0" y="0"/>
          <a:chExt cx="0" cy="0"/>
        </a:xfrm>
      </p:grpSpPr>
      <p:sp>
        <p:nvSpPr>
          <p:cNvPr id="538" name="Google Shape;538;p42">
            <a:extLst>
              <a:ext uri="{FF2B5EF4-FFF2-40B4-BE49-F238E27FC236}">
                <a16:creationId xmlns:a16="http://schemas.microsoft.com/office/drawing/2014/main" id="{9829A90D-A3B8-8F7F-460B-CE38F8215BCD}"/>
              </a:ext>
            </a:extLst>
          </p:cNvPr>
          <p:cNvSpPr txBox="1">
            <a:spLocks noGrp="1"/>
          </p:cNvSpPr>
          <p:nvPr>
            <p:ph type="title"/>
          </p:nvPr>
        </p:nvSpPr>
        <p:spPr>
          <a:xfrm>
            <a:off x="2459623" y="612695"/>
            <a:ext cx="4225030" cy="1017465"/>
          </a:xfrm>
          <a:prstGeom prst="rect">
            <a:avLst/>
          </a:prstGeom>
        </p:spPr>
        <p:txBody>
          <a:bodyPr spcFirstLastPara="1" wrap="square" lIns="91425" tIns="91425" rIns="91425" bIns="91425" anchor="ctr" anchorCtr="0">
            <a:noAutofit/>
          </a:bodyPr>
          <a:lstStyle/>
          <a:p>
            <a:r>
              <a:rPr lang="en" sz="5400" dirty="0"/>
              <a:t>Introduction</a:t>
            </a:r>
            <a:endParaRPr lang="en" sz="4400" dirty="0"/>
          </a:p>
        </p:txBody>
      </p:sp>
      <p:grpSp>
        <p:nvGrpSpPr>
          <p:cNvPr id="540" name="Google Shape;540;p42">
            <a:extLst>
              <a:ext uri="{FF2B5EF4-FFF2-40B4-BE49-F238E27FC236}">
                <a16:creationId xmlns:a16="http://schemas.microsoft.com/office/drawing/2014/main" id="{8F195CFF-A9C9-A986-98DE-04F6AA9C7977}"/>
              </a:ext>
            </a:extLst>
          </p:cNvPr>
          <p:cNvGrpSpPr/>
          <p:nvPr/>
        </p:nvGrpSpPr>
        <p:grpSpPr>
          <a:xfrm>
            <a:off x="619448" y="3952499"/>
            <a:ext cx="977788" cy="1238759"/>
            <a:chOff x="227223" y="1681074"/>
            <a:chExt cx="977788" cy="1238759"/>
          </a:xfrm>
        </p:grpSpPr>
        <p:sp>
          <p:nvSpPr>
            <p:cNvPr id="541" name="Google Shape;541;p42">
              <a:extLst>
                <a:ext uri="{FF2B5EF4-FFF2-40B4-BE49-F238E27FC236}">
                  <a16:creationId xmlns:a16="http://schemas.microsoft.com/office/drawing/2014/main" id="{93E7B1CE-A32C-7851-87FD-B277BBCFF775}"/>
                </a:ext>
              </a:extLst>
            </p:cNvPr>
            <p:cNvSpPr/>
            <p:nvPr/>
          </p:nvSpPr>
          <p:spPr>
            <a:xfrm>
              <a:off x="283700" y="1737638"/>
              <a:ext cx="864805" cy="1168054"/>
            </a:xfrm>
            <a:custGeom>
              <a:avLst/>
              <a:gdLst/>
              <a:ahLst/>
              <a:cxnLst/>
              <a:rect l="l" t="t" r="r" b="b"/>
              <a:pathLst>
                <a:path w="29844" h="40309" extrusionOk="0">
                  <a:moveTo>
                    <a:pt x="14922" y="0"/>
                  </a:moveTo>
                  <a:cubicBezTo>
                    <a:pt x="6694" y="0"/>
                    <a:pt x="0" y="6694"/>
                    <a:pt x="0" y="14921"/>
                  </a:cubicBezTo>
                  <a:lnTo>
                    <a:pt x="0" y="40308"/>
                  </a:lnTo>
                  <a:lnTo>
                    <a:pt x="976" y="40308"/>
                  </a:lnTo>
                  <a:lnTo>
                    <a:pt x="976" y="14921"/>
                  </a:lnTo>
                  <a:cubicBezTo>
                    <a:pt x="976" y="7232"/>
                    <a:pt x="7233" y="976"/>
                    <a:pt x="14923" y="976"/>
                  </a:cubicBezTo>
                  <a:cubicBezTo>
                    <a:pt x="22612" y="976"/>
                    <a:pt x="28868" y="7232"/>
                    <a:pt x="28868" y="14921"/>
                  </a:cubicBezTo>
                  <a:lnTo>
                    <a:pt x="28868" y="40308"/>
                  </a:lnTo>
                  <a:lnTo>
                    <a:pt x="29843" y="40308"/>
                  </a:lnTo>
                  <a:lnTo>
                    <a:pt x="29843" y="14921"/>
                  </a:lnTo>
                  <a:cubicBezTo>
                    <a:pt x="29843" y="6694"/>
                    <a:pt x="23149" y="0"/>
                    <a:pt x="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42">
              <a:extLst>
                <a:ext uri="{FF2B5EF4-FFF2-40B4-BE49-F238E27FC236}">
                  <a16:creationId xmlns:a16="http://schemas.microsoft.com/office/drawing/2014/main" id="{4D8D5697-C6B8-B66F-3059-671CA0C73B77}"/>
                </a:ext>
              </a:extLst>
            </p:cNvPr>
            <p:cNvSpPr/>
            <p:nvPr/>
          </p:nvSpPr>
          <p:spPr>
            <a:xfrm>
              <a:off x="227223" y="1681074"/>
              <a:ext cx="977788" cy="1238759"/>
            </a:xfrm>
            <a:custGeom>
              <a:avLst/>
              <a:gdLst/>
              <a:ahLst/>
              <a:cxnLst/>
              <a:rect l="l" t="t" r="r" b="b"/>
              <a:pathLst>
                <a:path w="33743" h="42749" extrusionOk="0">
                  <a:moveTo>
                    <a:pt x="16871" y="976"/>
                  </a:moveTo>
                  <a:cubicBezTo>
                    <a:pt x="25637" y="976"/>
                    <a:pt x="32767" y="8108"/>
                    <a:pt x="32767" y="16873"/>
                  </a:cubicBezTo>
                  <a:lnTo>
                    <a:pt x="32767" y="41773"/>
                  </a:lnTo>
                  <a:lnTo>
                    <a:pt x="29841" y="41773"/>
                  </a:lnTo>
                  <a:lnTo>
                    <a:pt x="29841" y="16873"/>
                  </a:lnTo>
                  <a:cubicBezTo>
                    <a:pt x="29841" y="9721"/>
                    <a:pt x="24022" y="3903"/>
                    <a:pt x="16871" y="3903"/>
                  </a:cubicBezTo>
                  <a:cubicBezTo>
                    <a:pt x="9719" y="3903"/>
                    <a:pt x="3901" y="9721"/>
                    <a:pt x="3901" y="16873"/>
                  </a:cubicBezTo>
                  <a:lnTo>
                    <a:pt x="3901" y="41773"/>
                  </a:lnTo>
                  <a:lnTo>
                    <a:pt x="976" y="41773"/>
                  </a:lnTo>
                  <a:lnTo>
                    <a:pt x="976" y="16873"/>
                  </a:lnTo>
                  <a:cubicBezTo>
                    <a:pt x="976" y="8109"/>
                    <a:pt x="8104" y="976"/>
                    <a:pt x="16871" y="976"/>
                  </a:cubicBezTo>
                  <a:close/>
                  <a:moveTo>
                    <a:pt x="16872" y="1"/>
                  </a:moveTo>
                  <a:cubicBezTo>
                    <a:pt x="7567" y="1"/>
                    <a:pt x="0" y="7571"/>
                    <a:pt x="0" y="16873"/>
                  </a:cubicBezTo>
                  <a:lnTo>
                    <a:pt x="0" y="42746"/>
                  </a:lnTo>
                  <a:lnTo>
                    <a:pt x="4877" y="42746"/>
                  </a:lnTo>
                  <a:lnTo>
                    <a:pt x="4877" y="16873"/>
                  </a:lnTo>
                  <a:cubicBezTo>
                    <a:pt x="4877" y="10258"/>
                    <a:pt x="10256" y="4878"/>
                    <a:pt x="16870" y="4878"/>
                  </a:cubicBezTo>
                  <a:cubicBezTo>
                    <a:pt x="23485" y="4878"/>
                    <a:pt x="28865" y="10258"/>
                    <a:pt x="28865" y="16873"/>
                  </a:cubicBezTo>
                  <a:lnTo>
                    <a:pt x="28865" y="42748"/>
                  </a:lnTo>
                  <a:lnTo>
                    <a:pt x="33743" y="42748"/>
                  </a:lnTo>
                  <a:lnTo>
                    <a:pt x="33743" y="16873"/>
                  </a:lnTo>
                  <a:cubicBezTo>
                    <a:pt x="33743" y="7571"/>
                    <a:pt x="26176" y="1"/>
                    <a:pt x="16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itle 2">
            <a:extLst>
              <a:ext uri="{FF2B5EF4-FFF2-40B4-BE49-F238E27FC236}">
                <a16:creationId xmlns:a16="http://schemas.microsoft.com/office/drawing/2014/main" id="{5CE669B6-D910-5BBA-DD98-8295CB0D5398}"/>
              </a:ext>
            </a:extLst>
          </p:cNvPr>
          <p:cNvSpPr>
            <a:spLocks noGrp="1"/>
          </p:cNvSpPr>
          <p:nvPr>
            <p:ph type="title" idx="2"/>
          </p:nvPr>
        </p:nvSpPr>
        <p:spPr/>
        <p:txBody>
          <a:bodyPr/>
          <a:lstStyle/>
          <a:p>
            <a:r>
              <a:rPr lang="en-US" sz="1800" b="0" dirty="0"/>
              <a:t>Type intro here.</a:t>
            </a:r>
          </a:p>
        </p:txBody>
      </p:sp>
    </p:spTree>
    <p:extLst>
      <p:ext uri="{BB962C8B-B14F-4D97-AF65-F5344CB8AC3E}">
        <p14:creationId xmlns:p14="http://schemas.microsoft.com/office/powerpoint/2010/main" val="899437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42"/>
          <p:cNvSpPr txBox="1">
            <a:spLocks noGrp="1"/>
          </p:cNvSpPr>
          <p:nvPr>
            <p:ph type="title" idx="2"/>
          </p:nvPr>
        </p:nvSpPr>
        <p:spPr>
          <a:xfrm>
            <a:off x="2391900" y="2074295"/>
            <a:ext cx="4360200" cy="201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400"/>
              <a:t>Project Motivation &amp; Goals</a:t>
            </a:r>
          </a:p>
        </p:txBody>
      </p:sp>
      <p:sp>
        <p:nvSpPr>
          <p:cNvPr id="538" name="Google Shape;538;p42"/>
          <p:cNvSpPr txBox="1">
            <a:spLocks noGrp="1"/>
          </p:cNvSpPr>
          <p:nvPr>
            <p:ph type="title"/>
          </p:nvPr>
        </p:nvSpPr>
        <p:spPr>
          <a:xfrm>
            <a:off x="3376788" y="797050"/>
            <a:ext cx="2390700" cy="103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540" name="Google Shape;540;p42"/>
          <p:cNvGrpSpPr/>
          <p:nvPr/>
        </p:nvGrpSpPr>
        <p:grpSpPr>
          <a:xfrm>
            <a:off x="619448" y="3952499"/>
            <a:ext cx="977788" cy="1238759"/>
            <a:chOff x="227223" y="1681074"/>
            <a:chExt cx="977788" cy="1238759"/>
          </a:xfrm>
        </p:grpSpPr>
        <p:sp>
          <p:nvSpPr>
            <p:cNvPr id="541" name="Google Shape;541;p42"/>
            <p:cNvSpPr/>
            <p:nvPr/>
          </p:nvSpPr>
          <p:spPr>
            <a:xfrm>
              <a:off x="283700" y="1737638"/>
              <a:ext cx="864805" cy="1168054"/>
            </a:xfrm>
            <a:custGeom>
              <a:avLst/>
              <a:gdLst/>
              <a:ahLst/>
              <a:cxnLst/>
              <a:rect l="l" t="t" r="r" b="b"/>
              <a:pathLst>
                <a:path w="29844" h="40309" extrusionOk="0">
                  <a:moveTo>
                    <a:pt x="14922" y="0"/>
                  </a:moveTo>
                  <a:cubicBezTo>
                    <a:pt x="6694" y="0"/>
                    <a:pt x="0" y="6694"/>
                    <a:pt x="0" y="14921"/>
                  </a:cubicBezTo>
                  <a:lnTo>
                    <a:pt x="0" y="40308"/>
                  </a:lnTo>
                  <a:lnTo>
                    <a:pt x="976" y="40308"/>
                  </a:lnTo>
                  <a:lnTo>
                    <a:pt x="976" y="14921"/>
                  </a:lnTo>
                  <a:cubicBezTo>
                    <a:pt x="976" y="7232"/>
                    <a:pt x="7233" y="976"/>
                    <a:pt x="14923" y="976"/>
                  </a:cubicBezTo>
                  <a:cubicBezTo>
                    <a:pt x="22612" y="976"/>
                    <a:pt x="28868" y="7232"/>
                    <a:pt x="28868" y="14921"/>
                  </a:cubicBezTo>
                  <a:lnTo>
                    <a:pt x="28868" y="40308"/>
                  </a:lnTo>
                  <a:lnTo>
                    <a:pt x="29843" y="40308"/>
                  </a:lnTo>
                  <a:lnTo>
                    <a:pt x="29843" y="14921"/>
                  </a:lnTo>
                  <a:cubicBezTo>
                    <a:pt x="29843" y="6694"/>
                    <a:pt x="23149" y="0"/>
                    <a:pt x="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42"/>
            <p:cNvSpPr/>
            <p:nvPr/>
          </p:nvSpPr>
          <p:spPr>
            <a:xfrm>
              <a:off x="227223" y="1681074"/>
              <a:ext cx="977788" cy="1238759"/>
            </a:xfrm>
            <a:custGeom>
              <a:avLst/>
              <a:gdLst/>
              <a:ahLst/>
              <a:cxnLst/>
              <a:rect l="l" t="t" r="r" b="b"/>
              <a:pathLst>
                <a:path w="33743" h="42749" extrusionOk="0">
                  <a:moveTo>
                    <a:pt x="16871" y="976"/>
                  </a:moveTo>
                  <a:cubicBezTo>
                    <a:pt x="25637" y="976"/>
                    <a:pt x="32767" y="8108"/>
                    <a:pt x="32767" y="16873"/>
                  </a:cubicBezTo>
                  <a:lnTo>
                    <a:pt x="32767" y="41773"/>
                  </a:lnTo>
                  <a:lnTo>
                    <a:pt x="29841" y="41773"/>
                  </a:lnTo>
                  <a:lnTo>
                    <a:pt x="29841" y="16873"/>
                  </a:lnTo>
                  <a:cubicBezTo>
                    <a:pt x="29841" y="9721"/>
                    <a:pt x="24022" y="3903"/>
                    <a:pt x="16871" y="3903"/>
                  </a:cubicBezTo>
                  <a:cubicBezTo>
                    <a:pt x="9719" y="3903"/>
                    <a:pt x="3901" y="9721"/>
                    <a:pt x="3901" y="16873"/>
                  </a:cubicBezTo>
                  <a:lnTo>
                    <a:pt x="3901" y="41773"/>
                  </a:lnTo>
                  <a:lnTo>
                    <a:pt x="976" y="41773"/>
                  </a:lnTo>
                  <a:lnTo>
                    <a:pt x="976" y="16873"/>
                  </a:lnTo>
                  <a:cubicBezTo>
                    <a:pt x="976" y="8109"/>
                    <a:pt x="8104" y="976"/>
                    <a:pt x="16871" y="976"/>
                  </a:cubicBezTo>
                  <a:close/>
                  <a:moveTo>
                    <a:pt x="16872" y="1"/>
                  </a:moveTo>
                  <a:cubicBezTo>
                    <a:pt x="7567" y="1"/>
                    <a:pt x="0" y="7571"/>
                    <a:pt x="0" y="16873"/>
                  </a:cubicBezTo>
                  <a:lnTo>
                    <a:pt x="0" y="42746"/>
                  </a:lnTo>
                  <a:lnTo>
                    <a:pt x="4877" y="42746"/>
                  </a:lnTo>
                  <a:lnTo>
                    <a:pt x="4877" y="16873"/>
                  </a:lnTo>
                  <a:cubicBezTo>
                    <a:pt x="4877" y="10258"/>
                    <a:pt x="10256" y="4878"/>
                    <a:pt x="16870" y="4878"/>
                  </a:cubicBezTo>
                  <a:cubicBezTo>
                    <a:pt x="23485" y="4878"/>
                    <a:pt x="28865" y="10258"/>
                    <a:pt x="28865" y="16873"/>
                  </a:cubicBezTo>
                  <a:lnTo>
                    <a:pt x="28865" y="42748"/>
                  </a:lnTo>
                  <a:lnTo>
                    <a:pt x="33743" y="42748"/>
                  </a:lnTo>
                  <a:lnTo>
                    <a:pt x="33743" y="16873"/>
                  </a:lnTo>
                  <a:cubicBezTo>
                    <a:pt x="33743" y="7571"/>
                    <a:pt x="26176" y="1"/>
                    <a:pt x="16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74E62-ABF2-D48A-556B-3BE1EA2469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F590FA-3325-DB3C-023A-B7C793D90D9B}"/>
              </a:ext>
            </a:extLst>
          </p:cNvPr>
          <p:cNvSpPr>
            <a:spLocks noGrp="1"/>
          </p:cNvSpPr>
          <p:nvPr>
            <p:ph type="title"/>
          </p:nvPr>
        </p:nvSpPr>
        <p:spPr/>
        <p:txBody>
          <a:bodyPr/>
          <a:lstStyle/>
          <a:p>
            <a:r>
              <a:rPr lang="en-US" b="0"/>
              <a:t>Project Motivation &amp; Goals</a:t>
            </a:r>
            <a:endParaRPr lang="en-US"/>
          </a:p>
        </p:txBody>
      </p:sp>
      <p:sp>
        <p:nvSpPr>
          <p:cNvPr id="3" name="Content Placeholder 2">
            <a:extLst>
              <a:ext uri="{FF2B5EF4-FFF2-40B4-BE49-F238E27FC236}">
                <a16:creationId xmlns:a16="http://schemas.microsoft.com/office/drawing/2014/main" id="{1537529B-9597-C98E-075C-15091A76360A}"/>
              </a:ext>
            </a:extLst>
          </p:cNvPr>
          <p:cNvSpPr>
            <a:spLocks noGrp="1"/>
          </p:cNvSpPr>
          <p:nvPr>
            <p:ph idx="1"/>
          </p:nvPr>
        </p:nvSpPr>
        <p:spPr/>
        <p:txBody>
          <a:bodyPr/>
          <a:lstStyle/>
          <a:p>
            <a:pPr>
              <a:lnSpc>
                <a:spcPct val="250000"/>
              </a:lnSpc>
              <a:buFont typeface="Wingdings"/>
              <a:buChar char="q"/>
            </a:pPr>
            <a:r>
              <a:rPr lang="en-US" b="1"/>
              <a:t>Urban air pollution significantly impacts public health and environment.</a:t>
            </a:r>
            <a:endParaRPr lang="en-US"/>
          </a:p>
          <a:p>
            <a:pPr>
              <a:lnSpc>
                <a:spcPct val="250000"/>
              </a:lnSpc>
              <a:buFont typeface="Wingdings"/>
              <a:buChar char="q"/>
            </a:pPr>
            <a:r>
              <a:rPr lang="en-US" b="1"/>
              <a:t>Focus on comparative air quality study in NYC, Boston, Chicago.</a:t>
            </a:r>
            <a:endParaRPr lang="en-US"/>
          </a:p>
          <a:p>
            <a:pPr>
              <a:lnSpc>
                <a:spcPct val="250000"/>
              </a:lnSpc>
              <a:buFont typeface="Wingdings"/>
              <a:buChar char="q"/>
            </a:pPr>
            <a:r>
              <a:rPr lang="en-US" b="1"/>
              <a:t>Analyze PM2.5, PM10, NO2 pollutants.</a:t>
            </a:r>
            <a:endParaRPr lang="en-US"/>
          </a:p>
          <a:p>
            <a:pPr>
              <a:lnSpc>
                <a:spcPct val="250000"/>
              </a:lnSpc>
              <a:buFont typeface="Wingdings"/>
              <a:buChar char="q"/>
            </a:pPr>
            <a:r>
              <a:rPr lang="en-US" b="1"/>
              <a:t>Integrate GIS, spatial indexing, machine learning.</a:t>
            </a:r>
            <a:endParaRPr lang="en-US"/>
          </a:p>
          <a:p>
            <a:pPr>
              <a:lnSpc>
                <a:spcPct val="250000"/>
              </a:lnSpc>
              <a:buFont typeface="Wingdings"/>
              <a:buChar char="q"/>
            </a:pPr>
            <a:r>
              <a:rPr lang="en-US" b="1"/>
              <a:t>Support evidence-based policy design.</a:t>
            </a:r>
            <a:endParaRPr lang="en-US"/>
          </a:p>
          <a:p>
            <a:pPr>
              <a:lnSpc>
                <a:spcPct val="114999"/>
              </a:lnSpc>
              <a:buFont typeface="Wingdings"/>
              <a:buChar char="q"/>
            </a:pPr>
            <a:endParaRPr lang="en-US"/>
          </a:p>
        </p:txBody>
      </p:sp>
    </p:spTree>
    <p:extLst>
      <p:ext uri="{BB962C8B-B14F-4D97-AF65-F5344CB8AC3E}">
        <p14:creationId xmlns:p14="http://schemas.microsoft.com/office/powerpoint/2010/main" val="1993971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6">
          <a:extLst>
            <a:ext uri="{FF2B5EF4-FFF2-40B4-BE49-F238E27FC236}">
              <a16:creationId xmlns:a16="http://schemas.microsoft.com/office/drawing/2014/main" id="{E78A1996-FCBC-0D42-F230-C8162C054A9E}"/>
            </a:ext>
          </a:extLst>
        </p:cNvPr>
        <p:cNvGrpSpPr/>
        <p:nvPr/>
      </p:nvGrpSpPr>
      <p:grpSpPr>
        <a:xfrm>
          <a:off x="0" y="0"/>
          <a:ext cx="0" cy="0"/>
          <a:chOff x="0" y="0"/>
          <a:chExt cx="0" cy="0"/>
        </a:xfrm>
      </p:grpSpPr>
      <p:sp>
        <p:nvSpPr>
          <p:cNvPr id="537" name="Google Shape;537;p42">
            <a:extLst>
              <a:ext uri="{FF2B5EF4-FFF2-40B4-BE49-F238E27FC236}">
                <a16:creationId xmlns:a16="http://schemas.microsoft.com/office/drawing/2014/main" id="{80F4596F-BAD1-C044-5CB2-34415E628CDE}"/>
              </a:ext>
            </a:extLst>
          </p:cNvPr>
          <p:cNvSpPr txBox="1">
            <a:spLocks noGrp="1"/>
          </p:cNvSpPr>
          <p:nvPr>
            <p:ph type="title" idx="2"/>
          </p:nvPr>
        </p:nvSpPr>
        <p:spPr>
          <a:xfrm>
            <a:off x="2391900" y="2074295"/>
            <a:ext cx="4360200" cy="1624655"/>
          </a:xfrm>
          <a:prstGeom prst="rect">
            <a:avLst/>
          </a:prstGeom>
        </p:spPr>
        <p:txBody>
          <a:bodyPr spcFirstLastPara="1" wrap="square" lIns="91425" tIns="91425" rIns="91425" bIns="91425" anchor="b" anchorCtr="0">
            <a:noAutofit/>
          </a:bodyPr>
          <a:lstStyle/>
          <a:p>
            <a:pPr>
              <a:lnSpc>
                <a:spcPct val="114999"/>
              </a:lnSpc>
            </a:pPr>
            <a:r>
              <a:rPr lang="en-US" sz="4400"/>
              <a:t>Research Questions</a:t>
            </a:r>
            <a:endParaRPr lang="en-US" sz="4400" b="0"/>
          </a:p>
        </p:txBody>
      </p:sp>
      <p:sp>
        <p:nvSpPr>
          <p:cNvPr id="538" name="Google Shape;538;p42">
            <a:extLst>
              <a:ext uri="{FF2B5EF4-FFF2-40B4-BE49-F238E27FC236}">
                <a16:creationId xmlns:a16="http://schemas.microsoft.com/office/drawing/2014/main" id="{5F9D339E-6EFA-3DA8-455D-2939DE7C9F4D}"/>
              </a:ext>
            </a:extLst>
          </p:cNvPr>
          <p:cNvSpPr txBox="1">
            <a:spLocks noGrp="1"/>
          </p:cNvSpPr>
          <p:nvPr>
            <p:ph type="title"/>
          </p:nvPr>
        </p:nvSpPr>
        <p:spPr>
          <a:xfrm>
            <a:off x="3376788" y="797050"/>
            <a:ext cx="2390700" cy="103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grpSp>
        <p:nvGrpSpPr>
          <p:cNvPr id="540" name="Google Shape;540;p42">
            <a:extLst>
              <a:ext uri="{FF2B5EF4-FFF2-40B4-BE49-F238E27FC236}">
                <a16:creationId xmlns:a16="http://schemas.microsoft.com/office/drawing/2014/main" id="{656C1786-29F4-D44B-A0C3-0FFD339748E9}"/>
              </a:ext>
            </a:extLst>
          </p:cNvPr>
          <p:cNvGrpSpPr/>
          <p:nvPr/>
        </p:nvGrpSpPr>
        <p:grpSpPr>
          <a:xfrm>
            <a:off x="619448" y="3952499"/>
            <a:ext cx="977788" cy="1238759"/>
            <a:chOff x="227223" y="1681074"/>
            <a:chExt cx="977788" cy="1238759"/>
          </a:xfrm>
        </p:grpSpPr>
        <p:sp>
          <p:nvSpPr>
            <p:cNvPr id="541" name="Google Shape;541;p42">
              <a:extLst>
                <a:ext uri="{FF2B5EF4-FFF2-40B4-BE49-F238E27FC236}">
                  <a16:creationId xmlns:a16="http://schemas.microsoft.com/office/drawing/2014/main" id="{5C97C294-E07F-BE19-CD11-5C956A6BEEB4}"/>
                </a:ext>
              </a:extLst>
            </p:cNvPr>
            <p:cNvSpPr/>
            <p:nvPr/>
          </p:nvSpPr>
          <p:spPr>
            <a:xfrm>
              <a:off x="283700" y="1737638"/>
              <a:ext cx="864805" cy="1168054"/>
            </a:xfrm>
            <a:custGeom>
              <a:avLst/>
              <a:gdLst/>
              <a:ahLst/>
              <a:cxnLst/>
              <a:rect l="l" t="t" r="r" b="b"/>
              <a:pathLst>
                <a:path w="29844" h="40309" extrusionOk="0">
                  <a:moveTo>
                    <a:pt x="14922" y="0"/>
                  </a:moveTo>
                  <a:cubicBezTo>
                    <a:pt x="6694" y="0"/>
                    <a:pt x="0" y="6694"/>
                    <a:pt x="0" y="14921"/>
                  </a:cubicBezTo>
                  <a:lnTo>
                    <a:pt x="0" y="40308"/>
                  </a:lnTo>
                  <a:lnTo>
                    <a:pt x="976" y="40308"/>
                  </a:lnTo>
                  <a:lnTo>
                    <a:pt x="976" y="14921"/>
                  </a:lnTo>
                  <a:cubicBezTo>
                    <a:pt x="976" y="7232"/>
                    <a:pt x="7233" y="976"/>
                    <a:pt x="14923" y="976"/>
                  </a:cubicBezTo>
                  <a:cubicBezTo>
                    <a:pt x="22612" y="976"/>
                    <a:pt x="28868" y="7232"/>
                    <a:pt x="28868" y="14921"/>
                  </a:cubicBezTo>
                  <a:lnTo>
                    <a:pt x="28868" y="40308"/>
                  </a:lnTo>
                  <a:lnTo>
                    <a:pt x="29843" y="40308"/>
                  </a:lnTo>
                  <a:lnTo>
                    <a:pt x="29843" y="14921"/>
                  </a:lnTo>
                  <a:cubicBezTo>
                    <a:pt x="29843" y="6694"/>
                    <a:pt x="23149" y="0"/>
                    <a:pt x="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42">
              <a:extLst>
                <a:ext uri="{FF2B5EF4-FFF2-40B4-BE49-F238E27FC236}">
                  <a16:creationId xmlns:a16="http://schemas.microsoft.com/office/drawing/2014/main" id="{DFA066A9-62B3-F2EF-03F6-C9DED242A7AF}"/>
                </a:ext>
              </a:extLst>
            </p:cNvPr>
            <p:cNvSpPr/>
            <p:nvPr/>
          </p:nvSpPr>
          <p:spPr>
            <a:xfrm>
              <a:off x="227223" y="1681074"/>
              <a:ext cx="977788" cy="1238759"/>
            </a:xfrm>
            <a:custGeom>
              <a:avLst/>
              <a:gdLst/>
              <a:ahLst/>
              <a:cxnLst/>
              <a:rect l="l" t="t" r="r" b="b"/>
              <a:pathLst>
                <a:path w="33743" h="42749" extrusionOk="0">
                  <a:moveTo>
                    <a:pt x="16871" y="976"/>
                  </a:moveTo>
                  <a:cubicBezTo>
                    <a:pt x="25637" y="976"/>
                    <a:pt x="32767" y="8108"/>
                    <a:pt x="32767" y="16873"/>
                  </a:cubicBezTo>
                  <a:lnTo>
                    <a:pt x="32767" y="41773"/>
                  </a:lnTo>
                  <a:lnTo>
                    <a:pt x="29841" y="41773"/>
                  </a:lnTo>
                  <a:lnTo>
                    <a:pt x="29841" y="16873"/>
                  </a:lnTo>
                  <a:cubicBezTo>
                    <a:pt x="29841" y="9721"/>
                    <a:pt x="24022" y="3903"/>
                    <a:pt x="16871" y="3903"/>
                  </a:cubicBezTo>
                  <a:cubicBezTo>
                    <a:pt x="9719" y="3903"/>
                    <a:pt x="3901" y="9721"/>
                    <a:pt x="3901" y="16873"/>
                  </a:cubicBezTo>
                  <a:lnTo>
                    <a:pt x="3901" y="41773"/>
                  </a:lnTo>
                  <a:lnTo>
                    <a:pt x="976" y="41773"/>
                  </a:lnTo>
                  <a:lnTo>
                    <a:pt x="976" y="16873"/>
                  </a:lnTo>
                  <a:cubicBezTo>
                    <a:pt x="976" y="8109"/>
                    <a:pt x="8104" y="976"/>
                    <a:pt x="16871" y="976"/>
                  </a:cubicBezTo>
                  <a:close/>
                  <a:moveTo>
                    <a:pt x="16872" y="1"/>
                  </a:moveTo>
                  <a:cubicBezTo>
                    <a:pt x="7567" y="1"/>
                    <a:pt x="0" y="7571"/>
                    <a:pt x="0" y="16873"/>
                  </a:cubicBezTo>
                  <a:lnTo>
                    <a:pt x="0" y="42746"/>
                  </a:lnTo>
                  <a:lnTo>
                    <a:pt x="4877" y="42746"/>
                  </a:lnTo>
                  <a:lnTo>
                    <a:pt x="4877" y="16873"/>
                  </a:lnTo>
                  <a:cubicBezTo>
                    <a:pt x="4877" y="10258"/>
                    <a:pt x="10256" y="4878"/>
                    <a:pt x="16870" y="4878"/>
                  </a:cubicBezTo>
                  <a:cubicBezTo>
                    <a:pt x="23485" y="4878"/>
                    <a:pt x="28865" y="10258"/>
                    <a:pt x="28865" y="16873"/>
                  </a:cubicBezTo>
                  <a:lnTo>
                    <a:pt x="28865" y="42748"/>
                  </a:lnTo>
                  <a:lnTo>
                    <a:pt x="33743" y="42748"/>
                  </a:lnTo>
                  <a:lnTo>
                    <a:pt x="33743" y="16873"/>
                  </a:lnTo>
                  <a:cubicBezTo>
                    <a:pt x="33743" y="7571"/>
                    <a:pt x="26176" y="1"/>
                    <a:pt x="16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7375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DDF18-60B8-6B5E-2D9E-8EE6A45F026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3A23F4B-CD46-9A39-2E84-29EFCE6E6128}"/>
              </a:ext>
            </a:extLst>
          </p:cNvPr>
          <p:cNvSpPr>
            <a:spLocks noGrp="1"/>
          </p:cNvSpPr>
          <p:nvPr>
            <p:ph type="title"/>
          </p:nvPr>
        </p:nvSpPr>
        <p:spPr>
          <a:xfrm>
            <a:off x="83802" y="161875"/>
            <a:ext cx="7704000" cy="634500"/>
          </a:xfrm>
        </p:spPr>
        <p:txBody>
          <a:bodyPr/>
          <a:lstStyle/>
          <a:p>
            <a:r>
              <a:rPr lang="en-US" sz="2000">
                <a:solidFill>
                  <a:srgbClr val="000000"/>
                </a:solidFill>
                <a:latin typeface="Consolas"/>
                <a:ea typeface="Calibri"/>
                <a:cs typeface="Calibri"/>
              </a:rPr>
              <a:t>Key Questions Driving Our Study</a:t>
            </a:r>
            <a:endParaRPr lang="en-US" sz="2000">
              <a:latin typeface="Consolas"/>
            </a:endParaRPr>
          </a:p>
        </p:txBody>
      </p:sp>
      <p:graphicFrame>
        <p:nvGraphicFramePr>
          <p:cNvPr id="16" name="Diagram 15">
            <a:extLst>
              <a:ext uri="{FF2B5EF4-FFF2-40B4-BE49-F238E27FC236}">
                <a16:creationId xmlns:a16="http://schemas.microsoft.com/office/drawing/2014/main" id="{F0601F10-0EC1-E31C-E8F5-DC9AC8E8EE3C}"/>
              </a:ext>
            </a:extLst>
          </p:cNvPr>
          <p:cNvGraphicFramePr/>
          <p:nvPr>
            <p:extLst>
              <p:ext uri="{D42A27DB-BD31-4B8C-83A1-F6EECF244321}">
                <p14:modId xmlns:p14="http://schemas.microsoft.com/office/powerpoint/2010/main" val="1916467095"/>
              </p:ext>
            </p:extLst>
          </p:nvPr>
        </p:nvGraphicFramePr>
        <p:xfrm>
          <a:off x="578145" y="1214245"/>
          <a:ext cx="7461848" cy="37654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95081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6">
          <a:extLst>
            <a:ext uri="{FF2B5EF4-FFF2-40B4-BE49-F238E27FC236}">
              <a16:creationId xmlns:a16="http://schemas.microsoft.com/office/drawing/2014/main" id="{4BB773E0-AF57-17E2-A29B-CC7756ECA2BA}"/>
            </a:ext>
          </a:extLst>
        </p:cNvPr>
        <p:cNvGrpSpPr/>
        <p:nvPr/>
      </p:nvGrpSpPr>
      <p:grpSpPr>
        <a:xfrm>
          <a:off x="0" y="0"/>
          <a:ext cx="0" cy="0"/>
          <a:chOff x="0" y="0"/>
          <a:chExt cx="0" cy="0"/>
        </a:xfrm>
      </p:grpSpPr>
      <p:sp>
        <p:nvSpPr>
          <p:cNvPr id="537" name="Google Shape;537;p42">
            <a:extLst>
              <a:ext uri="{FF2B5EF4-FFF2-40B4-BE49-F238E27FC236}">
                <a16:creationId xmlns:a16="http://schemas.microsoft.com/office/drawing/2014/main" id="{C2DD19E7-08D8-C349-4924-2F0A1CDD3C32}"/>
              </a:ext>
            </a:extLst>
          </p:cNvPr>
          <p:cNvSpPr txBox="1">
            <a:spLocks noGrp="1"/>
          </p:cNvSpPr>
          <p:nvPr>
            <p:ph type="title" idx="2"/>
          </p:nvPr>
        </p:nvSpPr>
        <p:spPr>
          <a:xfrm>
            <a:off x="2391900" y="2074295"/>
            <a:ext cx="4360200" cy="882628"/>
          </a:xfrm>
          <a:prstGeom prst="rect">
            <a:avLst/>
          </a:prstGeom>
        </p:spPr>
        <p:txBody>
          <a:bodyPr spcFirstLastPara="1" wrap="square" lIns="91425" tIns="91425" rIns="91425" bIns="91425" anchor="b" anchorCtr="0">
            <a:noAutofit/>
          </a:bodyPr>
          <a:lstStyle/>
          <a:p>
            <a:pPr>
              <a:lnSpc>
                <a:spcPct val="114999"/>
              </a:lnSpc>
            </a:pPr>
            <a:r>
              <a:rPr lang="en-US" sz="4400"/>
              <a:t>Related Work</a:t>
            </a:r>
            <a:endParaRPr lang="en-US" sz="4400" b="0"/>
          </a:p>
        </p:txBody>
      </p:sp>
      <p:sp>
        <p:nvSpPr>
          <p:cNvPr id="538" name="Google Shape;538;p42">
            <a:extLst>
              <a:ext uri="{FF2B5EF4-FFF2-40B4-BE49-F238E27FC236}">
                <a16:creationId xmlns:a16="http://schemas.microsoft.com/office/drawing/2014/main" id="{073D4F79-8CDA-9A6B-A3DB-36B241807D80}"/>
              </a:ext>
            </a:extLst>
          </p:cNvPr>
          <p:cNvSpPr txBox="1">
            <a:spLocks noGrp="1"/>
          </p:cNvSpPr>
          <p:nvPr>
            <p:ph type="title"/>
          </p:nvPr>
        </p:nvSpPr>
        <p:spPr>
          <a:xfrm>
            <a:off x="3376788" y="797050"/>
            <a:ext cx="2390700" cy="103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grpSp>
        <p:nvGrpSpPr>
          <p:cNvPr id="540" name="Google Shape;540;p42">
            <a:extLst>
              <a:ext uri="{FF2B5EF4-FFF2-40B4-BE49-F238E27FC236}">
                <a16:creationId xmlns:a16="http://schemas.microsoft.com/office/drawing/2014/main" id="{D6DD2B6B-FBDC-E8A1-7C5C-C8E9ED0F46E8}"/>
              </a:ext>
            </a:extLst>
          </p:cNvPr>
          <p:cNvGrpSpPr/>
          <p:nvPr/>
        </p:nvGrpSpPr>
        <p:grpSpPr>
          <a:xfrm>
            <a:off x="619448" y="3952499"/>
            <a:ext cx="977788" cy="1238759"/>
            <a:chOff x="227223" y="1681074"/>
            <a:chExt cx="977788" cy="1238759"/>
          </a:xfrm>
        </p:grpSpPr>
        <p:sp>
          <p:nvSpPr>
            <p:cNvPr id="541" name="Google Shape;541;p42">
              <a:extLst>
                <a:ext uri="{FF2B5EF4-FFF2-40B4-BE49-F238E27FC236}">
                  <a16:creationId xmlns:a16="http://schemas.microsoft.com/office/drawing/2014/main" id="{6199CCE7-AFD1-BCDC-D3A2-D8626DEDFD7C}"/>
                </a:ext>
              </a:extLst>
            </p:cNvPr>
            <p:cNvSpPr/>
            <p:nvPr/>
          </p:nvSpPr>
          <p:spPr>
            <a:xfrm>
              <a:off x="283700" y="1737638"/>
              <a:ext cx="864805" cy="1168054"/>
            </a:xfrm>
            <a:custGeom>
              <a:avLst/>
              <a:gdLst/>
              <a:ahLst/>
              <a:cxnLst/>
              <a:rect l="l" t="t" r="r" b="b"/>
              <a:pathLst>
                <a:path w="29844" h="40309" extrusionOk="0">
                  <a:moveTo>
                    <a:pt x="14922" y="0"/>
                  </a:moveTo>
                  <a:cubicBezTo>
                    <a:pt x="6694" y="0"/>
                    <a:pt x="0" y="6694"/>
                    <a:pt x="0" y="14921"/>
                  </a:cubicBezTo>
                  <a:lnTo>
                    <a:pt x="0" y="40308"/>
                  </a:lnTo>
                  <a:lnTo>
                    <a:pt x="976" y="40308"/>
                  </a:lnTo>
                  <a:lnTo>
                    <a:pt x="976" y="14921"/>
                  </a:lnTo>
                  <a:cubicBezTo>
                    <a:pt x="976" y="7232"/>
                    <a:pt x="7233" y="976"/>
                    <a:pt x="14923" y="976"/>
                  </a:cubicBezTo>
                  <a:cubicBezTo>
                    <a:pt x="22612" y="976"/>
                    <a:pt x="28868" y="7232"/>
                    <a:pt x="28868" y="14921"/>
                  </a:cubicBezTo>
                  <a:lnTo>
                    <a:pt x="28868" y="40308"/>
                  </a:lnTo>
                  <a:lnTo>
                    <a:pt x="29843" y="40308"/>
                  </a:lnTo>
                  <a:lnTo>
                    <a:pt x="29843" y="14921"/>
                  </a:lnTo>
                  <a:cubicBezTo>
                    <a:pt x="29843" y="6694"/>
                    <a:pt x="23149" y="0"/>
                    <a:pt x="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42">
              <a:extLst>
                <a:ext uri="{FF2B5EF4-FFF2-40B4-BE49-F238E27FC236}">
                  <a16:creationId xmlns:a16="http://schemas.microsoft.com/office/drawing/2014/main" id="{8B4A4182-CB4F-A0FC-6F3E-7820F7B7ECBC}"/>
                </a:ext>
              </a:extLst>
            </p:cNvPr>
            <p:cNvSpPr/>
            <p:nvPr/>
          </p:nvSpPr>
          <p:spPr>
            <a:xfrm>
              <a:off x="227223" y="1681074"/>
              <a:ext cx="977788" cy="1238759"/>
            </a:xfrm>
            <a:custGeom>
              <a:avLst/>
              <a:gdLst/>
              <a:ahLst/>
              <a:cxnLst/>
              <a:rect l="l" t="t" r="r" b="b"/>
              <a:pathLst>
                <a:path w="33743" h="42749" extrusionOk="0">
                  <a:moveTo>
                    <a:pt x="16871" y="976"/>
                  </a:moveTo>
                  <a:cubicBezTo>
                    <a:pt x="25637" y="976"/>
                    <a:pt x="32767" y="8108"/>
                    <a:pt x="32767" y="16873"/>
                  </a:cubicBezTo>
                  <a:lnTo>
                    <a:pt x="32767" y="41773"/>
                  </a:lnTo>
                  <a:lnTo>
                    <a:pt x="29841" y="41773"/>
                  </a:lnTo>
                  <a:lnTo>
                    <a:pt x="29841" y="16873"/>
                  </a:lnTo>
                  <a:cubicBezTo>
                    <a:pt x="29841" y="9721"/>
                    <a:pt x="24022" y="3903"/>
                    <a:pt x="16871" y="3903"/>
                  </a:cubicBezTo>
                  <a:cubicBezTo>
                    <a:pt x="9719" y="3903"/>
                    <a:pt x="3901" y="9721"/>
                    <a:pt x="3901" y="16873"/>
                  </a:cubicBezTo>
                  <a:lnTo>
                    <a:pt x="3901" y="41773"/>
                  </a:lnTo>
                  <a:lnTo>
                    <a:pt x="976" y="41773"/>
                  </a:lnTo>
                  <a:lnTo>
                    <a:pt x="976" y="16873"/>
                  </a:lnTo>
                  <a:cubicBezTo>
                    <a:pt x="976" y="8109"/>
                    <a:pt x="8104" y="976"/>
                    <a:pt x="16871" y="976"/>
                  </a:cubicBezTo>
                  <a:close/>
                  <a:moveTo>
                    <a:pt x="16872" y="1"/>
                  </a:moveTo>
                  <a:cubicBezTo>
                    <a:pt x="7567" y="1"/>
                    <a:pt x="0" y="7571"/>
                    <a:pt x="0" y="16873"/>
                  </a:cubicBezTo>
                  <a:lnTo>
                    <a:pt x="0" y="42746"/>
                  </a:lnTo>
                  <a:lnTo>
                    <a:pt x="4877" y="42746"/>
                  </a:lnTo>
                  <a:lnTo>
                    <a:pt x="4877" y="16873"/>
                  </a:lnTo>
                  <a:cubicBezTo>
                    <a:pt x="4877" y="10258"/>
                    <a:pt x="10256" y="4878"/>
                    <a:pt x="16870" y="4878"/>
                  </a:cubicBezTo>
                  <a:cubicBezTo>
                    <a:pt x="23485" y="4878"/>
                    <a:pt x="28865" y="10258"/>
                    <a:pt x="28865" y="16873"/>
                  </a:cubicBezTo>
                  <a:lnTo>
                    <a:pt x="28865" y="42748"/>
                  </a:lnTo>
                  <a:lnTo>
                    <a:pt x="33743" y="42748"/>
                  </a:lnTo>
                  <a:lnTo>
                    <a:pt x="33743" y="16873"/>
                  </a:lnTo>
                  <a:cubicBezTo>
                    <a:pt x="33743" y="7571"/>
                    <a:pt x="26176" y="1"/>
                    <a:pt x="16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859566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3EC38-380E-E7D8-532B-05C841D0EB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299D7D-17BE-04AA-0554-0A7EEE3B6F72}"/>
              </a:ext>
            </a:extLst>
          </p:cNvPr>
          <p:cNvSpPr>
            <a:spLocks noGrp="1"/>
          </p:cNvSpPr>
          <p:nvPr>
            <p:ph type="title"/>
          </p:nvPr>
        </p:nvSpPr>
        <p:spPr/>
        <p:txBody>
          <a:bodyPr/>
          <a:lstStyle/>
          <a:p>
            <a:r>
              <a:rPr lang="en-US" b="0"/>
              <a:t>Related Work</a:t>
            </a:r>
            <a:endParaRPr lang="en-US" b="0">
              <a:solidFill>
                <a:srgbClr val="000000"/>
              </a:solidFill>
            </a:endParaRPr>
          </a:p>
        </p:txBody>
      </p:sp>
      <p:sp>
        <p:nvSpPr>
          <p:cNvPr id="3" name="Content Placeholder 2">
            <a:extLst>
              <a:ext uri="{FF2B5EF4-FFF2-40B4-BE49-F238E27FC236}">
                <a16:creationId xmlns:a16="http://schemas.microsoft.com/office/drawing/2014/main" id="{3DB6F7D9-F538-BA42-EC63-2A5A7E61B1BB}"/>
              </a:ext>
            </a:extLst>
          </p:cNvPr>
          <p:cNvSpPr>
            <a:spLocks noGrp="1"/>
          </p:cNvSpPr>
          <p:nvPr>
            <p:ph idx="1"/>
          </p:nvPr>
        </p:nvSpPr>
        <p:spPr/>
        <p:txBody>
          <a:bodyPr/>
          <a:lstStyle/>
          <a:p>
            <a:pPr marL="285750" indent="-285750">
              <a:lnSpc>
                <a:spcPct val="114999"/>
              </a:lnSpc>
            </a:pPr>
            <a:r>
              <a:rPr lang="en-US"/>
              <a:t>Studies combining mobility data and air pollution.</a:t>
            </a:r>
          </a:p>
          <a:p>
            <a:pPr marL="285750" indent="-285750">
              <a:lnSpc>
                <a:spcPct val="114999"/>
              </a:lnSpc>
            </a:pPr>
            <a:r>
              <a:rPr lang="en-US"/>
              <a:t>Real-time analytics and geospatial techniques.</a:t>
            </a:r>
          </a:p>
          <a:p>
            <a:pPr marL="285750" indent="-285750">
              <a:lnSpc>
                <a:spcPct val="114999"/>
              </a:lnSpc>
            </a:pPr>
            <a:r>
              <a:rPr lang="en-US"/>
              <a:t>K-means clustering, land-use regression modeling.</a:t>
            </a:r>
          </a:p>
          <a:p>
            <a:pPr marL="285750" indent="-285750">
              <a:lnSpc>
                <a:spcPct val="114999"/>
              </a:lnSpc>
            </a:pPr>
            <a:r>
              <a:rPr lang="en-US"/>
              <a:t>Urban form effects on pollution.</a:t>
            </a:r>
          </a:p>
        </p:txBody>
      </p:sp>
    </p:spTree>
    <p:extLst>
      <p:ext uri="{BB962C8B-B14F-4D97-AF65-F5344CB8AC3E}">
        <p14:creationId xmlns:p14="http://schemas.microsoft.com/office/powerpoint/2010/main" val="1243551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42"/>
          <p:cNvSpPr txBox="1">
            <a:spLocks noGrp="1"/>
          </p:cNvSpPr>
          <p:nvPr>
            <p:ph type="title" idx="2"/>
          </p:nvPr>
        </p:nvSpPr>
        <p:spPr>
          <a:xfrm>
            <a:off x="2391900" y="2074295"/>
            <a:ext cx="4360200" cy="1711321"/>
          </a:xfrm>
          <a:prstGeom prst="rect">
            <a:avLst/>
          </a:prstGeom>
        </p:spPr>
        <p:txBody>
          <a:bodyPr spcFirstLastPara="1" wrap="square" lIns="91425" tIns="91425" rIns="91425" bIns="91425" anchor="b" anchorCtr="0">
            <a:noAutofit/>
          </a:bodyPr>
          <a:lstStyle/>
          <a:p>
            <a:pPr marL="0" indent="0">
              <a:buSzPts val="1100"/>
              <a:buFont typeface="Arial"/>
              <a:buNone/>
            </a:pPr>
            <a:r>
              <a:rPr lang="en-US" sz="4400"/>
              <a:t>Methodology Overview</a:t>
            </a:r>
            <a:endParaRPr lang="en-US" sz="4800"/>
          </a:p>
        </p:txBody>
      </p:sp>
      <p:sp>
        <p:nvSpPr>
          <p:cNvPr id="538" name="Google Shape;538;p42"/>
          <p:cNvSpPr txBox="1">
            <a:spLocks noGrp="1"/>
          </p:cNvSpPr>
          <p:nvPr>
            <p:ph type="title"/>
          </p:nvPr>
        </p:nvSpPr>
        <p:spPr>
          <a:xfrm>
            <a:off x="3376788" y="797050"/>
            <a:ext cx="2390700" cy="103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grpSp>
        <p:nvGrpSpPr>
          <p:cNvPr id="540" name="Google Shape;540;p42"/>
          <p:cNvGrpSpPr/>
          <p:nvPr/>
        </p:nvGrpSpPr>
        <p:grpSpPr>
          <a:xfrm>
            <a:off x="619448" y="3952499"/>
            <a:ext cx="977788" cy="1238759"/>
            <a:chOff x="227223" y="1681074"/>
            <a:chExt cx="977788" cy="1238759"/>
          </a:xfrm>
        </p:grpSpPr>
        <p:sp>
          <p:nvSpPr>
            <p:cNvPr id="541" name="Google Shape;541;p42"/>
            <p:cNvSpPr/>
            <p:nvPr/>
          </p:nvSpPr>
          <p:spPr>
            <a:xfrm>
              <a:off x="283700" y="1737638"/>
              <a:ext cx="864805" cy="1168054"/>
            </a:xfrm>
            <a:custGeom>
              <a:avLst/>
              <a:gdLst/>
              <a:ahLst/>
              <a:cxnLst/>
              <a:rect l="l" t="t" r="r" b="b"/>
              <a:pathLst>
                <a:path w="29844" h="40309" extrusionOk="0">
                  <a:moveTo>
                    <a:pt x="14922" y="0"/>
                  </a:moveTo>
                  <a:cubicBezTo>
                    <a:pt x="6694" y="0"/>
                    <a:pt x="0" y="6694"/>
                    <a:pt x="0" y="14921"/>
                  </a:cubicBezTo>
                  <a:lnTo>
                    <a:pt x="0" y="40308"/>
                  </a:lnTo>
                  <a:lnTo>
                    <a:pt x="976" y="40308"/>
                  </a:lnTo>
                  <a:lnTo>
                    <a:pt x="976" y="14921"/>
                  </a:lnTo>
                  <a:cubicBezTo>
                    <a:pt x="976" y="7232"/>
                    <a:pt x="7233" y="976"/>
                    <a:pt x="14923" y="976"/>
                  </a:cubicBezTo>
                  <a:cubicBezTo>
                    <a:pt x="22612" y="976"/>
                    <a:pt x="28868" y="7232"/>
                    <a:pt x="28868" y="14921"/>
                  </a:cubicBezTo>
                  <a:lnTo>
                    <a:pt x="28868" y="40308"/>
                  </a:lnTo>
                  <a:lnTo>
                    <a:pt x="29843" y="40308"/>
                  </a:lnTo>
                  <a:lnTo>
                    <a:pt x="29843" y="14921"/>
                  </a:lnTo>
                  <a:cubicBezTo>
                    <a:pt x="29843" y="6694"/>
                    <a:pt x="23149" y="0"/>
                    <a:pt x="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42"/>
            <p:cNvSpPr/>
            <p:nvPr/>
          </p:nvSpPr>
          <p:spPr>
            <a:xfrm>
              <a:off x="227223" y="1681074"/>
              <a:ext cx="977788" cy="1238759"/>
            </a:xfrm>
            <a:custGeom>
              <a:avLst/>
              <a:gdLst/>
              <a:ahLst/>
              <a:cxnLst/>
              <a:rect l="l" t="t" r="r" b="b"/>
              <a:pathLst>
                <a:path w="33743" h="42749" extrusionOk="0">
                  <a:moveTo>
                    <a:pt x="16871" y="976"/>
                  </a:moveTo>
                  <a:cubicBezTo>
                    <a:pt x="25637" y="976"/>
                    <a:pt x="32767" y="8108"/>
                    <a:pt x="32767" y="16873"/>
                  </a:cubicBezTo>
                  <a:lnTo>
                    <a:pt x="32767" y="41773"/>
                  </a:lnTo>
                  <a:lnTo>
                    <a:pt x="29841" y="41773"/>
                  </a:lnTo>
                  <a:lnTo>
                    <a:pt x="29841" y="16873"/>
                  </a:lnTo>
                  <a:cubicBezTo>
                    <a:pt x="29841" y="9721"/>
                    <a:pt x="24022" y="3903"/>
                    <a:pt x="16871" y="3903"/>
                  </a:cubicBezTo>
                  <a:cubicBezTo>
                    <a:pt x="9719" y="3903"/>
                    <a:pt x="3901" y="9721"/>
                    <a:pt x="3901" y="16873"/>
                  </a:cubicBezTo>
                  <a:lnTo>
                    <a:pt x="3901" y="41773"/>
                  </a:lnTo>
                  <a:lnTo>
                    <a:pt x="976" y="41773"/>
                  </a:lnTo>
                  <a:lnTo>
                    <a:pt x="976" y="16873"/>
                  </a:lnTo>
                  <a:cubicBezTo>
                    <a:pt x="976" y="8109"/>
                    <a:pt x="8104" y="976"/>
                    <a:pt x="16871" y="976"/>
                  </a:cubicBezTo>
                  <a:close/>
                  <a:moveTo>
                    <a:pt x="16872" y="1"/>
                  </a:moveTo>
                  <a:cubicBezTo>
                    <a:pt x="7567" y="1"/>
                    <a:pt x="0" y="7571"/>
                    <a:pt x="0" y="16873"/>
                  </a:cubicBezTo>
                  <a:lnTo>
                    <a:pt x="0" y="42746"/>
                  </a:lnTo>
                  <a:lnTo>
                    <a:pt x="4877" y="42746"/>
                  </a:lnTo>
                  <a:lnTo>
                    <a:pt x="4877" y="16873"/>
                  </a:lnTo>
                  <a:cubicBezTo>
                    <a:pt x="4877" y="10258"/>
                    <a:pt x="10256" y="4878"/>
                    <a:pt x="16870" y="4878"/>
                  </a:cubicBezTo>
                  <a:cubicBezTo>
                    <a:pt x="23485" y="4878"/>
                    <a:pt x="28865" y="10258"/>
                    <a:pt x="28865" y="16873"/>
                  </a:cubicBezTo>
                  <a:lnTo>
                    <a:pt x="28865" y="42748"/>
                  </a:lnTo>
                  <a:lnTo>
                    <a:pt x="33743" y="42748"/>
                  </a:lnTo>
                  <a:lnTo>
                    <a:pt x="33743" y="16873"/>
                  </a:lnTo>
                  <a:cubicBezTo>
                    <a:pt x="33743" y="7571"/>
                    <a:pt x="26176" y="1"/>
                    <a:pt x="16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10689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5B8BF15-CE1B-E7DC-51F7-B4E13ACCC200}"/>
              </a:ext>
            </a:extLst>
          </p:cNvPr>
          <p:cNvPicPr>
            <a:picLocks noChangeAspect="1"/>
          </p:cNvPicPr>
          <p:nvPr/>
        </p:nvPicPr>
        <p:blipFill>
          <a:blip r:embed="rId2"/>
          <a:stretch>
            <a:fillRect/>
          </a:stretch>
        </p:blipFill>
        <p:spPr>
          <a:xfrm>
            <a:off x="106482" y="2171971"/>
            <a:ext cx="4132593" cy="2794420"/>
          </a:xfrm>
          <a:prstGeom prst="rect">
            <a:avLst/>
          </a:prstGeom>
        </p:spPr>
      </p:pic>
      <p:graphicFrame>
        <p:nvGraphicFramePr>
          <p:cNvPr id="7" name="Table 6">
            <a:extLst>
              <a:ext uri="{FF2B5EF4-FFF2-40B4-BE49-F238E27FC236}">
                <a16:creationId xmlns:a16="http://schemas.microsoft.com/office/drawing/2014/main" id="{BB6196EA-CAA2-3869-B8DE-0BF483C0E32B}"/>
              </a:ext>
            </a:extLst>
          </p:cNvPr>
          <p:cNvGraphicFramePr>
            <a:graphicFrameLocks noGrp="1"/>
          </p:cNvGraphicFramePr>
          <p:nvPr>
            <p:extLst>
              <p:ext uri="{D42A27DB-BD31-4B8C-83A1-F6EECF244321}">
                <p14:modId xmlns:p14="http://schemas.microsoft.com/office/powerpoint/2010/main" val="2126652361"/>
              </p:ext>
            </p:extLst>
          </p:nvPr>
        </p:nvGraphicFramePr>
        <p:xfrm>
          <a:off x="4787900" y="2100454"/>
          <a:ext cx="4140200" cy="2883535"/>
        </p:xfrm>
        <a:graphic>
          <a:graphicData uri="http://schemas.openxmlformats.org/drawingml/2006/table">
            <a:tbl>
              <a:tblPr firstRow="1" firstCol="1" bandRow="1">
                <a:tableStyleId>{5FB73104-5CDA-4C40-A74D-A2A51C1A07CD}</a:tableStyleId>
              </a:tblPr>
              <a:tblGrid>
                <a:gridCol w="952500">
                  <a:extLst>
                    <a:ext uri="{9D8B030D-6E8A-4147-A177-3AD203B41FA5}">
                      <a16:colId xmlns:a16="http://schemas.microsoft.com/office/drawing/2014/main" val="1218967315"/>
                    </a:ext>
                  </a:extLst>
                </a:gridCol>
                <a:gridCol w="1511300">
                  <a:extLst>
                    <a:ext uri="{9D8B030D-6E8A-4147-A177-3AD203B41FA5}">
                      <a16:colId xmlns:a16="http://schemas.microsoft.com/office/drawing/2014/main" val="3869811283"/>
                    </a:ext>
                  </a:extLst>
                </a:gridCol>
                <a:gridCol w="1676400">
                  <a:extLst>
                    <a:ext uri="{9D8B030D-6E8A-4147-A177-3AD203B41FA5}">
                      <a16:colId xmlns:a16="http://schemas.microsoft.com/office/drawing/2014/main" val="182034384"/>
                    </a:ext>
                  </a:extLst>
                </a:gridCol>
              </a:tblGrid>
              <a:tr h="556006">
                <a:tc>
                  <a:txBody>
                    <a:bodyPr/>
                    <a:lstStyle/>
                    <a:p>
                      <a:pPr marL="0" algn="ctr" rtl="0" eaLnBrk="1" latinLnBrk="0" hangingPunct="1">
                        <a:buNone/>
                      </a:pPr>
                      <a:r>
                        <a:rPr lang="en-US" sz="1100" kern="1200">
                          <a:solidFill>
                            <a:srgbClr val="000000"/>
                          </a:solidFill>
                          <a:effectLst/>
                          <a:latin typeface="Consolas"/>
                        </a:rPr>
                        <a:t>City</a:t>
                      </a:r>
                      <a:endParaRPr lang="en-US" sz="11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marL="0" algn="ctr" rtl="0" eaLnBrk="1" latinLnBrk="0" hangingPunct="1">
                        <a:buNone/>
                      </a:pPr>
                      <a:r>
                        <a:rPr lang="en-US" sz="1100" kern="1200">
                          <a:solidFill>
                            <a:srgbClr val="000000"/>
                          </a:solidFill>
                          <a:effectLst/>
                          <a:latin typeface="Consolas"/>
                        </a:rPr>
                        <a:t>Direct Pollution Variables</a:t>
                      </a:r>
                      <a:endParaRPr lang="en-US" sz="11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marL="0" algn="ctr" rtl="0" eaLnBrk="1" latinLnBrk="0" hangingPunct="1">
                        <a:buNone/>
                      </a:pPr>
                      <a:r>
                        <a:rPr lang="en-US" sz="1100" kern="1200">
                          <a:solidFill>
                            <a:srgbClr val="000000"/>
                          </a:solidFill>
                          <a:effectLst/>
                          <a:latin typeface="Consolas"/>
                        </a:rPr>
                        <a:t>Indirect Pollution Variables</a:t>
                      </a:r>
                      <a:endParaRPr lang="en-US" sz="11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579593788"/>
                  </a:ext>
                </a:extLst>
              </a:tr>
              <a:tr h="775843">
                <a:tc>
                  <a:txBody>
                    <a:bodyPr/>
                    <a:lstStyle/>
                    <a:p>
                      <a:pPr marL="0" algn="ctr" rtl="0" eaLnBrk="1" latinLnBrk="0" hangingPunct="1">
                        <a:buNone/>
                      </a:pPr>
                      <a:r>
                        <a:rPr lang="en-US" sz="1100" kern="1200">
                          <a:solidFill>
                            <a:srgbClr val="000000"/>
                          </a:solidFill>
                          <a:effectLst/>
                          <a:latin typeface="Consolas"/>
                        </a:rPr>
                        <a:t>NYC</a:t>
                      </a:r>
                      <a:endParaRPr lang="en-US" sz="11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marL="0" algn="ctr" rtl="0" eaLnBrk="1" latinLnBrk="0" hangingPunct="1">
                        <a:buNone/>
                      </a:pPr>
                      <a:r>
                        <a:rPr lang="en-US" sz="1100" kern="1200">
                          <a:solidFill>
                            <a:srgbClr val="000000"/>
                          </a:solidFill>
                          <a:effectLst/>
                          <a:latin typeface="Consolas"/>
                        </a:rPr>
                        <a:t>pm25_pm, pm10, pm25_aq</a:t>
                      </a:r>
                      <a:endParaRPr lang="en-US" sz="11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marL="0" algn="ctr" rtl="0" eaLnBrk="1" latinLnBrk="0" hangingPunct="1">
                        <a:buNone/>
                      </a:pPr>
                      <a:r>
                        <a:rPr lang="en-US" sz="1100" kern="1200" err="1">
                          <a:solidFill>
                            <a:srgbClr val="000000"/>
                          </a:solidFill>
                          <a:effectLst/>
                          <a:latin typeface="Consolas"/>
                        </a:rPr>
                        <a:t>temperature_pm</a:t>
                      </a:r>
                      <a:r>
                        <a:rPr lang="en-US" sz="1100" kern="1200">
                          <a:solidFill>
                            <a:srgbClr val="000000"/>
                          </a:solidFill>
                          <a:effectLst/>
                          <a:latin typeface="Consolas"/>
                        </a:rPr>
                        <a:t>, </a:t>
                      </a:r>
                      <a:r>
                        <a:rPr lang="en-US" sz="1100" kern="1200" err="1">
                          <a:solidFill>
                            <a:srgbClr val="000000"/>
                          </a:solidFill>
                          <a:effectLst/>
                          <a:latin typeface="Consolas"/>
                        </a:rPr>
                        <a:t>humidity_pm</a:t>
                      </a:r>
                      <a:r>
                        <a:rPr lang="en-US" sz="1100" kern="1200">
                          <a:solidFill>
                            <a:srgbClr val="000000"/>
                          </a:solidFill>
                          <a:effectLst/>
                          <a:latin typeface="Consolas"/>
                        </a:rPr>
                        <a:t>, location, </a:t>
                      </a:r>
                      <a:r>
                        <a:rPr lang="en-US" sz="1100" kern="1200" err="1">
                          <a:solidFill>
                            <a:srgbClr val="000000"/>
                          </a:solidFill>
                          <a:effectLst/>
                          <a:latin typeface="Consolas"/>
                        </a:rPr>
                        <a:t>SensorID</a:t>
                      </a:r>
                      <a:endParaRPr lang="en-US" sz="11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246347343"/>
                  </a:ext>
                </a:extLst>
              </a:tr>
              <a:tr h="775843">
                <a:tc>
                  <a:txBody>
                    <a:bodyPr/>
                    <a:lstStyle/>
                    <a:p>
                      <a:pPr marL="0" algn="ctr" rtl="0" eaLnBrk="1" latinLnBrk="0" hangingPunct="1">
                        <a:buNone/>
                      </a:pPr>
                      <a:r>
                        <a:rPr lang="en-US" sz="1100" kern="1200">
                          <a:solidFill>
                            <a:srgbClr val="000000"/>
                          </a:solidFill>
                          <a:effectLst/>
                          <a:latin typeface="Consolas"/>
                        </a:rPr>
                        <a:t>Boston</a:t>
                      </a:r>
                      <a:endParaRPr lang="en-US" sz="11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marL="0" algn="ctr" rtl="0" eaLnBrk="1" latinLnBrk="0" hangingPunct="1">
                        <a:buNone/>
                      </a:pPr>
                      <a:r>
                        <a:rPr lang="en-US" sz="1100" kern="1200">
                          <a:solidFill>
                            <a:srgbClr val="000000"/>
                          </a:solidFill>
                          <a:effectLst/>
                          <a:latin typeface="Consolas"/>
                        </a:rPr>
                        <a:t>pm25, no2</a:t>
                      </a:r>
                      <a:endParaRPr lang="en-US" sz="11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marL="0" algn="ctr" rtl="0" eaLnBrk="1" latinLnBrk="0" hangingPunct="1">
                        <a:buNone/>
                      </a:pPr>
                      <a:r>
                        <a:rPr lang="en-US" sz="1100" kern="1200">
                          <a:solidFill>
                            <a:srgbClr val="000000"/>
                          </a:solidFill>
                          <a:effectLst/>
                          <a:latin typeface="Consolas"/>
                        </a:rPr>
                        <a:t>temperature, humidity, location, bins</a:t>
                      </a:r>
                      <a:endParaRPr lang="en-US" sz="11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057284766"/>
                  </a:ext>
                </a:extLst>
              </a:tr>
              <a:tr h="775843">
                <a:tc>
                  <a:txBody>
                    <a:bodyPr/>
                    <a:lstStyle/>
                    <a:p>
                      <a:pPr marL="0" algn="ctr" rtl="0" eaLnBrk="1" latinLnBrk="0" hangingPunct="1">
                        <a:buNone/>
                      </a:pPr>
                      <a:r>
                        <a:rPr lang="en-US" sz="1100" kern="1200">
                          <a:solidFill>
                            <a:srgbClr val="000000"/>
                          </a:solidFill>
                          <a:effectLst/>
                          <a:latin typeface="Consolas"/>
                        </a:rPr>
                        <a:t>Chicago</a:t>
                      </a:r>
                      <a:endParaRPr lang="en-US" sz="11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marL="0" algn="ctr" rtl="0" eaLnBrk="1" latinLnBrk="0" hangingPunct="1">
                        <a:buNone/>
                      </a:pPr>
                      <a:r>
                        <a:rPr lang="pt-BR" sz="1100" kern="1200">
                          <a:solidFill>
                            <a:srgbClr val="000000"/>
                          </a:solidFill>
                          <a:effectLst/>
                          <a:latin typeface="Consolas"/>
                        </a:rPr>
                        <a:t>pm25, NO2, O3, CO </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marL="0" algn="ctr" rtl="0" eaLnBrk="1" latinLnBrk="0" hangingPunct="1">
                        <a:buNone/>
                      </a:pPr>
                      <a:r>
                        <a:rPr lang="en-US" sz="1100" kern="1200">
                          <a:solidFill>
                            <a:srgbClr val="000000"/>
                          </a:solidFill>
                          <a:effectLst/>
                          <a:latin typeface="Consolas"/>
                        </a:rPr>
                        <a:t>temperature, humidity, battery, signal</a:t>
                      </a:r>
                      <a:endParaRPr lang="en-US" sz="11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899616667"/>
                  </a:ext>
                </a:extLst>
              </a:tr>
            </a:tbl>
          </a:graphicData>
        </a:graphic>
      </p:graphicFrame>
      <p:sp>
        <p:nvSpPr>
          <p:cNvPr id="8" name="TextBox 7">
            <a:extLst>
              <a:ext uri="{FF2B5EF4-FFF2-40B4-BE49-F238E27FC236}">
                <a16:creationId xmlns:a16="http://schemas.microsoft.com/office/drawing/2014/main" id="{9FADA86A-5A10-5AD1-7D9C-684A58EA5DA0}"/>
              </a:ext>
            </a:extLst>
          </p:cNvPr>
          <p:cNvSpPr txBox="1"/>
          <p:nvPr/>
        </p:nvSpPr>
        <p:spPr>
          <a:xfrm>
            <a:off x="288986" y="164980"/>
            <a:ext cx="376758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Consolas"/>
                <a:ea typeface="Calibri"/>
                <a:cs typeface="Calibri"/>
              </a:rPr>
              <a:t>Data Collection</a:t>
            </a:r>
            <a:endParaRPr lang="en-US" sz="2400">
              <a:latin typeface="Consolas"/>
            </a:endParaRPr>
          </a:p>
        </p:txBody>
      </p:sp>
      <p:sp>
        <p:nvSpPr>
          <p:cNvPr id="9" name="TextBox 8">
            <a:extLst>
              <a:ext uri="{FF2B5EF4-FFF2-40B4-BE49-F238E27FC236}">
                <a16:creationId xmlns:a16="http://schemas.microsoft.com/office/drawing/2014/main" id="{AAFC2757-E9B6-CC0E-9A65-44F447614A8C}"/>
              </a:ext>
            </a:extLst>
          </p:cNvPr>
          <p:cNvSpPr txBox="1"/>
          <p:nvPr/>
        </p:nvSpPr>
        <p:spPr>
          <a:xfrm>
            <a:off x="353683" y="779612"/>
            <a:ext cx="843663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kern="1200">
                <a:solidFill>
                  <a:schemeClr val="tx1"/>
                </a:solidFill>
                <a:latin typeface="Consolas"/>
                <a:ea typeface="+mn-ea"/>
                <a:cs typeface="+mn-cs"/>
              </a:rPr>
              <a:t>We gathered air quality and weather data from NYC, Boston, and Chicago using public sensors. The datasets included pollutants like PM2.5, PM10, and NO2, along with temperature, humidity, and location info. This gave us a solid foundation to analyze pollution patterns across different cities.</a:t>
            </a:r>
          </a:p>
        </p:txBody>
      </p:sp>
    </p:spTree>
    <p:extLst>
      <p:ext uri="{BB962C8B-B14F-4D97-AF65-F5344CB8AC3E}">
        <p14:creationId xmlns:p14="http://schemas.microsoft.com/office/powerpoint/2010/main" val="3517793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5E6B0B8C-90BA-FB1D-FDB2-DAB21336077B}"/>
              </a:ext>
            </a:extLst>
          </p:cNvPr>
          <p:cNvSpPr txBox="1"/>
          <p:nvPr/>
        </p:nvSpPr>
        <p:spPr>
          <a:xfrm>
            <a:off x="402155" y="585549"/>
            <a:ext cx="903658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kern="1200">
                <a:solidFill>
                  <a:schemeClr val="tx1"/>
                </a:solidFill>
                <a:latin typeface="Consolas"/>
                <a:ea typeface="+mn-ea"/>
                <a:cs typeface="+mn-cs"/>
              </a:rPr>
              <a:t>Ensuring all pollution and weather variables were clean, complete, and reliable for modeling.</a:t>
            </a:r>
          </a:p>
        </p:txBody>
      </p:sp>
      <p:sp>
        <p:nvSpPr>
          <p:cNvPr id="10" name="TextBox 9">
            <a:extLst>
              <a:ext uri="{FF2B5EF4-FFF2-40B4-BE49-F238E27FC236}">
                <a16:creationId xmlns:a16="http://schemas.microsoft.com/office/drawing/2014/main" id="{C13DDF98-61D4-B333-F8B9-E1F2AA79DCFB}"/>
              </a:ext>
            </a:extLst>
          </p:cNvPr>
          <p:cNvSpPr txBox="1"/>
          <p:nvPr/>
        </p:nvSpPr>
        <p:spPr>
          <a:xfrm>
            <a:off x="404010" y="123953"/>
            <a:ext cx="44577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Consolas"/>
                <a:ea typeface="Calibri"/>
                <a:cs typeface="Calibri"/>
              </a:rPr>
              <a:t>Data Cleaning</a:t>
            </a:r>
            <a:endParaRPr lang="en-US" sz="2400">
              <a:latin typeface="Consolas"/>
            </a:endParaRPr>
          </a:p>
        </p:txBody>
      </p:sp>
      <p:graphicFrame>
        <p:nvGraphicFramePr>
          <p:cNvPr id="16" name="Diagram 15">
            <a:extLst>
              <a:ext uri="{FF2B5EF4-FFF2-40B4-BE49-F238E27FC236}">
                <a16:creationId xmlns:a16="http://schemas.microsoft.com/office/drawing/2014/main" id="{F9F5216B-DFB4-7459-3264-366C5040A0E3}"/>
              </a:ext>
            </a:extLst>
          </p:cNvPr>
          <p:cNvGraphicFramePr/>
          <p:nvPr>
            <p:extLst>
              <p:ext uri="{D42A27DB-BD31-4B8C-83A1-F6EECF244321}">
                <p14:modId xmlns:p14="http://schemas.microsoft.com/office/powerpoint/2010/main" val="68509369"/>
              </p:ext>
            </p:extLst>
          </p:nvPr>
        </p:nvGraphicFramePr>
        <p:xfrm>
          <a:off x="2017464" y="1066570"/>
          <a:ext cx="4572000" cy="365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2812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543CC9A-EBF0-6D70-4071-4072F889F731}"/>
              </a:ext>
            </a:extLst>
          </p:cNvPr>
          <p:cNvSpPr txBox="1"/>
          <p:nvPr/>
        </p:nvSpPr>
        <p:spPr>
          <a:xfrm>
            <a:off x="273005" y="136139"/>
            <a:ext cx="712110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kern="1200">
                <a:solidFill>
                  <a:schemeClr val="tx1"/>
                </a:solidFill>
                <a:latin typeface="Consolas"/>
                <a:ea typeface="+mn-ea"/>
                <a:cs typeface="+mn-cs"/>
              </a:rPr>
              <a:t>Spatial Standardization (H3)</a:t>
            </a:r>
          </a:p>
        </p:txBody>
      </p:sp>
      <p:graphicFrame>
        <p:nvGraphicFramePr>
          <p:cNvPr id="9" name="Diagram 8">
            <a:extLst>
              <a:ext uri="{FF2B5EF4-FFF2-40B4-BE49-F238E27FC236}">
                <a16:creationId xmlns:a16="http://schemas.microsoft.com/office/drawing/2014/main" id="{857F6CE0-87B7-629D-0162-851D9DDAFD89}"/>
              </a:ext>
            </a:extLst>
          </p:cNvPr>
          <p:cNvGraphicFramePr/>
          <p:nvPr>
            <p:extLst>
              <p:ext uri="{D42A27DB-BD31-4B8C-83A1-F6EECF244321}">
                <p14:modId xmlns:p14="http://schemas.microsoft.com/office/powerpoint/2010/main" val="432926963"/>
              </p:ext>
            </p:extLst>
          </p:nvPr>
        </p:nvGraphicFramePr>
        <p:xfrm>
          <a:off x="1087916" y="598354"/>
          <a:ext cx="6710942" cy="35571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20" name="TextBox 619">
            <a:extLst>
              <a:ext uri="{FF2B5EF4-FFF2-40B4-BE49-F238E27FC236}">
                <a16:creationId xmlns:a16="http://schemas.microsoft.com/office/drawing/2014/main" id="{E75C16B9-5A01-4FAE-23AD-EDF0AD7DED13}"/>
              </a:ext>
            </a:extLst>
          </p:cNvPr>
          <p:cNvSpPr txBox="1"/>
          <p:nvPr/>
        </p:nvSpPr>
        <p:spPr>
          <a:xfrm>
            <a:off x="122563" y="4264216"/>
            <a:ext cx="717748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kern="1200">
                <a:solidFill>
                  <a:schemeClr val="tx1"/>
                </a:solidFill>
                <a:latin typeface="Consolas"/>
                <a:ea typeface="+mn-ea"/>
                <a:cs typeface="+mn-cs"/>
              </a:rPr>
              <a:t>H3 Indexing Example :</a:t>
            </a:r>
          </a:p>
          <a:p>
            <a:pPr indent="-228600">
              <a:buFont typeface="Arial"/>
              <a:buChar char="•"/>
            </a:pPr>
            <a:r>
              <a:rPr lang="en-US" b="1" kern="1200">
                <a:solidFill>
                  <a:schemeClr val="tx1"/>
                </a:solidFill>
                <a:latin typeface="Consolas"/>
                <a:ea typeface="+mn-ea"/>
                <a:cs typeface="+mn-cs"/>
              </a:rPr>
              <a:t>Input: lat = 40.71, lon = -74.00</a:t>
            </a:r>
          </a:p>
          <a:p>
            <a:pPr indent="-228600">
              <a:buFont typeface="Arial"/>
              <a:buChar char="•"/>
            </a:pPr>
            <a:r>
              <a:rPr lang="en-US" b="1" kern="1200">
                <a:solidFill>
                  <a:schemeClr val="tx1"/>
                </a:solidFill>
                <a:latin typeface="Consolas"/>
                <a:ea typeface="+mn-ea"/>
                <a:cs typeface="+mn-cs"/>
              </a:rPr>
              <a:t>Output: h3 = '892a100accfffff'</a:t>
            </a:r>
          </a:p>
        </p:txBody>
      </p:sp>
    </p:spTree>
    <p:extLst>
      <p:ext uri="{BB962C8B-B14F-4D97-AF65-F5344CB8AC3E}">
        <p14:creationId xmlns:p14="http://schemas.microsoft.com/office/powerpoint/2010/main" val="3810518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0408B985-5B5E-1965-6832-1BB89E9ACC9F}"/>
              </a:ext>
            </a:extLst>
          </p:cNvPr>
          <p:cNvGraphicFramePr>
            <a:graphicFrameLocks noGrp="1"/>
          </p:cNvGraphicFramePr>
          <p:nvPr>
            <p:extLst>
              <p:ext uri="{D42A27DB-BD31-4B8C-83A1-F6EECF244321}">
                <p14:modId xmlns:p14="http://schemas.microsoft.com/office/powerpoint/2010/main" val="2055740943"/>
              </p:ext>
            </p:extLst>
          </p:nvPr>
        </p:nvGraphicFramePr>
        <p:xfrm>
          <a:off x="765594" y="700895"/>
          <a:ext cx="7326312" cy="3735737"/>
        </p:xfrm>
        <a:graphic>
          <a:graphicData uri="http://schemas.openxmlformats.org/drawingml/2006/table">
            <a:tbl>
              <a:tblPr firstRow="1" bandRow="1">
                <a:tableStyleId>{5FB73104-5CDA-4C40-A74D-A2A51C1A07CD}</a:tableStyleId>
              </a:tblPr>
              <a:tblGrid>
                <a:gridCol w="2442104">
                  <a:extLst>
                    <a:ext uri="{9D8B030D-6E8A-4147-A177-3AD203B41FA5}">
                      <a16:colId xmlns:a16="http://schemas.microsoft.com/office/drawing/2014/main" val="479370796"/>
                    </a:ext>
                  </a:extLst>
                </a:gridCol>
                <a:gridCol w="2442104">
                  <a:extLst>
                    <a:ext uri="{9D8B030D-6E8A-4147-A177-3AD203B41FA5}">
                      <a16:colId xmlns:a16="http://schemas.microsoft.com/office/drawing/2014/main" val="984338117"/>
                    </a:ext>
                  </a:extLst>
                </a:gridCol>
                <a:gridCol w="2442104">
                  <a:extLst>
                    <a:ext uri="{9D8B030D-6E8A-4147-A177-3AD203B41FA5}">
                      <a16:colId xmlns:a16="http://schemas.microsoft.com/office/drawing/2014/main" val="29876734"/>
                    </a:ext>
                  </a:extLst>
                </a:gridCol>
              </a:tblGrid>
              <a:tr h="216564">
                <a:tc>
                  <a:txBody>
                    <a:bodyPr/>
                    <a:lstStyle/>
                    <a:p>
                      <a:pPr marL="0" algn="l" rtl="0" eaLnBrk="1" latinLnBrk="0" hangingPunct="1">
                        <a:buNone/>
                      </a:pPr>
                      <a:r>
                        <a:rPr lang="en-US" sz="1200" b="1" kern="1200">
                          <a:solidFill>
                            <a:srgbClr val="000000"/>
                          </a:solidFill>
                          <a:effectLst/>
                          <a:latin typeface="Consolas"/>
                        </a:rPr>
                        <a:t>Step</a:t>
                      </a:r>
                      <a:endParaRPr lang="en-US" sz="12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solidFill>
                  </a:tcPr>
                </a:tc>
                <a:tc>
                  <a:txBody>
                    <a:bodyPr/>
                    <a:lstStyle/>
                    <a:p>
                      <a:pPr marL="0" algn="l" rtl="0" eaLnBrk="1" latinLnBrk="0" hangingPunct="1">
                        <a:buNone/>
                      </a:pPr>
                      <a:r>
                        <a:rPr lang="en-US" sz="1200" b="1" kern="1200">
                          <a:solidFill>
                            <a:srgbClr val="000000"/>
                          </a:solidFill>
                          <a:effectLst/>
                          <a:latin typeface="Consolas"/>
                        </a:rPr>
                        <a:t>Why We Did It</a:t>
                      </a:r>
                      <a:endParaRPr lang="en-US" sz="12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solidFill>
                  </a:tcPr>
                </a:tc>
                <a:tc>
                  <a:txBody>
                    <a:bodyPr/>
                    <a:lstStyle/>
                    <a:p>
                      <a:pPr marL="0" algn="l" rtl="0" eaLnBrk="1" latinLnBrk="0" hangingPunct="1">
                        <a:buNone/>
                      </a:pPr>
                      <a:r>
                        <a:rPr lang="en-US" sz="1200" b="1" kern="1200">
                          <a:solidFill>
                            <a:srgbClr val="000000"/>
                          </a:solidFill>
                          <a:effectLst/>
                          <a:latin typeface="Consolas"/>
                        </a:rPr>
                        <a:t>How We Did It</a:t>
                      </a:r>
                      <a:endParaRPr lang="en-US" sz="12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solidFill>
                  </a:tcPr>
                </a:tc>
                <a:extLst>
                  <a:ext uri="{0D108BD9-81ED-4DB2-BD59-A6C34878D82A}">
                    <a16:rowId xmlns:a16="http://schemas.microsoft.com/office/drawing/2014/main" val="42658609"/>
                  </a:ext>
                </a:extLst>
              </a:tr>
              <a:tr h="559458">
                <a:tc>
                  <a:txBody>
                    <a:bodyPr/>
                    <a:lstStyle/>
                    <a:p>
                      <a:pPr marL="0" algn="l" rtl="0" eaLnBrk="1" latinLnBrk="0" hangingPunct="1">
                        <a:buNone/>
                      </a:pPr>
                      <a:r>
                        <a:rPr lang="en-US" sz="1200" kern="1200">
                          <a:solidFill>
                            <a:srgbClr val="000000"/>
                          </a:solidFill>
                          <a:effectLst/>
                          <a:latin typeface="Consolas"/>
                        </a:rPr>
                        <a:t>Grouped data by H3 hexagon</a:t>
                      </a:r>
                      <a:endParaRPr lang="en-US" sz="12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solidFill>
                  </a:tcPr>
                </a:tc>
                <a:tc>
                  <a:txBody>
                    <a:bodyPr/>
                    <a:lstStyle/>
                    <a:p>
                      <a:pPr marL="0" algn="l" rtl="0" eaLnBrk="1" latinLnBrk="0" hangingPunct="1">
                        <a:buNone/>
                      </a:pPr>
                      <a:r>
                        <a:rPr lang="en-US" sz="1200" kern="1200">
                          <a:solidFill>
                            <a:srgbClr val="000000"/>
                          </a:solidFill>
                          <a:effectLst/>
                          <a:latin typeface="Consolas"/>
                        </a:rPr>
                        <a:t>To organize data into equal spatial zones for fair comparison.</a:t>
                      </a:r>
                      <a:endParaRPr lang="en-US" sz="12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solidFill>
                  </a:tcPr>
                </a:tc>
                <a:tc>
                  <a:txBody>
                    <a:bodyPr/>
                    <a:lstStyle/>
                    <a:p>
                      <a:pPr marL="0" algn="l" rtl="0" eaLnBrk="1" latinLnBrk="0" hangingPunct="1">
                        <a:buNone/>
                      </a:pPr>
                      <a:r>
                        <a:rPr lang="en-US" sz="1200" kern="1200">
                          <a:solidFill>
                            <a:srgbClr val="000000"/>
                          </a:solidFill>
                          <a:effectLst/>
                          <a:latin typeface="Consolas"/>
                        </a:rPr>
                        <a:t>Used </a:t>
                      </a:r>
                      <a:r>
                        <a:rPr lang="en-US" sz="1200" kern="1200" err="1">
                          <a:solidFill>
                            <a:srgbClr val="000000"/>
                          </a:solidFill>
                          <a:effectLst/>
                          <a:latin typeface="Consolas"/>
                        </a:rPr>
                        <a:t>groupby</a:t>
                      </a:r>
                      <a:r>
                        <a:rPr lang="en-US" sz="1200" kern="1200">
                          <a:solidFill>
                            <a:srgbClr val="000000"/>
                          </a:solidFill>
                          <a:effectLst/>
                          <a:latin typeface="Consolas"/>
                        </a:rPr>
                        <a:t>('h3') in pandas for each city’s dataset.</a:t>
                      </a:r>
                      <a:endParaRPr lang="en-US" sz="12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solidFill>
                  </a:tcPr>
                </a:tc>
                <a:extLst>
                  <a:ext uri="{0D108BD9-81ED-4DB2-BD59-A6C34878D82A}">
                    <a16:rowId xmlns:a16="http://schemas.microsoft.com/office/drawing/2014/main" val="3624147208"/>
                  </a:ext>
                </a:extLst>
              </a:tr>
              <a:tr h="559458">
                <a:tc>
                  <a:txBody>
                    <a:bodyPr/>
                    <a:lstStyle/>
                    <a:p>
                      <a:pPr marL="0" algn="l" rtl="0" eaLnBrk="1" latinLnBrk="0" hangingPunct="1">
                        <a:buNone/>
                      </a:pPr>
                      <a:r>
                        <a:rPr lang="en-US" sz="1200" kern="1200">
                          <a:solidFill>
                            <a:srgbClr val="000000"/>
                          </a:solidFill>
                          <a:effectLst/>
                          <a:latin typeface="Consolas"/>
                        </a:rPr>
                        <a:t>Calculated averages (PM2.5, etc.)</a:t>
                      </a:r>
                      <a:endParaRPr lang="en-US" sz="12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solidFill>
                  </a:tcPr>
                </a:tc>
                <a:tc>
                  <a:txBody>
                    <a:bodyPr/>
                    <a:lstStyle/>
                    <a:p>
                      <a:pPr marL="0" algn="l" rtl="0" eaLnBrk="1" latinLnBrk="0" hangingPunct="1">
                        <a:buNone/>
                      </a:pPr>
                      <a:r>
                        <a:rPr lang="en-US" sz="1200" kern="1200">
                          <a:solidFill>
                            <a:srgbClr val="000000"/>
                          </a:solidFill>
                          <a:effectLst/>
                          <a:latin typeface="Consolas"/>
                        </a:rPr>
                        <a:t>To summarize air quality per area and remove random sensor spikes.</a:t>
                      </a:r>
                      <a:endParaRPr lang="en-US" sz="12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solidFill>
                  </a:tcPr>
                </a:tc>
                <a:tc>
                  <a:txBody>
                    <a:bodyPr/>
                    <a:lstStyle/>
                    <a:p>
                      <a:pPr marL="0" algn="l" rtl="0" eaLnBrk="1" latinLnBrk="0" hangingPunct="1">
                        <a:buNone/>
                      </a:pPr>
                      <a:r>
                        <a:rPr lang="en-US" sz="1200" kern="1200">
                          <a:solidFill>
                            <a:srgbClr val="000000"/>
                          </a:solidFill>
                          <a:effectLst/>
                          <a:latin typeface="Consolas"/>
                        </a:rPr>
                        <a:t>Used .mean() on grouped data (e.g. PM2.5, PM10, Temp, Humidity).</a:t>
                      </a:r>
                      <a:endParaRPr lang="en-US" sz="12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solidFill>
                  </a:tcPr>
                </a:tc>
                <a:extLst>
                  <a:ext uri="{0D108BD9-81ED-4DB2-BD59-A6C34878D82A}">
                    <a16:rowId xmlns:a16="http://schemas.microsoft.com/office/drawing/2014/main" val="542951972"/>
                  </a:ext>
                </a:extLst>
              </a:tr>
              <a:tr h="559458">
                <a:tc>
                  <a:txBody>
                    <a:bodyPr/>
                    <a:lstStyle/>
                    <a:p>
                      <a:pPr marL="0" algn="l" rtl="0" eaLnBrk="1" latinLnBrk="0" hangingPunct="1">
                        <a:buNone/>
                      </a:pPr>
                      <a:r>
                        <a:rPr lang="en-US" sz="1200" kern="1200">
                          <a:solidFill>
                            <a:srgbClr val="000000"/>
                          </a:solidFill>
                          <a:effectLst/>
                          <a:latin typeface="Consolas"/>
                        </a:rPr>
                        <a:t>Computed standard deviations</a:t>
                      </a:r>
                      <a:endParaRPr lang="en-US" sz="12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solidFill>
                  </a:tcPr>
                </a:tc>
                <a:tc>
                  <a:txBody>
                    <a:bodyPr/>
                    <a:lstStyle/>
                    <a:p>
                      <a:pPr marL="0" algn="l" rtl="0" eaLnBrk="1" latinLnBrk="0" hangingPunct="1">
                        <a:buNone/>
                      </a:pPr>
                      <a:r>
                        <a:rPr lang="en-US" sz="1200" kern="1200">
                          <a:solidFill>
                            <a:srgbClr val="000000"/>
                          </a:solidFill>
                          <a:effectLst/>
                          <a:latin typeface="Consolas"/>
                        </a:rPr>
                        <a:t>To understand local variation and detect unstable pollution zones.</a:t>
                      </a:r>
                      <a:endParaRPr lang="en-US" sz="12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solidFill>
                  </a:tcPr>
                </a:tc>
                <a:tc>
                  <a:txBody>
                    <a:bodyPr/>
                    <a:lstStyle/>
                    <a:p>
                      <a:pPr marL="0" algn="l" rtl="0" eaLnBrk="1" latinLnBrk="0" hangingPunct="1">
                        <a:buNone/>
                      </a:pPr>
                      <a:r>
                        <a:rPr lang="en-US" sz="1200" kern="1200">
                          <a:solidFill>
                            <a:srgbClr val="000000"/>
                          </a:solidFill>
                          <a:effectLst/>
                          <a:latin typeface="Consolas"/>
                        </a:rPr>
                        <a:t>Applied .std() on grouped variables.</a:t>
                      </a:r>
                      <a:endParaRPr lang="en-US" sz="12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solidFill>
                  </a:tcPr>
                </a:tc>
                <a:extLst>
                  <a:ext uri="{0D108BD9-81ED-4DB2-BD59-A6C34878D82A}">
                    <a16:rowId xmlns:a16="http://schemas.microsoft.com/office/drawing/2014/main" val="1524484226"/>
                  </a:ext>
                </a:extLst>
              </a:tr>
              <a:tr h="559458">
                <a:tc>
                  <a:txBody>
                    <a:bodyPr/>
                    <a:lstStyle/>
                    <a:p>
                      <a:pPr marL="0" algn="l" rtl="0" eaLnBrk="1" latinLnBrk="0" hangingPunct="1">
                        <a:buNone/>
                      </a:pPr>
                      <a:r>
                        <a:rPr lang="en-US" sz="1200" kern="1200">
                          <a:solidFill>
                            <a:srgbClr val="000000"/>
                          </a:solidFill>
                          <a:effectLst/>
                          <a:latin typeface="Consolas"/>
                        </a:rPr>
                        <a:t>Counted number of readings per hex</a:t>
                      </a:r>
                      <a:endParaRPr lang="en-US" sz="12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solidFill>
                  </a:tcPr>
                </a:tc>
                <a:tc>
                  <a:txBody>
                    <a:bodyPr/>
                    <a:lstStyle/>
                    <a:p>
                      <a:pPr marL="0" algn="l" rtl="0" eaLnBrk="1" latinLnBrk="0" hangingPunct="1">
                        <a:buNone/>
                      </a:pPr>
                      <a:r>
                        <a:rPr lang="en-US" sz="1200" kern="1200">
                          <a:solidFill>
                            <a:srgbClr val="000000"/>
                          </a:solidFill>
                          <a:effectLst/>
                          <a:latin typeface="Consolas"/>
                        </a:rPr>
                        <a:t>To measure data reliability — more readings = more trust.</a:t>
                      </a:r>
                      <a:endParaRPr lang="en-US" sz="12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solidFill>
                  </a:tcPr>
                </a:tc>
                <a:tc>
                  <a:txBody>
                    <a:bodyPr/>
                    <a:lstStyle/>
                    <a:p>
                      <a:pPr marL="0" algn="l" rtl="0" eaLnBrk="1" latinLnBrk="0" hangingPunct="1">
                        <a:buNone/>
                      </a:pPr>
                      <a:r>
                        <a:rPr lang="en-US" sz="1200" kern="1200">
                          <a:solidFill>
                            <a:srgbClr val="000000"/>
                          </a:solidFill>
                          <a:effectLst/>
                          <a:latin typeface="Consolas"/>
                        </a:rPr>
                        <a:t>Added a .count() column to know how many records exist per H3 cell.</a:t>
                      </a:r>
                      <a:endParaRPr lang="en-US" sz="12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solidFill>
                  </a:tcPr>
                </a:tc>
                <a:extLst>
                  <a:ext uri="{0D108BD9-81ED-4DB2-BD59-A6C34878D82A}">
                    <a16:rowId xmlns:a16="http://schemas.microsoft.com/office/drawing/2014/main" val="3796535339"/>
                  </a:ext>
                </a:extLst>
              </a:tr>
              <a:tr h="559458">
                <a:tc>
                  <a:txBody>
                    <a:bodyPr/>
                    <a:lstStyle/>
                    <a:p>
                      <a:pPr marL="0" algn="l" rtl="0" eaLnBrk="1" latinLnBrk="0" hangingPunct="1">
                        <a:buNone/>
                      </a:pPr>
                      <a:r>
                        <a:rPr lang="en-US" sz="1200" kern="1200">
                          <a:solidFill>
                            <a:srgbClr val="000000"/>
                          </a:solidFill>
                          <a:effectLst/>
                          <a:latin typeface="Consolas"/>
                        </a:rPr>
                        <a:t>Dropped hexes with low data</a:t>
                      </a:r>
                      <a:endParaRPr lang="en-US" sz="12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solidFill>
                  </a:tcPr>
                </a:tc>
                <a:tc>
                  <a:txBody>
                    <a:bodyPr/>
                    <a:lstStyle/>
                    <a:p>
                      <a:pPr marL="0" algn="l" rtl="0" eaLnBrk="1" latinLnBrk="0" hangingPunct="1">
                        <a:buNone/>
                      </a:pPr>
                      <a:r>
                        <a:rPr lang="en-US" sz="1200" kern="1200">
                          <a:solidFill>
                            <a:srgbClr val="000000"/>
                          </a:solidFill>
                          <a:effectLst/>
                          <a:latin typeface="Consolas"/>
                        </a:rPr>
                        <a:t>To avoid noise from areas with too little data.</a:t>
                      </a:r>
                      <a:endParaRPr lang="en-US" sz="12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solidFill>
                  </a:tcPr>
                </a:tc>
                <a:tc>
                  <a:txBody>
                    <a:bodyPr/>
                    <a:lstStyle/>
                    <a:p>
                      <a:pPr marL="0" algn="l" rtl="0" eaLnBrk="1" latinLnBrk="0" hangingPunct="1">
                        <a:buNone/>
                      </a:pPr>
                      <a:r>
                        <a:rPr lang="en-US" sz="1200" kern="1200">
                          <a:solidFill>
                            <a:srgbClr val="000000"/>
                          </a:solidFill>
                          <a:effectLst/>
                          <a:latin typeface="Consolas"/>
                        </a:rPr>
                        <a:t>Filtered out rows where count &lt; threshold (e.g., less than 10 readings).</a:t>
                      </a:r>
                      <a:endParaRPr lang="en-US" sz="12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solidFill>
                  </a:tcPr>
                </a:tc>
                <a:extLst>
                  <a:ext uri="{0D108BD9-81ED-4DB2-BD59-A6C34878D82A}">
                    <a16:rowId xmlns:a16="http://schemas.microsoft.com/office/drawing/2014/main" val="3329995585"/>
                  </a:ext>
                </a:extLst>
              </a:tr>
              <a:tr h="721883">
                <a:tc>
                  <a:txBody>
                    <a:bodyPr/>
                    <a:lstStyle/>
                    <a:p>
                      <a:pPr marL="0" algn="l" rtl="0" eaLnBrk="1" latinLnBrk="0" hangingPunct="1">
                        <a:buNone/>
                      </a:pPr>
                      <a:r>
                        <a:rPr lang="en-US" sz="1200" kern="1200">
                          <a:solidFill>
                            <a:srgbClr val="000000"/>
                          </a:solidFill>
                          <a:effectLst/>
                          <a:latin typeface="Consolas"/>
                        </a:rPr>
                        <a:t>Applied Z-score normalization</a:t>
                      </a:r>
                      <a:endParaRPr lang="en-US" sz="12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solidFill>
                  </a:tcPr>
                </a:tc>
                <a:tc>
                  <a:txBody>
                    <a:bodyPr/>
                    <a:lstStyle/>
                    <a:p>
                      <a:pPr marL="0" algn="l" rtl="0" eaLnBrk="1" latinLnBrk="0" hangingPunct="1">
                        <a:buNone/>
                      </a:pPr>
                      <a:r>
                        <a:rPr lang="en-US" sz="1200" kern="1200">
                          <a:solidFill>
                            <a:srgbClr val="000000"/>
                          </a:solidFill>
                          <a:effectLst/>
                          <a:latin typeface="Consolas"/>
                        </a:rPr>
                        <a:t>To scale all variables fairly before applying ML models.</a:t>
                      </a:r>
                      <a:endParaRPr lang="en-US" sz="12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solidFill>
                  </a:tcPr>
                </a:tc>
                <a:tc>
                  <a:txBody>
                    <a:bodyPr/>
                    <a:lstStyle/>
                    <a:p>
                      <a:pPr marL="0" algn="l" rtl="0" eaLnBrk="1" latinLnBrk="0" hangingPunct="1">
                        <a:buNone/>
                      </a:pPr>
                      <a:r>
                        <a:rPr lang="en-US" sz="1200" kern="1200">
                          <a:solidFill>
                            <a:srgbClr val="000000"/>
                          </a:solidFill>
                          <a:effectLst/>
                          <a:latin typeface="Consolas"/>
                        </a:rPr>
                        <a:t>Used </a:t>
                      </a:r>
                      <a:r>
                        <a:rPr lang="en-US" sz="1200" kern="1200" err="1">
                          <a:solidFill>
                            <a:srgbClr val="000000"/>
                          </a:solidFill>
                          <a:effectLst/>
                          <a:latin typeface="Consolas"/>
                        </a:rPr>
                        <a:t>StandardScaler</a:t>
                      </a:r>
                      <a:r>
                        <a:rPr lang="en-US" sz="1200" kern="1200">
                          <a:solidFill>
                            <a:srgbClr val="000000"/>
                          </a:solidFill>
                          <a:effectLst/>
                          <a:latin typeface="Consolas"/>
                        </a:rPr>
                        <a:t>() from scikit-learn on selected numerical features.</a:t>
                      </a:r>
                      <a:endParaRPr lang="en-US" sz="12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2"/>
                    </a:solidFill>
                  </a:tcPr>
                </a:tc>
                <a:extLst>
                  <a:ext uri="{0D108BD9-81ED-4DB2-BD59-A6C34878D82A}">
                    <a16:rowId xmlns:a16="http://schemas.microsoft.com/office/drawing/2014/main" val="2031625523"/>
                  </a:ext>
                </a:extLst>
              </a:tr>
            </a:tbl>
          </a:graphicData>
        </a:graphic>
      </p:graphicFrame>
      <p:sp>
        <p:nvSpPr>
          <p:cNvPr id="8" name="TextBox 7">
            <a:extLst>
              <a:ext uri="{FF2B5EF4-FFF2-40B4-BE49-F238E27FC236}">
                <a16:creationId xmlns:a16="http://schemas.microsoft.com/office/drawing/2014/main" id="{E49FB51E-EB12-6ECB-DAA6-41B9FC72D920}"/>
              </a:ext>
            </a:extLst>
          </p:cNvPr>
          <p:cNvSpPr txBox="1"/>
          <p:nvPr/>
        </p:nvSpPr>
        <p:spPr>
          <a:xfrm>
            <a:off x="299768" y="132631"/>
            <a:ext cx="585949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Consolas"/>
                <a:ea typeface="Calibri"/>
                <a:cs typeface="Calibri"/>
              </a:rPr>
              <a:t>Feature Engineering</a:t>
            </a:r>
            <a:endParaRPr lang="en-US" sz="2400">
              <a:latin typeface="Consolas"/>
            </a:endParaRPr>
          </a:p>
        </p:txBody>
      </p:sp>
    </p:spTree>
    <p:extLst>
      <p:ext uri="{BB962C8B-B14F-4D97-AF65-F5344CB8AC3E}">
        <p14:creationId xmlns:p14="http://schemas.microsoft.com/office/powerpoint/2010/main" val="2367360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6A8BC43-0606-67F9-1941-F05904CBF36E}"/>
              </a:ext>
            </a:extLst>
          </p:cNvPr>
          <p:cNvSpPr txBox="1"/>
          <p:nvPr/>
        </p:nvSpPr>
        <p:spPr>
          <a:xfrm>
            <a:off x="299768" y="154197"/>
            <a:ext cx="486745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kern="1200">
                <a:solidFill>
                  <a:schemeClr val="tx1"/>
                </a:solidFill>
                <a:latin typeface="Consolas"/>
                <a:ea typeface="+mn-ea"/>
                <a:cs typeface="+mn-cs"/>
              </a:rPr>
              <a:t>Ready for Modeling</a:t>
            </a:r>
          </a:p>
        </p:txBody>
      </p:sp>
      <p:graphicFrame>
        <p:nvGraphicFramePr>
          <p:cNvPr id="7" name="Table 6">
            <a:extLst>
              <a:ext uri="{FF2B5EF4-FFF2-40B4-BE49-F238E27FC236}">
                <a16:creationId xmlns:a16="http://schemas.microsoft.com/office/drawing/2014/main" id="{EF2DB798-EC07-D4E5-28ED-2A25DC99C725}"/>
              </a:ext>
            </a:extLst>
          </p:cNvPr>
          <p:cNvGraphicFramePr>
            <a:graphicFrameLocks noGrp="1"/>
          </p:cNvGraphicFramePr>
          <p:nvPr>
            <p:extLst>
              <p:ext uri="{D42A27DB-BD31-4B8C-83A1-F6EECF244321}">
                <p14:modId xmlns:p14="http://schemas.microsoft.com/office/powerpoint/2010/main" val="3327591016"/>
              </p:ext>
            </p:extLst>
          </p:nvPr>
        </p:nvGraphicFramePr>
        <p:xfrm>
          <a:off x="575813" y="1438670"/>
          <a:ext cx="7991529" cy="2987040"/>
        </p:xfrm>
        <a:graphic>
          <a:graphicData uri="http://schemas.openxmlformats.org/drawingml/2006/table">
            <a:tbl>
              <a:tblPr bandRow="1">
                <a:tableStyleId>{5FB73104-5CDA-4C40-A74D-A2A51C1A07CD}</a:tableStyleId>
              </a:tblPr>
              <a:tblGrid>
                <a:gridCol w="1141647">
                  <a:extLst>
                    <a:ext uri="{9D8B030D-6E8A-4147-A177-3AD203B41FA5}">
                      <a16:colId xmlns:a16="http://schemas.microsoft.com/office/drawing/2014/main" val="1254845522"/>
                    </a:ext>
                  </a:extLst>
                </a:gridCol>
                <a:gridCol w="1141647">
                  <a:extLst>
                    <a:ext uri="{9D8B030D-6E8A-4147-A177-3AD203B41FA5}">
                      <a16:colId xmlns:a16="http://schemas.microsoft.com/office/drawing/2014/main" val="284592075"/>
                    </a:ext>
                  </a:extLst>
                </a:gridCol>
                <a:gridCol w="1141647">
                  <a:extLst>
                    <a:ext uri="{9D8B030D-6E8A-4147-A177-3AD203B41FA5}">
                      <a16:colId xmlns:a16="http://schemas.microsoft.com/office/drawing/2014/main" val="3335475854"/>
                    </a:ext>
                  </a:extLst>
                </a:gridCol>
                <a:gridCol w="1141647">
                  <a:extLst>
                    <a:ext uri="{9D8B030D-6E8A-4147-A177-3AD203B41FA5}">
                      <a16:colId xmlns:a16="http://schemas.microsoft.com/office/drawing/2014/main" val="3684500477"/>
                    </a:ext>
                  </a:extLst>
                </a:gridCol>
                <a:gridCol w="1141647">
                  <a:extLst>
                    <a:ext uri="{9D8B030D-6E8A-4147-A177-3AD203B41FA5}">
                      <a16:colId xmlns:a16="http://schemas.microsoft.com/office/drawing/2014/main" val="112188280"/>
                    </a:ext>
                  </a:extLst>
                </a:gridCol>
                <a:gridCol w="1141647">
                  <a:extLst>
                    <a:ext uri="{9D8B030D-6E8A-4147-A177-3AD203B41FA5}">
                      <a16:colId xmlns:a16="http://schemas.microsoft.com/office/drawing/2014/main" val="185958417"/>
                    </a:ext>
                  </a:extLst>
                </a:gridCol>
                <a:gridCol w="1141647">
                  <a:extLst>
                    <a:ext uri="{9D8B030D-6E8A-4147-A177-3AD203B41FA5}">
                      <a16:colId xmlns:a16="http://schemas.microsoft.com/office/drawing/2014/main" val="2491330019"/>
                    </a:ext>
                  </a:extLst>
                </a:gridCol>
              </a:tblGrid>
              <a:tr h="418418">
                <a:tc>
                  <a:txBody>
                    <a:bodyPr/>
                    <a:lstStyle/>
                    <a:p>
                      <a:pPr marL="0" algn="l" rtl="0" eaLnBrk="1" latinLnBrk="0" hangingPunct="1">
                        <a:buNone/>
                      </a:pPr>
                      <a:r>
                        <a:rPr lang="en-US" sz="1400" b="1" kern="1200">
                          <a:solidFill>
                            <a:srgbClr val="000000"/>
                          </a:solidFill>
                          <a:effectLst/>
                          <a:latin typeface="Consolas"/>
                        </a:rPr>
                        <a:t>city</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US" sz="1400" b="1" kern="1200">
                          <a:solidFill>
                            <a:srgbClr val="000000"/>
                          </a:solidFill>
                          <a:effectLst/>
                          <a:latin typeface="Consolas"/>
                        </a:rPr>
                        <a:t>h3_index</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US" sz="1400" b="1" kern="1200">
                          <a:solidFill>
                            <a:srgbClr val="000000"/>
                          </a:solidFill>
                          <a:effectLst/>
                          <a:latin typeface="Consolas"/>
                        </a:rPr>
                        <a:t>pm25_mean</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US" sz="1400" b="1" kern="1200">
                          <a:solidFill>
                            <a:srgbClr val="000000"/>
                          </a:solidFill>
                          <a:effectLst/>
                          <a:latin typeface="Consolas"/>
                        </a:rPr>
                        <a:t>pm10_mean</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US" sz="1400" b="1" kern="1200" err="1">
                          <a:solidFill>
                            <a:srgbClr val="000000"/>
                          </a:solidFill>
                          <a:effectLst/>
                          <a:latin typeface="Consolas"/>
                        </a:rPr>
                        <a:t>temp_mean</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US" sz="1400" b="1" kern="1200" err="1">
                          <a:solidFill>
                            <a:srgbClr val="000000"/>
                          </a:solidFill>
                          <a:effectLst/>
                          <a:latin typeface="Consolas"/>
                        </a:rPr>
                        <a:t>humidity_mean</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US" sz="1400" b="1" kern="1200">
                          <a:solidFill>
                            <a:srgbClr val="000000"/>
                          </a:solidFill>
                          <a:effectLst/>
                          <a:latin typeface="Consolas"/>
                        </a:rPr>
                        <a:t>count</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845896068"/>
                  </a:ext>
                </a:extLst>
              </a:tr>
              <a:tr h="418418">
                <a:tc>
                  <a:txBody>
                    <a:bodyPr/>
                    <a:lstStyle/>
                    <a:p>
                      <a:pPr marL="0" algn="l" rtl="0" eaLnBrk="1" latinLnBrk="0" hangingPunct="1">
                        <a:buNone/>
                      </a:pPr>
                      <a:r>
                        <a:rPr lang="en-US" sz="1400" kern="1200">
                          <a:solidFill>
                            <a:srgbClr val="000000"/>
                          </a:solidFill>
                          <a:effectLst/>
                          <a:latin typeface="Consolas"/>
                        </a:rPr>
                        <a:t>NYC</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US" sz="1400" kern="1200">
                          <a:solidFill>
                            <a:srgbClr val="000000"/>
                          </a:solidFill>
                          <a:effectLst/>
                          <a:latin typeface="Consolas"/>
                        </a:rPr>
                        <a:t>892a100accfffff</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13.4</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20.1</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22.5</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60.8</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30</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716482598"/>
                  </a:ext>
                </a:extLst>
              </a:tr>
              <a:tr h="418418">
                <a:tc>
                  <a:txBody>
                    <a:bodyPr/>
                    <a:lstStyle/>
                    <a:p>
                      <a:pPr marL="0" algn="l" rtl="0" eaLnBrk="1" latinLnBrk="0" hangingPunct="1">
                        <a:buNone/>
                      </a:pPr>
                      <a:r>
                        <a:rPr lang="en-US" sz="1400" kern="1200">
                          <a:solidFill>
                            <a:srgbClr val="000000"/>
                          </a:solidFill>
                          <a:effectLst/>
                          <a:latin typeface="Consolas"/>
                        </a:rPr>
                        <a:t>NYC</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US" sz="1400" kern="1200">
                          <a:solidFill>
                            <a:srgbClr val="000000"/>
                          </a:solidFill>
                          <a:effectLst/>
                          <a:latin typeface="Consolas"/>
                        </a:rPr>
                        <a:t>892a100acd3ffff</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11.9</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18.3</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23.1</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59.4</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27</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210431434"/>
                  </a:ext>
                </a:extLst>
              </a:tr>
              <a:tr h="418418">
                <a:tc>
                  <a:txBody>
                    <a:bodyPr/>
                    <a:lstStyle/>
                    <a:p>
                      <a:pPr marL="0" algn="l" rtl="0" eaLnBrk="1" latinLnBrk="0" hangingPunct="1">
                        <a:buNone/>
                      </a:pPr>
                      <a:r>
                        <a:rPr lang="en-US" sz="1400" kern="1200">
                          <a:solidFill>
                            <a:srgbClr val="000000"/>
                          </a:solidFill>
                          <a:effectLst/>
                          <a:latin typeface="Consolas"/>
                        </a:rPr>
                        <a:t>Boston</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US" sz="1400" kern="1200">
                          <a:solidFill>
                            <a:srgbClr val="000000"/>
                          </a:solidFill>
                          <a:effectLst/>
                          <a:latin typeface="Consolas"/>
                        </a:rPr>
                        <a:t>892a100aca3ffff</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10.8</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18.7</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67.2</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34</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249272193"/>
                  </a:ext>
                </a:extLst>
              </a:tr>
              <a:tr h="418418">
                <a:tc>
                  <a:txBody>
                    <a:bodyPr/>
                    <a:lstStyle/>
                    <a:p>
                      <a:pPr marL="0" algn="l" rtl="0" eaLnBrk="1" latinLnBrk="0" hangingPunct="1">
                        <a:buNone/>
                      </a:pPr>
                      <a:r>
                        <a:rPr lang="en-US" sz="1400" kern="1200">
                          <a:solidFill>
                            <a:srgbClr val="000000"/>
                          </a:solidFill>
                          <a:effectLst/>
                          <a:latin typeface="Consolas"/>
                        </a:rPr>
                        <a:t>Boston</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US" sz="1400" kern="1200">
                          <a:solidFill>
                            <a:srgbClr val="000000"/>
                          </a:solidFill>
                          <a:effectLst/>
                          <a:latin typeface="Consolas"/>
                        </a:rPr>
                        <a:t>892a100aca7ffff</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12.2</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19.1</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70.4</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40</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4083389597"/>
                  </a:ext>
                </a:extLst>
              </a:tr>
              <a:tr h="418418">
                <a:tc>
                  <a:txBody>
                    <a:bodyPr/>
                    <a:lstStyle/>
                    <a:p>
                      <a:pPr marL="0" algn="l" rtl="0" eaLnBrk="1" latinLnBrk="0" hangingPunct="1">
                        <a:buNone/>
                      </a:pPr>
                      <a:r>
                        <a:rPr lang="en-US" sz="1400" kern="1200">
                          <a:solidFill>
                            <a:srgbClr val="000000"/>
                          </a:solidFill>
                          <a:effectLst/>
                          <a:latin typeface="Consolas"/>
                        </a:rPr>
                        <a:t>Chicago</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US" sz="1400" kern="1200">
                          <a:solidFill>
                            <a:srgbClr val="000000"/>
                          </a:solidFill>
                          <a:effectLst/>
                          <a:latin typeface="Consolas"/>
                        </a:rPr>
                        <a:t>892a100acb3ffff</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9.6</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20.5</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61.9</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29</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105531902"/>
                  </a:ext>
                </a:extLst>
              </a:tr>
              <a:tr h="418418">
                <a:tc>
                  <a:txBody>
                    <a:bodyPr/>
                    <a:lstStyle/>
                    <a:p>
                      <a:pPr marL="0" algn="l" rtl="0" eaLnBrk="1" latinLnBrk="0" hangingPunct="1">
                        <a:buNone/>
                      </a:pPr>
                      <a:r>
                        <a:rPr lang="en-US" sz="1400" kern="1200">
                          <a:solidFill>
                            <a:srgbClr val="000000"/>
                          </a:solidFill>
                          <a:effectLst/>
                          <a:latin typeface="Consolas"/>
                        </a:rPr>
                        <a:t>Chicago</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US" sz="1400" kern="1200">
                          <a:solidFill>
                            <a:srgbClr val="000000"/>
                          </a:solidFill>
                          <a:effectLst/>
                          <a:latin typeface="Consolas"/>
                        </a:rPr>
                        <a:t>892a100acb7ffff</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14.3</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21.3</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59.1</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l" rtl="0" eaLnBrk="1" latinLnBrk="0" hangingPunct="1">
                        <a:buNone/>
                      </a:pPr>
                      <a:r>
                        <a:rPr lang="en-AE" sz="1400" kern="1200">
                          <a:solidFill>
                            <a:srgbClr val="000000"/>
                          </a:solidFill>
                          <a:effectLst/>
                          <a:latin typeface="Consolas"/>
                        </a:rPr>
                        <a:t>32</a:t>
                      </a:r>
                      <a:endParaRPr lang="en-US" sz="1400">
                        <a:effectLst/>
                        <a:latin typeface="Consolas"/>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735085687"/>
                  </a:ext>
                </a:extLst>
              </a:tr>
            </a:tbl>
          </a:graphicData>
        </a:graphic>
      </p:graphicFrame>
      <p:sp>
        <p:nvSpPr>
          <p:cNvPr id="8" name="TextBox 7">
            <a:extLst>
              <a:ext uri="{FF2B5EF4-FFF2-40B4-BE49-F238E27FC236}">
                <a16:creationId xmlns:a16="http://schemas.microsoft.com/office/drawing/2014/main" id="{C0E33128-8B96-70DE-2589-49F95E831FE9}"/>
              </a:ext>
            </a:extLst>
          </p:cNvPr>
          <p:cNvSpPr txBox="1"/>
          <p:nvPr/>
        </p:nvSpPr>
        <p:spPr>
          <a:xfrm>
            <a:off x="299769" y="682565"/>
            <a:ext cx="8986567"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kern="1200">
                <a:solidFill>
                  <a:schemeClr val="tx1"/>
                </a:solidFill>
                <a:latin typeface="Consolas"/>
                <a:ea typeface="+mn-ea"/>
                <a:cs typeface="+mn-cs"/>
              </a:rPr>
              <a:t>This table is the final structured dataset used for modeling.</a:t>
            </a:r>
            <a:br>
              <a:rPr lang="en-US" sz="1100" kern="1200">
                <a:solidFill>
                  <a:schemeClr val="tx1"/>
                </a:solidFill>
                <a:latin typeface="Consolas"/>
                <a:ea typeface="+mn-ea"/>
                <a:cs typeface="+mn-cs"/>
              </a:rPr>
            </a:br>
            <a:r>
              <a:rPr lang="en-US" sz="1100" kern="1200">
                <a:solidFill>
                  <a:schemeClr val="tx1"/>
                </a:solidFill>
                <a:latin typeface="Consolas"/>
                <a:ea typeface="+mn-ea"/>
                <a:cs typeface="+mn-cs"/>
              </a:rPr>
              <a:t>Each row represents a hexagonal area with averaged pollution and weather features, ready for clustering and regression. The city column ensures clear separation across NYC, Boston, and Chicago.</a:t>
            </a:r>
          </a:p>
        </p:txBody>
      </p:sp>
    </p:spTree>
    <p:extLst>
      <p:ext uri="{BB962C8B-B14F-4D97-AF65-F5344CB8AC3E}">
        <p14:creationId xmlns:p14="http://schemas.microsoft.com/office/powerpoint/2010/main" val="2501033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408B326-F108-D9CC-EECC-DCECDC166ACD}"/>
              </a:ext>
            </a:extLst>
          </p:cNvPr>
          <p:cNvSpPr txBox="1"/>
          <p:nvPr/>
        </p:nvSpPr>
        <p:spPr>
          <a:xfrm>
            <a:off x="429164" y="229679"/>
            <a:ext cx="544973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kern="1200">
                <a:solidFill>
                  <a:schemeClr val="tx1"/>
                </a:solidFill>
                <a:latin typeface="Consolas"/>
                <a:ea typeface="+mn-ea"/>
                <a:cs typeface="+mn-cs"/>
              </a:rPr>
              <a:t>Ready for Modeling : Data is </a:t>
            </a:r>
          </a:p>
        </p:txBody>
      </p:sp>
      <p:graphicFrame>
        <p:nvGraphicFramePr>
          <p:cNvPr id="7" name="Diagram 6">
            <a:extLst>
              <a:ext uri="{FF2B5EF4-FFF2-40B4-BE49-F238E27FC236}">
                <a16:creationId xmlns:a16="http://schemas.microsoft.com/office/drawing/2014/main" id="{CF69A52B-FA54-2D07-BEAD-1C8F956E9983}"/>
              </a:ext>
            </a:extLst>
          </p:cNvPr>
          <p:cNvGraphicFramePr/>
          <p:nvPr>
            <p:extLst>
              <p:ext uri="{D42A27DB-BD31-4B8C-83A1-F6EECF244321}">
                <p14:modId xmlns:p14="http://schemas.microsoft.com/office/powerpoint/2010/main" val="3123286539"/>
              </p:ext>
            </p:extLst>
          </p:nvPr>
        </p:nvGraphicFramePr>
        <p:xfrm>
          <a:off x="2027207" y="980175"/>
          <a:ext cx="5305245" cy="34635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64708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42"/>
          <p:cNvSpPr txBox="1">
            <a:spLocks noGrp="1"/>
          </p:cNvSpPr>
          <p:nvPr>
            <p:ph type="title" idx="2"/>
          </p:nvPr>
        </p:nvSpPr>
        <p:spPr>
          <a:xfrm>
            <a:off x="2391900" y="2074295"/>
            <a:ext cx="4360200" cy="1546729"/>
          </a:xfrm>
          <a:prstGeom prst="rect">
            <a:avLst/>
          </a:prstGeom>
        </p:spPr>
        <p:txBody>
          <a:bodyPr spcFirstLastPara="1" wrap="square" lIns="91425" tIns="91425" rIns="91425" bIns="91425" anchor="b" anchorCtr="0">
            <a:noAutofit/>
          </a:bodyPr>
          <a:lstStyle/>
          <a:p>
            <a:pPr>
              <a:lnSpc>
                <a:spcPct val="114999"/>
              </a:lnSpc>
            </a:pPr>
            <a:r>
              <a:rPr lang="en-US" sz="4400"/>
              <a:t>Predictive Modeling</a:t>
            </a:r>
            <a:endParaRPr lang="en-US" sz="4400" b="0"/>
          </a:p>
        </p:txBody>
      </p:sp>
      <p:sp>
        <p:nvSpPr>
          <p:cNvPr id="538" name="Google Shape;538;p42"/>
          <p:cNvSpPr txBox="1">
            <a:spLocks noGrp="1"/>
          </p:cNvSpPr>
          <p:nvPr>
            <p:ph type="title"/>
          </p:nvPr>
        </p:nvSpPr>
        <p:spPr>
          <a:xfrm>
            <a:off x="3376788" y="797050"/>
            <a:ext cx="2390700" cy="103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grpSp>
        <p:nvGrpSpPr>
          <p:cNvPr id="540" name="Google Shape;540;p42"/>
          <p:cNvGrpSpPr/>
          <p:nvPr/>
        </p:nvGrpSpPr>
        <p:grpSpPr>
          <a:xfrm>
            <a:off x="619448" y="3952499"/>
            <a:ext cx="977788" cy="1238759"/>
            <a:chOff x="227223" y="1681074"/>
            <a:chExt cx="977788" cy="1238759"/>
          </a:xfrm>
        </p:grpSpPr>
        <p:sp>
          <p:nvSpPr>
            <p:cNvPr id="541" name="Google Shape;541;p42"/>
            <p:cNvSpPr/>
            <p:nvPr/>
          </p:nvSpPr>
          <p:spPr>
            <a:xfrm>
              <a:off x="283700" y="1737638"/>
              <a:ext cx="864805" cy="1168054"/>
            </a:xfrm>
            <a:custGeom>
              <a:avLst/>
              <a:gdLst/>
              <a:ahLst/>
              <a:cxnLst/>
              <a:rect l="l" t="t" r="r" b="b"/>
              <a:pathLst>
                <a:path w="29844" h="40309" extrusionOk="0">
                  <a:moveTo>
                    <a:pt x="14922" y="0"/>
                  </a:moveTo>
                  <a:cubicBezTo>
                    <a:pt x="6694" y="0"/>
                    <a:pt x="0" y="6694"/>
                    <a:pt x="0" y="14921"/>
                  </a:cubicBezTo>
                  <a:lnTo>
                    <a:pt x="0" y="40308"/>
                  </a:lnTo>
                  <a:lnTo>
                    <a:pt x="976" y="40308"/>
                  </a:lnTo>
                  <a:lnTo>
                    <a:pt x="976" y="14921"/>
                  </a:lnTo>
                  <a:cubicBezTo>
                    <a:pt x="976" y="7232"/>
                    <a:pt x="7233" y="976"/>
                    <a:pt x="14923" y="976"/>
                  </a:cubicBezTo>
                  <a:cubicBezTo>
                    <a:pt x="22612" y="976"/>
                    <a:pt x="28868" y="7232"/>
                    <a:pt x="28868" y="14921"/>
                  </a:cubicBezTo>
                  <a:lnTo>
                    <a:pt x="28868" y="40308"/>
                  </a:lnTo>
                  <a:lnTo>
                    <a:pt x="29843" y="40308"/>
                  </a:lnTo>
                  <a:lnTo>
                    <a:pt x="29843" y="14921"/>
                  </a:lnTo>
                  <a:cubicBezTo>
                    <a:pt x="29843" y="6694"/>
                    <a:pt x="23149" y="0"/>
                    <a:pt x="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42"/>
            <p:cNvSpPr/>
            <p:nvPr/>
          </p:nvSpPr>
          <p:spPr>
            <a:xfrm>
              <a:off x="227223" y="1681074"/>
              <a:ext cx="977788" cy="1238759"/>
            </a:xfrm>
            <a:custGeom>
              <a:avLst/>
              <a:gdLst/>
              <a:ahLst/>
              <a:cxnLst/>
              <a:rect l="l" t="t" r="r" b="b"/>
              <a:pathLst>
                <a:path w="33743" h="42749" extrusionOk="0">
                  <a:moveTo>
                    <a:pt x="16871" y="976"/>
                  </a:moveTo>
                  <a:cubicBezTo>
                    <a:pt x="25637" y="976"/>
                    <a:pt x="32767" y="8108"/>
                    <a:pt x="32767" y="16873"/>
                  </a:cubicBezTo>
                  <a:lnTo>
                    <a:pt x="32767" y="41773"/>
                  </a:lnTo>
                  <a:lnTo>
                    <a:pt x="29841" y="41773"/>
                  </a:lnTo>
                  <a:lnTo>
                    <a:pt x="29841" y="16873"/>
                  </a:lnTo>
                  <a:cubicBezTo>
                    <a:pt x="29841" y="9721"/>
                    <a:pt x="24022" y="3903"/>
                    <a:pt x="16871" y="3903"/>
                  </a:cubicBezTo>
                  <a:cubicBezTo>
                    <a:pt x="9719" y="3903"/>
                    <a:pt x="3901" y="9721"/>
                    <a:pt x="3901" y="16873"/>
                  </a:cubicBezTo>
                  <a:lnTo>
                    <a:pt x="3901" y="41773"/>
                  </a:lnTo>
                  <a:lnTo>
                    <a:pt x="976" y="41773"/>
                  </a:lnTo>
                  <a:lnTo>
                    <a:pt x="976" y="16873"/>
                  </a:lnTo>
                  <a:cubicBezTo>
                    <a:pt x="976" y="8109"/>
                    <a:pt x="8104" y="976"/>
                    <a:pt x="16871" y="976"/>
                  </a:cubicBezTo>
                  <a:close/>
                  <a:moveTo>
                    <a:pt x="16872" y="1"/>
                  </a:moveTo>
                  <a:cubicBezTo>
                    <a:pt x="7567" y="1"/>
                    <a:pt x="0" y="7571"/>
                    <a:pt x="0" y="16873"/>
                  </a:cubicBezTo>
                  <a:lnTo>
                    <a:pt x="0" y="42746"/>
                  </a:lnTo>
                  <a:lnTo>
                    <a:pt x="4877" y="42746"/>
                  </a:lnTo>
                  <a:lnTo>
                    <a:pt x="4877" y="16873"/>
                  </a:lnTo>
                  <a:cubicBezTo>
                    <a:pt x="4877" y="10258"/>
                    <a:pt x="10256" y="4878"/>
                    <a:pt x="16870" y="4878"/>
                  </a:cubicBezTo>
                  <a:cubicBezTo>
                    <a:pt x="23485" y="4878"/>
                    <a:pt x="28865" y="10258"/>
                    <a:pt x="28865" y="16873"/>
                  </a:cubicBezTo>
                  <a:lnTo>
                    <a:pt x="28865" y="42748"/>
                  </a:lnTo>
                  <a:lnTo>
                    <a:pt x="33743" y="42748"/>
                  </a:lnTo>
                  <a:lnTo>
                    <a:pt x="33743" y="16873"/>
                  </a:lnTo>
                  <a:cubicBezTo>
                    <a:pt x="33743" y="7571"/>
                    <a:pt x="26176" y="1"/>
                    <a:pt x="16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9004171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31">
          <a:extLst>
            <a:ext uri="{FF2B5EF4-FFF2-40B4-BE49-F238E27FC236}">
              <a16:creationId xmlns:a16="http://schemas.microsoft.com/office/drawing/2014/main" id="{A8C25203-2569-3CD8-816C-10E937813435}"/>
            </a:ext>
          </a:extLst>
        </p:cNvPr>
        <p:cNvGrpSpPr/>
        <p:nvPr/>
      </p:nvGrpSpPr>
      <p:grpSpPr>
        <a:xfrm>
          <a:off x="0" y="0"/>
          <a:ext cx="0" cy="0"/>
          <a:chOff x="0" y="0"/>
          <a:chExt cx="0" cy="0"/>
        </a:xfrm>
      </p:grpSpPr>
      <p:sp>
        <p:nvSpPr>
          <p:cNvPr id="632" name="Google Shape;632;p47">
            <a:extLst>
              <a:ext uri="{FF2B5EF4-FFF2-40B4-BE49-F238E27FC236}">
                <a16:creationId xmlns:a16="http://schemas.microsoft.com/office/drawing/2014/main" id="{DFC04476-8B3C-C609-835A-78F5F0C30401}"/>
              </a:ext>
            </a:extLst>
          </p:cNvPr>
          <p:cNvSpPr txBox="1">
            <a:spLocks noGrp="1"/>
          </p:cNvSpPr>
          <p:nvPr>
            <p:ph type="title"/>
          </p:nvPr>
        </p:nvSpPr>
        <p:spPr>
          <a:xfrm>
            <a:off x="720000" y="463800"/>
            <a:ext cx="7704000" cy="634500"/>
          </a:xfrm>
          <a:prstGeom prst="rect">
            <a:avLst/>
          </a:prstGeom>
        </p:spPr>
        <p:txBody>
          <a:bodyPr spcFirstLastPara="1" wrap="square" lIns="91425" tIns="91425" rIns="91425" bIns="91425" anchor="t" anchorCtr="0">
            <a:noAutofit/>
          </a:bodyPr>
          <a:lstStyle/>
          <a:p>
            <a:r>
              <a:rPr lang="en" b="0"/>
              <a:t>1- K-Means Clustering:</a:t>
            </a:r>
            <a:endParaRPr lang="en-US"/>
          </a:p>
        </p:txBody>
      </p:sp>
      <p:sp>
        <p:nvSpPr>
          <p:cNvPr id="633" name="Google Shape;633;p47">
            <a:extLst>
              <a:ext uri="{FF2B5EF4-FFF2-40B4-BE49-F238E27FC236}">
                <a16:creationId xmlns:a16="http://schemas.microsoft.com/office/drawing/2014/main" id="{6E700A77-A5B9-D502-C358-0C010834AD50}"/>
              </a:ext>
            </a:extLst>
          </p:cNvPr>
          <p:cNvSpPr txBox="1">
            <a:spLocks noGrp="1"/>
          </p:cNvSpPr>
          <p:nvPr>
            <p:ph type="subTitle" idx="1"/>
          </p:nvPr>
        </p:nvSpPr>
        <p:spPr>
          <a:xfrm>
            <a:off x="1208175" y="2075375"/>
            <a:ext cx="2867100" cy="623100"/>
          </a:xfrm>
          <a:prstGeom prst="rect">
            <a:avLst/>
          </a:prstGeom>
        </p:spPr>
        <p:txBody>
          <a:bodyPr spcFirstLastPara="1" wrap="square" lIns="91425" tIns="91425" rIns="91425" bIns="91425" anchor="t" anchorCtr="0">
            <a:noAutofit/>
          </a:bodyPr>
          <a:lstStyle/>
          <a:p>
            <a:pPr marL="285750" indent="-285750">
              <a:lnSpc>
                <a:spcPct val="114999"/>
              </a:lnSpc>
              <a:buFont typeface="Wingdings"/>
              <a:buChar char="q"/>
            </a:pPr>
            <a:r>
              <a:rPr lang="en"/>
              <a:t>To identify pollution zones.</a:t>
            </a:r>
            <a:endParaRPr lang="en-US"/>
          </a:p>
        </p:txBody>
      </p:sp>
      <p:sp>
        <p:nvSpPr>
          <p:cNvPr id="634" name="Google Shape;634;p47">
            <a:extLst>
              <a:ext uri="{FF2B5EF4-FFF2-40B4-BE49-F238E27FC236}">
                <a16:creationId xmlns:a16="http://schemas.microsoft.com/office/drawing/2014/main" id="{9FAB032D-3096-E935-E26E-2E156505E64B}"/>
              </a:ext>
            </a:extLst>
          </p:cNvPr>
          <p:cNvSpPr txBox="1">
            <a:spLocks noGrp="1"/>
          </p:cNvSpPr>
          <p:nvPr>
            <p:ph type="subTitle" idx="2"/>
          </p:nvPr>
        </p:nvSpPr>
        <p:spPr>
          <a:xfrm>
            <a:off x="1215345" y="3347424"/>
            <a:ext cx="2867100" cy="623100"/>
          </a:xfrm>
          <a:prstGeom prst="rect">
            <a:avLst/>
          </a:prstGeom>
        </p:spPr>
        <p:txBody>
          <a:bodyPr spcFirstLastPara="1" wrap="square" lIns="91425" tIns="91425" rIns="91425" bIns="91425" anchor="t" anchorCtr="0">
            <a:noAutofit/>
          </a:bodyPr>
          <a:lstStyle/>
          <a:p>
            <a:pPr marL="342900" indent="-342900">
              <a:lnSpc>
                <a:spcPct val="114999"/>
              </a:lnSpc>
              <a:buFont typeface="Wingdings"/>
              <a:buChar char="q"/>
            </a:pPr>
            <a:r>
              <a:rPr lang="en"/>
              <a:t>PM2.5</a:t>
            </a:r>
            <a:endParaRPr lang="en-US"/>
          </a:p>
          <a:p>
            <a:pPr marL="342900" indent="-342900">
              <a:lnSpc>
                <a:spcPct val="114999"/>
              </a:lnSpc>
              <a:buFont typeface="Wingdings"/>
              <a:buChar char="q"/>
            </a:pPr>
            <a:r>
              <a:rPr lang="en"/>
              <a:t> PM10/NO2</a:t>
            </a:r>
            <a:endParaRPr lang="en-US"/>
          </a:p>
          <a:p>
            <a:pPr marL="342900" indent="-342900">
              <a:lnSpc>
                <a:spcPct val="114999"/>
              </a:lnSpc>
              <a:buFont typeface="Wingdings"/>
              <a:buChar char="q"/>
            </a:pPr>
            <a:r>
              <a:rPr lang="en"/>
              <a:t>Temperature</a:t>
            </a:r>
            <a:endParaRPr lang="en-US"/>
          </a:p>
          <a:p>
            <a:pPr marL="342900" indent="-342900">
              <a:lnSpc>
                <a:spcPct val="114999"/>
              </a:lnSpc>
              <a:buFont typeface="Wingdings"/>
              <a:buChar char="q"/>
            </a:pPr>
            <a:r>
              <a:rPr lang="en"/>
              <a:t>Humidity (z-score normalized)</a:t>
            </a:r>
            <a:endParaRPr lang="en-US"/>
          </a:p>
        </p:txBody>
      </p:sp>
      <p:sp>
        <p:nvSpPr>
          <p:cNvPr id="635" name="Google Shape;635;p47">
            <a:extLst>
              <a:ext uri="{FF2B5EF4-FFF2-40B4-BE49-F238E27FC236}">
                <a16:creationId xmlns:a16="http://schemas.microsoft.com/office/drawing/2014/main" id="{F4C7A75D-2207-198A-1313-DED1C61463F4}"/>
              </a:ext>
            </a:extLst>
          </p:cNvPr>
          <p:cNvSpPr txBox="1">
            <a:spLocks noGrp="1"/>
          </p:cNvSpPr>
          <p:nvPr>
            <p:ph type="subTitle" idx="3"/>
          </p:nvPr>
        </p:nvSpPr>
        <p:spPr>
          <a:xfrm>
            <a:off x="5217893" y="2034842"/>
            <a:ext cx="2867100" cy="623100"/>
          </a:xfrm>
          <a:prstGeom prst="rect">
            <a:avLst/>
          </a:prstGeom>
        </p:spPr>
        <p:txBody>
          <a:bodyPr spcFirstLastPara="1" wrap="square" lIns="91425" tIns="91425" rIns="91425" bIns="91425" anchor="t" anchorCtr="0">
            <a:noAutofit/>
          </a:bodyPr>
          <a:lstStyle/>
          <a:p>
            <a:pPr marL="0" indent="0">
              <a:lnSpc>
                <a:spcPct val="114999"/>
              </a:lnSpc>
            </a:pPr>
            <a:r>
              <a:rPr lang="en">
                <a:latin typeface="Consolas"/>
              </a:rPr>
              <a:t>k=3</a:t>
            </a:r>
            <a:r>
              <a:rPr lang="en"/>
              <a:t> selected using the Elbow Method.</a:t>
            </a:r>
            <a:endParaRPr lang="en-US"/>
          </a:p>
        </p:txBody>
      </p:sp>
      <p:sp>
        <p:nvSpPr>
          <p:cNvPr id="636" name="Google Shape;636;p47">
            <a:extLst>
              <a:ext uri="{FF2B5EF4-FFF2-40B4-BE49-F238E27FC236}">
                <a16:creationId xmlns:a16="http://schemas.microsoft.com/office/drawing/2014/main" id="{4FBDD3A1-5295-FDB0-95AE-49CBE504A9DF}"/>
              </a:ext>
            </a:extLst>
          </p:cNvPr>
          <p:cNvSpPr txBox="1">
            <a:spLocks noGrp="1"/>
          </p:cNvSpPr>
          <p:nvPr>
            <p:ph type="subTitle" idx="4"/>
          </p:nvPr>
        </p:nvSpPr>
        <p:spPr>
          <a:xfrm>
            <a:off x="5215845" y="3306890"/>
            <a:ext cx="2867100" cy="623100"/>
          </a:xfrm>
          <a:prstGeom prst="rect">
            <a:avLst/>
          </a:prstGeom>
        </p:spPr>
        <p:txBody>
          <a:bodyPr spcFirstLastPara="1" wrap="square" lIns="91425" tIns="91425" rIns="91425" bIns="91425" anchor="t" anchorCtr="0">
            <a:noAutofit/>
          </a:bodyPr>
          <a:lstStyle/>
          <a:p>
            <a:pPr marL="0" indent="0">
              <a:lnSpc>
                <a:spcPct val="114999"/>
              </a:lnSpc>
            </a:pPr>
            <a:r>
              <a:rPr lang="en"/>
              <a:t>Each cluster represents a pollution level (low, medium, high).</a:t>
            </a:r>
            <a:endParaRPr lang="en-US"/>
          </a:p>
        </p:txBody>
      </p:sp>
      <p:sp>
        <p:nvSpPr>
          <p:cNvPr id="637" name="Google Shape;637;p47">
            <a:extLst>
              <a:ext uri="{FF2B5EF4-FFF2-40B4-BE49-F238E27FC236}">
                <a16:creationId xmlns:a16="http://schemas.microsoft.com/office/drawing/2014/main" id="{A60BBDB0-9A2A-E88A-C6A2-778E083BE192}"/>
              </a:ext>
            </a:extLst>
          </p:cNvPr>
          <p:cNvSpPr txBox="1">
            <a:spLocks noGrp="1"/>
          </p:cNvSpPr>
          <p:nvPr>
            <p:ph type="subTitle" idx="5"/>
          </p:nvPr>
        </p:nvSpPr>
        <p:spPr>
          <a:xfrm>
            <a:off x="1208150" y="1745075"/>
            <a:ext cx="2867100" cy="467100"/>
          </a:xfrm>
          <a:prstGeom prst="rect">
            <a:avLst/>
          </a:prstGeom>
        </p:spPr>
        <p:txBody>
          <a:bodyPr spcFirstLastPara="1" wrap="square" lIns="91425" tIns="91425" rIns="91425" bIns="91425" anchor="b" anchorCtr="0">
            <a:noAutofit/>
          </a:bodyPr>
          <a:lstStyle/>
          <a:p>
            <a:pPr marL="0" lvl="0" indent="0" algn="l">
              <a:lnSpc>
                <a:spcPct val="114999"/>
              </a:lnSpc>
              <a:spcBef>
                <a:spcPts val="0"/>
              </a:spcBef>
              <a:spcAft>
                <a:spcPts val="0"/>
              </a:spcAft>
              <a:buNone/>
            </a:pPr>
            <a:r>
              <a:rPr lang="en" b="0"/>
              <a:t>Purpose:</a:t>
            </a:r>
            <a:endParaRPr lang="en-US"/>
          </a:p>
        </p:txBody>
      </p:sp>
      <p:sp>
        <p:nvSpPr>
          <p:cNvPr id="638" name="Google Shape;638;p47">
            <a:extLst>
              <a:ext uri="{FF2B5EF4-FFF2-40B4-BE49-F238E27FC236}">
                <a16:creationId xmlns:a16="http://schemas.microsoft.com/office/drawing/2014/main" id="{5F9032EB-5607-B016-25EB-AE900FCD023A}"/>
              </a:ext>
            </a:extLst>
          </p:cNvPr>
          <p:cNvSpPr txBox="1">
            <a:spLocks noGrp="1"/>
          </p:cNvSpPr>
          <p:nvPr>
            <p:ph type="subTitle" idx="6"/>
          </p:nvPr>
        </p:nvSpPr>
        <p:spPr>
          <a:xfrm>
            <a:off x="5217868" y="1704592"/>
            <a:ext cx="2867100" cy="467100"/>
          </a:xfrm>
          <a:prstGeom prst="rect">
            <a:avLst/>
          </a:prstGeom>
        </p:spPr>
        <p:txBody>
          <a:bodyPr spcFirstLastPara="1" wrap="square" lIns="91425" tIns="91425" rIns="91425" bIns="91425" anchor="b" anchorCtr="0">
            <a:noAutofit/>
          </a:bodyPr>
          <a:lstStyle/>
          <a:p>
            <a:pPr marL="0" indent="0">
              <a:lnSpc>
                <a:spcPct val="114999"/>
              </a:lnSpc>
            </a:pPr>
            <a:r>
              <a:rPr lang="en"/>
              <a:t>Number of clusters:</a:t>
            </a:r>
            <a:r>
              <a:rPr lang="en" b="0"/>
              <a:t> </a:t>
            </a:r>
            <a:endParaRPr lang="en-US"/>
          </a:p>
        </p:txBody>
      </p:sp>
      <p:sp>
        <p:nvSpPr>
          <p:cNvPr id="639" name="Google Shape;639;p47">
            <a:extLst>
              <a:ext uri="{FF2B5EF4-FFF2-40B4-BE49-F238E27FC236}">
                <a16:creationId xmlns:a16="http://schemas.microsoft.com/office/drawing/2014/main" id="{7627D755-0553-EF59-FBFD-FD67FB1CB45B}"/>
              </a:ext>
            </a:extLst>
          </p:cNvPr>
          <p:cNvSpPr txBox="1">
            <a:spLocks noGrp="1"/>
          </p:cNvSpPr>
          <p:nvPr>
            <p:ph type="subTitle" idx="7"/>
          </p:nvPr>
        </p:nvSpPr>
        <p:spPr>
          <a:xfrm>
            <a:off x="1215344" y="3017124"/>
            <a:ext cx="2867100" cy="467100"/>
          </a:xfrm>
          <a:prstGeom prst="rect">
            <a:avLst/>
          </a:prstGeom>
        </p:spPr>
        <p:txBody>
          <a:bodyPr spcFirstLastPara="1" wrap="square" lIns="91425" tIns="91425" rIns="91425" bIns="91425" anchor="b" anchorCtr="0">
            <a:noAutofit/>
          </a:bodyPr>
          <a:lstStyle/>
          <a:p>
            <a:pPr marL="0" indent="0">
              <a:lnSpc>
                <a:spcPct val="114999"/>
              </a:lnSpc>
            </a:pPr>
            <a:r>
              <a:rPr lang="en" b="0"/>
              <a:t>Features used:</a:t>
            </a:r>
            <a:endParaRPr lang="en-US"/>
          </a:p>
        </p:txBody>
      </p:sp>
      <p:sp>
        <p:nvSpPr>
          <p:cNvPr id="640" name="Google Shape;640;p47">
            <a:extLst>
              <a:ext uri="{FF2B5EF4-FFF2-40B4-BE49-F238E27FC236}">
                <a16:creationId xmlns:a16="http://schemas.microsoft.com/office/drawing/2014/main" id="{5FC7B39B-642D-3A5F-A916-83555222E7C8}"/>
              </a:ext>
            </a:extLst>
          </p:cNvPr>
          <p:cNvSpPr txBox="1">
            <a:spLocks noGrp="1"/>
          </p:cNvSpPr>
          <p:nvPr>
            <p:ph type="subTitle" idx="8"/>
          </p:nvPr>
        </p:nvSpPr>
        <p:spPr>
          <a:xfrm>
            <a:off x="5215844" y="2976640"/>
            <a:ext cx="2867100" cy="46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Interpretation</a:t>
            </a:r>
            <a:endParaRPr/>
          </a:p>
        </p:txBody>
      </p:sp>
      <p:grpSp>
        <p:nvGrpSpPr>
          <p:cNvPr id="641" name="Google Shape;641;p47">
            <a:extLst>
              <a:ext uri="{FF2B5EF4-FFF2-40B4-BE49-F238E27FC236}">
                <a16:creationId xmlns:a16="http://schemas.microsoft.com/office/drawing/2014/main" id="{A7A6B146-70A9-670B-24A7-6FD68E95BB33}"/>
              </a:ext>
            </a:extLst>
          </p:cNvPr>
          <p:cNvGrpSpPr/>
          <p:nvPr/>
        </p:nvGrpSpPr>
        <p:grpSpPr>
          <a:xfrm>
            <a:off x="4762583" y="2976552"/>
            <a:ext cx="318551" cy="388385"/>
            <a:chOff x="4046394" y="2128438"/>
            <a:chExt cx="261193" cy="318453"/>
          </a:xfrm>
        </p:grpSpPr>
        <p:sp>
          <p:nvSpPr>
            <p:cNvPr id="642" name="Google Shape;642;p47">
              <a:extLst>
                <a:ext uri="{FF2B5EF4-FFF2-40B4-BE49-F238E27FC236}">
                  <a16:creationId xmlns:a16="http://schemas.microsoft.com/office/drawing/2014/main" id="{E4C3EB92-28A9-5495-E873-3B6917FCEC42}"/>
                </a:ext>
              </a:extLst>
            </p:cNvPr>
            <p:cNvSpPr/>
            <p:nvPr/>
          </p:nvSpPr>
          <p:spPr>
            <a:xfrm>
              <a:off x="4046394" y="2128438"/>
              <a:ext cx="261193" cy="318453"/>
            </a:xfrm>
            <a:custGeom>
              <a:avLst/>
              <a:gdLst/>
              <a:ahLst/>
              <a:cxnLst/>
              <a:rect l="l" t="t" r="r" b="b"/>
              <a:pathLst>
                <a:path w="8968" h="10934" extrusionOk="0">
                  <a:moveTo>
                    <a:pt x="4484" y="484"/>
                  </a:moveTo>
                  <a:cubicBezTo>
                    <a:pt x="4570" y="552"/>
                    <a:pt x="4686" y="658"/>
                    <a:pt x="4798" y="786"/>
                  </a:cubicBezTo>
                  <a:cubicBezTo>
                    <a:pt x="4672" y="890"/>
                    <a:pt x="4568" y="1015"/>
                    <a:pt x="4484" y="1153"/>
                  </a:cubicBezTo>
                  <a:cubicBezTo>
                    <a:pt x="4400" y="1015"/>
                    <a:pt x="4296" y="892"/>
                    <a:pt x="4170" y="786"/>
                  </a:cubicBezTo>
                  <a:cubicBezTo>
                    <a:pt x="4284" y="658"/>
                    <a:pt x="4400" y="552"/>
                    <a:pt x="4484" y="484"/>
                  </a:cubicBezTo>
                  <a:close/>
                  <a:moveTo>
                    <a:pt x="3417" y="877"/>
                  </a:moveTo>
                  <a:cubicBezTo>
                    <a:pt x="3897" y="976"/>
                    <a:pt x="4271" y="1396"/>
                    <a:pt x="4271" y="1924"/>
                  </a:cubicBezTo>
                  <a:lnTo>
                    <a:pt x="4271" y="2542"/>
                  </a:lnTo>
                  <a:cubicBezTo>
                    <a:pt x="3784" y="2445"/>
                    <a:pt x="3417" y="2012"/>
                    <a:pt x="3417" y="1497"/>
                  </a:cubicBezTo>
                  <a:lnTo>
                    <a:pt x="3417" y="877"/>
                  </a:lnTo>
                  <a:close/>
                  <a:moveTo>
                    <a:pt x="5552" y="880"/>
                  </a:moveTo>
                  <a:lnTo>
                    <a:pt x="5552" y="1498"/>
                  </a:lnTo>
                  <a:cubicBezTo>
                    <a:pt x="5552" y="2012"/>
                    <a:pt x="5184" y="2445"/>
                    <a:pt x="4698" y="2545"/>
                  </a:cubicBezTo>
                  <a:lnTo>
                    <a:pt x="4698" y="1925"/>
                  </a:lnTo>
                  <a:cubicBezTo>
                    <a:pt x="4698" y="1398"/>
                    <a:pt x="5072" y="976"/>
                    <a:pt x="5552" y="880"/>
                  </a:cubicBezTo>
                  <a:close/>
                  <a:moveTo>
                    <a:pt x="2349" y="3119"/>
                  </a:moveTo>
                  <a:cubicBezTo>
                    <a:pt x="2863" y="3119"/>
                    <a:pt x="3295" y="3486"/>
                    <a:pt x="3396" y="3973"/>
                  </a:cubicBezTo>
                  <a:lnTo>
                    <a:pt x="2776" y="3973"/>
                  </a:lnTo>
                  <a:cubicBezTo>
                    <a:pt x="2262" y="3973"/>
                    <a:pt x="1830" y="3606"/>
                    <a:pt x="1731" y="3119"/>
                  </a:cubicBezTo>
                  <a:close/>
                  <a:moveTo>
                    <a:pt x="7239" y="3119"/>
                  </a:moveTo>
                  <a:cubicBezTo>
                    <a:pt x="7140" y="3606"/>
                    <a:pt x="6706" y="3973"/>
                    <a:pt x="6192" y="3973"/>
                  </a:cubicBezTo>
                  <a:lnTo>
                    <a:pt x="5574" y="3973"/>
                  </a:lnTo>
                  <a:cubicBezTo>
                    <a:pt x="5673" y="3488"/>
                    <a:pt x="6105" y="3119"/>
                    <a:pt x="6619" y="3119"/>
                  </a:cubicBezTo>
                  <a:close/>
                  <a:moveTo>
                    <a:pt x="7687" y="5809"/>
                  </a:moveTo>
                  <a:lnTo>
                    <a:pt x="7687" y="9653"/>
                  </a:lnTo>
                  <a:lnTo>
                    <a:pt x="5336" y="9653"/>
                  </a:lnTo>
                  <a:cubicBezTo>
                    <a:pt x="5099" y="9653"/>
                    <a:pt x="4877" y="9731"/>
                    <a:pt x="4698" y="9866"/>
                  </a:cubicBezTo>
                  <a:lnTo>
                    <a:pt x="4698" y="6450"/>
                  </a:lnTo>
                  <a:cubicBezTo>
                    <a:pt x="4698" y="6098"/>
                    <a:pt x="4986" y="5809"/>
                    <a:pt x="5338" y="5809"/>
                  </a:cubicBezTo>
                  <a:close/>
                  <a:moveTo>
                    <a:pt x="3630" y="5811"/>
                  </a:moveTo>
                  <a:cubicBezTo>
                    <a:pt x="3982" y="5811"/>
                    <a:pt x="4271" y="6100"/>
                    <a:pt x="4271" y="6452"/>
                  </a:cubicBezTo>
                  <a:lnTo>
                    <a:pt x="4271" y="9869"/>
                  </a:lnTo>
                  <a:cubicBezTo>
                    <a:pt x="4091" y="9736"/>
                    <a:pt x="3869" y="9654"/>
                    <a:pt x="3628" y="9654"/>
                  </a:cubicBezTo>
                  <a:lnTo>
                    <a:pt x="1282" y="9654"/>
                  </a:lnTo>
                  <a:lnTo>
                    <a:pt x="1282" y="5811"/>
                  </a:lnTo>
                  <a:close/>
                  <a:moveTo>
                    <a:pt x="8541" y="6663"/>
                  </a:moveTo>
                  <a:lnTo>
                    <a:pt x="8541" y="10507"/>
                  </a:lnTo>
                  <a:lnTo>
                    <a:pt x="4732" y="10507"/>
                  </a:lnTo>
                  <a:cubicBezTo>
                    <a:pt x="4822" y="10257"/>
                    <a:pt x="5061" y="10080"/>
                    <a:pt x="5336" y="10080"/>
                  </a:cubicBezTo>
                  <a:lnTo>
                    <a:pt x="7900" y="10080"/>
                  </a:lnTo>
                  <a:cubicBezTo>
                    <a:pt x="8020" y="10080"/>
                    <a:pt x="8114" y="9986"/>
                    <a:pt x="8114" y="9866"/>
                  </a:cubicBezTo>
                  <a:lnTo>
                    <a:pt x="8114" y="6663"/>
                  </a:lnTo>
                  <a:close/>
                  <a:moveTo>
                    <a:pt x="4485" y="1"/>
                  </a:moveTo>
                  <a:cubicBezTo>
                    <a:pt x="4444" y="1"/>
                    <a:pt x="4402" y="13"/>
                    <a:pt x="4366" y="38"/>
                  </a:cubicBezTo>
                  <a:cubicBezTo>
                    <a:pt x="4353" y="46"/>
                    <a:pt x="4062" y="245"/>
                    <a:pt x="3808" y="555"/>
                  </a:cubicBezTo>
                  <a:cubicBezTo>
                    <a:pt x="3620" y="472"/>
                    <a:pt x="3415" y="429"/>
                    <a:pt x="3205" y="429"/>
                  </a:cubicBezTo>
                  <a:cubicBezTo>
                    <a:pt x="3089" y="429"/>
                    <a:pt x="2991" y="525"/>
                    <a:pt x="2991" y="643"/>
                  </a:cubicBezTo>
                  <a:lnTo>
                    <a:pt x="2991" y="1497"/>
                  </a:lnTo>
                  <a:cubicBezTo>
                    <a:pt x="2991" y="2248"/>
                    <a:pt x="3550" y="2872"/>
                    <a:pt x="4272" y="2976"/>
                  </a:cubicBezTo>
                  <a:lnTo>
                    <a:pt x="4272" y="4527"/>
                  </a:lnTo>
                  <a:lnTo>
                    <a:pt x="3844" y="4096"/>
                  </a:lnTo>
                  <a:cubicBezTo>
                    <a:pt x="3798" y="3316"/>
                    <a:pt x="3145" y="2694"/>
                    <a:pt x="2351" y="2694"/>
                  </a:cubicBezTo>
                  <a:lnTo>
                    <a:pt x="1497" y="2694"/>
                  </a:lnTo>
                  <a:cubicBezTo>
                    <a:pt x="1381" y="2694"/>
                    <a:pt x="1283" y="2790"/>
                    <a:pt x="1283" y="2907"/>
                  </a:cubicBezTo>
                  <a:cubicBezTo>
                    <a:pt x="1283" y="3732"/>
                    <a:pt x="1955" y="4402"/>
                    <a:pt x="2778" y="4402"/>
                  </a:cubicBezTo>
                  <a:lnTo>
                    <a:pt x="3545" y="4402"/>
                  </a:lnTo>
                  <a:lnTo>
                    <a:pt x="4272" y="5130"/>
                  </a:lnTo>
                  <a:lnTo>
                    <a:pt x="4272" y="5598"/>
                  </a:lnTo>
                  <a:cubicBezTo>
                    <a:pt x="4093" y="5463"/>
                    <a:pt x="3871" y="5382"/>
                    <a:pt x="3630" y="5382"/>
                  </a:cubicBezTo>
                  <a:lnTo>
                    <a:pt x="1068" y="5382"/>
                  </a:lnTo>
                  <a:cubicBezTo>
                    <a:pt x="950" y="5382"/>
                    <a:pt x="855" y="5478"/>
                    <a:pt x="855" y="5596"/>
                  </a:cubicBezTo>
                  <a:lnTo>
                    <a:pt x="855" y="6236"/>
                  </a:lnTo>
                  <a:lnTo>
                    <a:pt x="214" y="6236"/>
                  </a:lnTo>
                  <a:cubicBezTo>
                    <a:pt x="96" y="6236"/>
                    <a:pt x="1" y="6332"/>
                    <a:pt x="1" y="6450"/>
                  </a:cubicBezTo>
                  <a:lnTo>
                    <a:pt x="1" y="10720"/>
                  </a:lnTo>
                  <a:cubicBezTo>
                    <a:pt x="1" y="10838"/>
                    <a:pt x="96" y="10934"/>
                    <a:pt x="214" y="10934"/>
                  </a:cubicBezTo>
                  <a:lnTo>
                    <a:pt x="1389" y="10934"/>
                  </a:lnTo>
                  <a:cubicBezTo>
                    <a:pt x="1505" y="10934"/>
                    <a:pt x="1603" y="10838"/>
                    <a:pt x="1603" y="10720"/>
                  </a:cubicBezTo>
                  <a:cubicBezTo>
                    <a:pt x="1603" y="10602"/>
                    <a:pt x="1505" y="10507"/>
                    <a:pt x="1389" y="10507"/>
                  </a:cubicBezTo>
                  <a:lnTo>
                    <a:pt x="428" y="10507"/>
                  </a:lnTo>
                  <a:lnTo>
                    <a:pt x="428" y="6663"/>
                  </a:lnTo>
                  <a:lnTo>
                    <a:pt x="855" y="6663"/>
                  </a:lnTo>
                  <a:lnTo>
                    <a:pt x="855" y="9866"/>
                  </a:lnTo>
                  <a:cubicBezTo>
                    <a:pt x="855" y="9984"/>
                    <a:pt x="950" y="10080"/>
                    <a:pt x="1068" y="10080"/>
                  </a:cubicBezTo>
                  <a:lnTo>
                    <a:pt x="3628" y="10080"/>
                  </a:lnTo>
                  <a:cubicBezTo>
                    <a:pt x="3905" y="10080"/>
                    <a:pt x="4144" y="10259"/>
                    <a:pt x="4233" y="10507"/>
                  </a:cubicBezTo>
                  <a:lnTo>
                    <a:pt x="3311" y="10507"/>
                  </a:lnTo>
                  <a:cubicBezTo>
                    <a:pt x="3193" y="10507"/>
                    <a:pt x="3097" y="10602"/>
                    <a:pt x="3097" y="10720"/>
                  </a:cubicBezTo>
                  <a:cubicBezTo>
                    <a:pt x="3097" y="10838"/>
                    <a:pt x="3193" y="10934"/>
                    <a:pt x="3311" y="10934"/>
                  </a:cubicBezTo>
                  <a:lnTo>
                    <a:pt x="8754" y="10934"/>
                  </a:lnTo>
                  <a:cubicBezTo>
                    <a:pt x="8872" y="10934"/>
                    <a:pt x="8968" y="10838"/>
                    <a:pt x="8968" y="10720"/>
                  </a:cubicBezTo>
                  <a:lnTo>
                    <a:pt x="8968" y="6450"/>
                  </a:lnTo>
                  <a:cubicBezTo>
                    <a:pt x="8968" y="6332"/>
                    <a:pt x="8872" y="6236"/>
                    <a:pt x="8754" y="6236"/>
                  </a:cubicBezTo>
                  <a:lnTo>
                    <a:pt x="8114" y="6236"/>
                  </a:lnTo>
                  <a:lnTo>
                    <a:pt x="8114" y="5596"/>
                  </a:lnTo>
                  <a:cubicBezTo>
                    <a:pt x="8114" y="5478"/>
                    <a:pt x="8018" y="5382"/>
                    <a:pt x="7900" y="5382"/>
                  </a:cubicBezTo>
                  <a:lnTo>
                    <a:pt x="5338" y="5382"/>
                  </a:lnTo>
                  <a:cubicBezTo>
                    <a:pt x="5099" y="5382"/>
                    <a:pt x="4877" y="5461"/>
                    <a:pt x="4698" y="5596"/>
                  </a:cubicBezTo>
                  <a:lnTo>
                    <a:pt x="4698" y="5128"/>
                  </a:lnTo>
                  <a:lnTo>
                    <a:pt x="5425" y="4400"/>
                  </a:lnTo>
                  <a:lnTo>
                    <a:pt x="6192" y="4400"/>
                  </a:lnTo>
                  <a:cubicBezTo>
                    <a:pt x="7017" y="4400"/>
                    <a:pt x="7687" y="3729"/>
                    <a:pt x="7687" y="2906"/>
                  </a:cubicBezTo>
                  <a:cubicBezTo>
                    <a:pt x="7687" y="2788"/>
                    <a:pt x="7591" y="2692"/>
                    <a:pt x="7473" y="2692"/>
                  </a:cubicBezTo>
                  <a:lnTo>
                    <a:pt x="6619" y="2692"/>
                  </a:lnTo>
                  <a:cubicBezTo>
                    <a:pt x="5825" y="2692"/>
                    <a:pt x="5176" y="3314"/>
                    <a:pt x="5126" y="4095"/>
                  </a:cubicBezTo>
                  <a:lnTo>
                    <a:pt x="4698" y="4523"/>
                  </a:lnTo>
                  <a:lnTo>
                    <a:pt x="4698" y="2976"/>
                  </a:lnTo>
                  <a:cubicBezTo>
                    <a:pt x="5422" y="2872"/>
                    <a:pt x="5979" y="2248"/>
                    <a:pt x="5979" y="1497"/>
                  </a:cubicBezTo>
                  <a:lnTo>
                    <a:pt x="5979" y="643"/>
                  </a:lnTo>
                  <a:cubicBezTo>
                    <a:pt x="5979" y="525"/>
                    <a:pt x="5883" y="429"/>
                    <a:pt x="5765" y="429"/>
                  </a:cubicBezTo>
                  <a:cubicBezTo>
                    <a:pt x="5557" y="429"/>
                    <a:pt x="5352" y="472"/>
                    <a:pt x="5164" y="555"/>
                  </a:cubicBezTo>
                  <a:cubicBezTo>
                    <a:pt x="4909" y="245"/>
                    <a:pt x="4617" y="46"/>
                    <a:pt x="4604" y="38"/>
                  </a:cubicBezTo>
                  <a:cubicBezTo>
                    <a:pt x="4568" y="13"/>
                    <a:pt x="4526" y="1"/>
                    <a:pt x="44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47">
              <a:extLst>
                <a:ext uri="{FF2B5EF4-FFF2-40B4-BE49-F238E27FC236}">
                  <a16:creationId xmlns:a16="http://schemas.microsoft.com/office/drawing/2014/main" id="{11A1480D-5551-7AB6-05DF-D270E8D603C3}"/>
                </a:ext>
              </a:extLst>
            </p:cNvPr>
            <p:cNvSpPr/>
            <p:nvPr/>
          </p:nvSpPr>
          <p:spPr>
            <a:xfrm>
              <a:off x="4096286" y="2310062"/>
              <a:ext cx="37251" cy="12465"/>
            </a:xfrm>
            <a:custGeom>
              <a:avLst/>
              <a:gdLst/>
              <a:ahLst/>
              <a:cxnLst/>
              <a:rect l="l" t="t" r="r" b="b"/>
              <a:pathLst>
                <a:path w="1279" h="428" extrusionOk="0">
                  <a:moveTo>
                    <a:pt x="214" y="0"/>
                  </a:moveTo>
                  <a:cubicBezTo>
                    <a:pt x="96" y="0"/>
                    <a:pt x="1" y="96"/>
                    <a:pt x="1" y="214"/>
                  </a:cubicBezTo>
                  <a:cubicBezTo>
                    <a:pt x="1" y="334"/>
                    <a:pt x="95" y="427"/>
                    <a:pt x="214" y="427"/>
                  </a:cubicBezTo>
                  <a:lnTo>
                    <a:pt x="1065" y="427"/>
                  </a:lnTo>
                  <a:cubicBezTo>
                    <a:pt x="1183" y="427"/>
                    <a:pt x="1278" y="332"/>
                    <a:pt x="1278" y="214"/>
                  </a:cubicBezTo>
                  <a:cubicBezTo>
                    <a:pt x="1278" y="96"/>
                    <a:pt x="1183" y="0"/>
                    <a:pt x="10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47">
              <a:extLst>
                <a:ext uri="{FF2B5EF4-FFF2-40B4-BE49-F238E27FC236}">
                  <a16:creationId xmlns:a16="http://schemas.microsoft.com/office/drawing/2014/main" id="{B529C9EE-4F0B-6008-04BA-207B06832BAB}"/>
                </a:ext>
              </a:extLst>
            </p:cNvPr>
            <p:cNvSpPr/>
            <p:nvPr/>
          </p:nvSpPr>
          <p:spPr>
            <a:xfrm>
              <a:off x="4096198" y="2334935"/>
              <a:ext cx="62153" cy="12465"/>
            </a:xfrm>
            <a:custGeom>
              <a:avLst/>
              <a:gdLst/>
              <a:ahLst/>
              <a:cxnLst/>
              <a:rect l="l" t="t" r="r" b="b"/>
              <a:pathLst>
                <a:path w="2134" h="428" extrusionOk="0">
                  <a:moveTo>
                    <a:pt x="214" y="0"/>
                  </a:moveTo>
                  <a:cubicBezTo>
                    <a:pt x="98" y="0"/>
                    <a:pt x="0" y="96"/>
                    <a:pt x="0" y="214"/>
                  </a:cubicBezTo>
                  <a:cubicBezTo>
                    <a:pt x="0" y="332"/>
                    <a:pt x="98" y="427"/>
                    <a:pt x="214" y="427"/>
                  </a:cubicBezTo>
                  <a:lnTo>
                    <a:pt x="1920" y="427"/>
                  </a:lnTo>
                  <a:cubicBezTo>
                    <a:pt x="2038" y="427"/>
                    <a:pt x="2134" y="332"/>
                    <a:pt x="2134" y="214"/>
                  </a:cubicBezTo>
                  <a:cubicBezTo>
                    <a:pt x="2134" y="96"/>
                    <a:pt x="2040" y="0"/>
                    <a:pt x="19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47">
              <a:extLst>
                <a:ext uri="{FF2B5EF4-FFF2-40B4-BE49-F238E27FC236}">
                  <a16:creationId xmlns:a16="http://schemas.microsoft.com/office/drawing/2014/main" id="{CF001150-3B12-0247-B320-636EF7AFC43D}"/>
                </a:ext>
              </a:extLst>
            </p:cNvPr>
            <p:cNvSpPr/>
            <p:nvPr/>
          </p:nvSpPr>
          <p:spPr>
            <a:xfrm>
              <a:off x="4096198" y="2359807"/>
              <a:ext cx="62153" cy="12465"/>
            </a:xfrm>
            <a:custGeom>
              <a:avLst/>
              <a:gdLst/>
              <a:ahLst/>
              <a:cxnLst/>
              <a:rect l="l" t="t" r="r" b="b"/>
              <a:pathLst>
                <a:path w="2134" h="428" extrusionOk="0">
                  <a:moveTo>
                    <a:pt x="214" y="1"/>
                  </a:moveTo>
                  <a:cubicBezTo>
                    <a:pt x="98" y="1"/>
                    <a:pt x="0" y="96"/>
                    <a:pt x="0" y="214"/>
                  </a:cubicBezTo>
                  <a:cubicBezTo>
                    <a:pt x="0" y="332"/>
                    <a:pt x="98" y="428"/>
                    <a:pt x="214" y="428"/>
                  </a:cubicBezTo>
                  <a:lnTo>
                    <a:pt x="1920" y="428"/>
                  </a:lnTo>
                  <a:cubicBezTo>
                    <a:pt x="2038" y="428"/>
                    <a:pt x="2134" y="332"/>
                    <a:pt x="2134" y="214"/>
                  </a:cubicBezTo>
                  <a:cubicBezTo>
                    <a:pt x="2134" y="96"/>
                    <a:pt x="2040" y="1"/>
                    <a:pt x="19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47">
              <a:extLst>
                <a:ext uri="{FF2B5EF4-FFF2-40B4-BE49-F238E27FC236}">
                  <a16:creationId xmlns:a16="http://schemas.microsoft.com/office/drawing/2014/main" id="{C7DB6D3C-24FD-72E1-BEC0-80727B6951F2}"/>
                </a:ext>
              </a:extLst>
            </p:cNvPr>
            <p:cNvSpPr/>
            <p:nvPr/>
          </p:nvSpPr>
          <p:spPr>
            <a:xfrm>
              <a:off x="4096198" y="2384680"/>
              <a:ext cx="62153" cy="12465"/>
            </a:xfrm>
            <a:custGeom>
              <a:avLst/>
              <a:gdLst/>
              <a:ahLst/>
              <a:cxnLst/>
              <a:rect l="l" t="t" r="r" b="b"/>
              <a:pathLst>
                <a:path w="2134" h="428" extrusionOk="0">
                  <a:moveTo>
                    <a:pt x="214" y="1"/>
                  </a:moveTo>
                  <a:cubicBezTo>
                    <a:pt x="98" y="1"/>
                    <a:pt x="0" y="96"/>
                    <a:pt x="0" y="214"/>
                  </a:cubicBezTo>
                  <a:cubicBezTo>
                    <a:pt x="0" y="332"/>
                    <a:pt x="98" y="428"/>
                    <a:pt x="214" y="428"/>
                  </a:cubicBezTo>
                  <a:lnTo>
                    <a:pt x="1920" y="428"/>
                  </a:lnTo>
                  <a:cubicBezTo>
                    <a:pt x="2038" y="428"/>
                    <a:pt x="2134" y="332"/>
                    <a:pt x="2134" y="214"/>
                  </a:cubicBezTo>
                  <a:cubicBezTo>
                    <a:pt x="2134" y="96"/>
                    <a:pt x="2040" y="1"/>
                    <a:pt x="19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47">
              <a:extLst>
                <a:ext uri="{FF2B5EF4-FFF2-40B4-BE49-F238E27FC236}">
                  <a16:creationId xmlns:a16="http://schemas.microsoft.com/office/drawing/2014/main" id="{08FA8879-909C-074A-A019-A1BD4F3D64E3}"/>
                </a:ext>
              </a:extLst>
            </p:cNvPr>
            <p:cNvSpPr/>
            <p:nvPr/>
          </p:nvSpPr>
          <p:spPr>
            <a:xfrm>
              <a:off x="4195631" y="2310062"/>
              <a:ext cx="37338" cy="12465"/>
            </a:xfrm>
            <a:custGeom>
              <a:avLst/>
              <a:gdLst/>
              <a:ahLst/>
              <a:cxnLst/>
              <a:rect l="l" t="t" r="r" b="b"/>
              <a:pathLst>
                <a:path w="1282" h="428" extrusionOk="0">
                  <a:moveTo>
                    <a:pt x="214" y="0"/>
                  </a:moveTo>
                  <a:cubicBezTo>
                    <a:pt x="96" y="0"/>
                    <a:pt x="1" y="96"/>
                    <a:pt x="1" y="214"/>
                  </a:cubicBezTo>
                  <a:cubicBezTo>
                    <a:pt x="1" y="334"/>
                    <a:pt x="96" y="427"/>
                    <a:pt x="214" y="427"/>
                  </a:cubicBezTo>
                  <a:lnTo>
                    <a:pt x="1068" y="427"/>
                  </a:lnTo>
                  <a:cubicBezTo>
                    <a:pt x="1186" y="427"/>
                    <a:pt x="1282" y="332"/>
                    <a:pt x="1282" y="214"/>
                  </a:cubicBezTo>
                  <a:cubicBezTo>
                    <a:pt x="1282" y="96"/>
                    <a:pt x="1186"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47">
              <a:extLst>
                <a:ext uri="{FF2B5EF4-FFF2-40B4-BE49-F238E27FC236}">
                  <a16:creationId xmlns:a16="http://schemas.microsoft.com/office/drawing/2014/main" id="{33CD264B-CA15-718B-9461-23A0229327B2}"/>
                </a:ext>
              </a:extLst>
            </p:cNvPr>
            <p:cNvSpPr/>
            <p:nvPr/>
          </p:nvSpPr>
          <p:spPr>
            <a:xfrm>
              <a:off x="4195631" y="2334935"/>
              <a:ext cx="62211" cy="12465"/>
            </a:xfrm>
            <a:custGeom>
              <a:avLst/>
              <a:gdLst/>
              <a:ahLst/>
              <a:cxnLst/>
              <a:rect l="l" t="t" r="r" b="b"/>
              <a:pathLst>
                <a:path w="2136" h="428" extrusionOk="0">
                  <a:moveTo>
                    <a:pt x="214" y="0"/>
                  </a:moveTo>
                  <a:cubicBezTo>
                    <a:pt x="96" y="0"/>
                    <a:pt x="1" y="96"/>
                    <a:pt x="1" y="214"/>
                  </a:cubicBezTo>
                  <a:cubicBezTo>
                    <a:pt x="1" y="334"/>
                    <a:pt x="96" y="427"/>
                    <a:pt x="214" y="427"/>
                  </a:cubicBezTo>
                  <a:lnTo>
                    <a:pt x="1922" y="427"/>
                  </a:lnTo>
                  <a:cubicBezTo>
                    <a:pt x="2040" y="427"/>
                    <a:pt x="2136" y="332"/>
                    <a:pt x="2136" y="214"/>
                  </a:cubicBezTo>
                  <a:cubicBezTo>
                    <a:pt x="2136" y="96"/>
                    <a:pt x="2040" y="0"/>
                    <a:pt x="19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47">
              <a:extLst>
                <a:ext uri="{FF2B5EF4-FFF2-40B4-BE49-F238E27FC236}">
                  <a16:creationId xmlns:a16="http://schemas.microsoft.com/office/drawing/2014/main" id="{4D484CAA-5693-D321-2AD5-06EAD3B0166F}"/>
                </a:ext>
              </a:extLst>
            </p:cNvPr>
            <p:cNvSpPr/>
            <p:nvPr/>
          </p:nvSpPr>
          <p:spPr>
            <a:xfrm>
              <a:off x="4195631" y="2359807"/>
              <a:ext cx="62211" cy="12465"/>
            </a:xfrm>
            <a:custGeom>
              <a:avLst/>
              <a:gdLst/>
              <a:ahLst/>
              <a:cxnLst/>
              <a:rect l="l" t="t" r="r" b="b"/>
              <a:pathLst>
                <a:path w="2136" h="428" extrusionOk="0">
                  <a:moveTo>
                    <a:pt x="214" y="1"/>
                  </a:moveTo>
                  <a:cubicBezTo>
                    <a:pt x="96" y="1"/>
                    <a:pt x="1" y="96"/>
                    <a:pt x="1" y="214"/>
                  </a:cubicBezTo>
                  <a:cubicBezTo>
                    <a:pt x="1" y="334"/>
                    <a:pt x="96" y="428"/>
                    <a:pt x="214" y="428"/>
                  </a:cubicBezTo>
                  <a:lnTo>
                    <a:pt x="1922" y="428"/>
                  </a:lnTo>
                  <a:cubicBezTo>
                    <a:pt x="2040" y="428"/>
                    <a:pt x="2136" y="332"/>
                    <a:pt x="2136" y="214"/>
                  </a:cubicBezTo>
                  <a:cubicBezTo>
                    <a:pt x="2136" y="96"/>
                    <a:pt x="2040" y="1"/>
                    <a:pt x="19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47">
              <a:extLst>
                <a:ext uri="{FF2B5EF4-FFF2-40B4-BE49-F238E27FC236}">
                  <a16:creationId xmlns:a16="http://schemas.microsoft.com/office/drawing/2014/main" id="{F5F7BC05-0ABA-30E4-209A-491156A3092C}"/>
                </a:ext>
              </a:extLst>
            </p:cNvPr>
            <p:cNvSpPr/>
            <p:nvPr/>
          </p:nvSpPr>
          <p:spPr>
            <a:xfrm>
              <a:off x="4195631" y="2384680"/>
              <a:ext cx="62211" cy="12465"/>
            </a:xfrm>
            <a:custGeom>
              <a:avLst/>
              <a:gdLst/>
              <a:ahLst/>
              <a:cxnLst/>
              <a:rect l="l" t="t" r="r" b="b"/>
              <a:pathLst>
                <a:path w="2136" h="428" extrusionOk="0">
                  <a:moveTo>
                    <a:pt x="214" y="1"/>
                  </a:moveTo>
                  <a:cubicBezTo>
                    <a:pt x="96" y="1"/>
                    <a:pt x="1" y="96"/>
                    <a:pt x="1" y="214"/>
                  </a:cubicBezTo>
                  <a:cubicBezTo>
                    <a:pt x="1" y="334"/>
                    <a:pt x="96" y="428"/>
                    <a:pt x="214" y="428"/>
                  </a:cubicBezTo>
                  <a:lnTo>
                    <a:pt x="1922" y="428"/>
                  </a:lnTo>
                  <a:cubicBezTo>
                    <a:pt x="2040" y="428"/>
                    <a:pt x="2136" y="332"/>
                    <a:pt x="2136" y="214"/>
                  </a:cubicBezTo>
                  <a:cubicBezTo>
                    <a:pt x="2136" y="96"/>
                    <a:pt x="2040" y="1"/>
                    <a:pt x="19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47">
              <a:extLst>
                <a:ext uri="{FF2B5EF4-FFF2-40B4-BE49-F238E27FC236}">
                  <a16:creationId xmlns:a16="http://schemas.microsoft.com/office/drawing/2014/main" id="{C1A4C8D9-DEAD-B9F6-7027-D1B8A471192F}"/>
                </a:ext>
              </a:extLst>
            </p:cNvPr>
            <p:cNvSpPr/>
            <p:nvPr/>
          </p:nvSpPr>
          <p:spPr>
            <a:xfrm>
              <a:off x="4108576" y="2434426"/>
              <a:ext cx="12465" cy="12465"/>
            </a:xfrm>
            <a:custGeom>
              <a:avLst/>
              <a:gdLst/>
              <a:ahLst/>
              <a:cxnLst/>
              <a:rect l="l" t="t" r="r" b="b"/>
              <a:pathLst>
                <a:path w="428" h="428" extrusionOk="0">
                  <a:moveTo>
                    <a:pt x="214" y="1"/>
                  </a:moveTo>
                  <a:cubicBezTo>
                    <a:pt x="96" y="1"/>
                    <a:pt x="1" y="96"/>
                    <a:pt x="1" y="214"/>
                  </a:cubicBezTo>
                  <a:cubicBezTo>
                    <a:pt x="1" y="332"/>
                    <a:pt x="96" y="428"/>
                    <a:pt x="214" y="428"/>
                  </a:cubicBezTo>
                  <a:cubicBezTo>
                    <a:pt x="332" y="428"/>
                    <a:pt x="428" y="332"/>
                    <a:pt x="428" y="214"/>
                  </a:cubicBezTo>
                  <a:cubicBezTo>
                    <a:pt x="428" y="96"/>
                    <a:pt x="332" y="1"/>
                    <a:pt x="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2" name="Google Shape;652;p47">
            <a:extLst>
              <a:ext uri="{FF2B5EF4-FFF2-40B4-BE49-F238E27FC236}">
                <a16:creationId xmlns:a16="http://schemas.microsoft.com/office/drawing/2014/main" id="{C8837552-6AC8-8758-724C-E58A6AFCD136}"/>
              </a:ext>
            </a:extLst>
          </p:cNvPr>
          <p:cNvGrpSpPr/>
          <p:nvPr/>
        </p:nvGrpSpPr>
        <p:grpSpPr>
          <a:xfrm>
            <a:off x="4794986" y="1704563"/>
            <a:ext cx="257881" cy="388243"/>
            <a:chOff x="3281281" y="2128497"/>
            <a:chExt cx="211447" cy="318336"/>
          </a:xfrm>
        </p:grpSpPr>
        <p:sp>
          <p:nvSpPr>
            <p:cNvPr id="653" name="Google Shape;653;p47">
              <a:extLst>
                <a:ext uri="{FF2B5EF4-FFF2-40B4-BE49-F238E27FC236}">
                  <a16:creationId xmlns:a16="http://schemas.microsoft.com/office/drawing/2014/main" id="{1A09CAE2-267E-C4DF-3687-955BC244BC15}"/>
                </a:ext>
              </a:extLst>
            </p:cNvPr>
            <p:cNvSpPr/>
            <p:nvPr/>
          </p:nvSpPr>
          <p:spPr>
            <a:xfrm>
              <a:off x="3281281" y="2128497"/>
              <a:ext cx="211447" cy="318336"/>
            </a:xfrm>
            <a:custGeom>
              <a:avLst/>
              <a:gdLst/>
              <a:ahLst/>
              <a:cxnLst/>
              <a:rect l="l" t="t" r="r" b="b"/>
              <a:pathLst>
                <a:path w="7260" h="10930" extrusionOk="0">
                  <a:moveTo>
                    <a:pt x="5979" y="427"/>
                  </a:moveTo>
                  <a:lnTo>
                    <a:pt x="5979" y="3416"/>
                  </a:lnTo>
                  <a:lnTo>
                    <a:pt x="4482" y="3416"/>
                  </a:lnTo>
                  <a:cubicBezTo>
                    <a:pt x="4245" y="3416"/>
                    <a:pt x="4023" y="3495"/>
                    <a:pt x="3844" y="3630"/>
                  </a:cubicBezTo>
                  <a:lnTo>
                    <a:pt x="3844" y="1068"/>
                  </a:lnTo>
                  <a:cubicBezTo>
                    <a:pt x="3844" y="716"/>
                    <a:pt x="4132" y="427"/>
                    <a:pt x="4484" y="427"/>
                  </a:cubicBezTo>
                  <a:close/>
                  <a:moveTo>
                    <a:pt x="2776" y="427"/>
                  </a:moveTo>
                  <a:cubicBezTo>
                    <a:pt x="3128" y="427"/>
                    <a:pt x="3417" y="716"/>
                    <a:pt x="3417" y="1068"/>
                  </a:cubicBezTo>
                  <a:lnTo>
                    <a:pt x="3417" y="3631"/>
                  </a:lnTo>
                  <a:cubicBezTo>
                    <a:pt x="3237" y="3496"/>
                    <a:pt x="3015" y="3416"/>
                    <a:pt x="2774" y="3416"/>
                  </a:cubicBezTo>
                  <a:lnTo>
                    <a:pt x="1282" y="3416"/>
                  </a:lnTo>
                  <a:lnTo>
                    <a:pt x="1282" y="427"/>
                  </a:lnTo>
                  <a:close/>
                  <a:moveTo>
                    <a:pt x="855" y="854"/>
                  </a:moveTo>
                  <a:lnTo>
                    <a:pt x="855" y="3630"/>
                  </a:lnTo>
                  <a:cubicBezTo>
                    <a:pt x="855" y="3748"/>
                    <a:pt x="950" y="3843"/>
                    <a:pt x="1068" y="3843"/>
                  </a:cubicBezTo>
                  <a:lnTo>
                    <a:pt x="2774" y="3843"/>
                  </a:lnTo>
                  <a:cubicBezTo>
                    <a:pt x="3051" y="3843"/>
                    <a:pt x="3290" y="4023"/>
                    <a:pt x="3377" y="4270"/>
                  </a:cubicBezTo>
                  <a:lnTo>
                    <a:pt x="428" y="4270"/>
                  </a:lnTo>
                  <a:lnTo>
                    <a:pt x="428" y="854"/>
                  </a:lnTo>
                  <a:close/>
                  <a:moveTo>
                    <a:pt x="6833" y="854"/>
                  </a:moveTo>
                  <a:lnTo>
                    <a:pt x="6833" y="4270"/>
                  </a:lnTo>
                  <a:lnTo>
                    <a:pt x="3878" y="4270"/>
                  </a:lnTo>
                  <a:cubicBezTo>
                    <a:pt x="3968" y="4021"/>
                    <a:pt x="4207" y="3843"/>
                    <a:pt x="4482" y="3843"/>
                  </a:cubicBezTo>
                  <a:lnTo>
                    <a:pt x="6192" y="3843"/>
                  </a:lnTo>
                  <a:cubicBezTo>
                    <a:pt x="6310" y="3843"/>
                    <a:pt x="6406" y="3748"/>
                    <a:pt x="6406" y="3630"/>
                  </a:cubicBezTo>
                  <a:lnTo>
                    <a:pt x="6406" y="854"/>
                  </a:lnTo>
                  <a:close/>
                  <a:moveTo>
                    <a:pt x="1495" y="5551"/>
                  </a:moveTo>
                  <a:cubicBezTo>
                    <a:pt x="1613" y="5551"/>
                    <a:pt x="1709" y="5647"/>
                    <a:pt x="1709" y="5765"/>
                  </a:cubicBezTo>
                  <a:cubicBezTo>
                    <a:pt x="1709" y="5883"/>
                    <a:pt x="1613" y="5978"/>
                    <a:pt x="1495" y="5978"/>
                  </a:cubicBezTo>
                  <a:cubicBezTo>
                    <a:pt x="1377" y="5978"/>
                    <a:pt x="1282" y="5884"/>
                    <a:pt x="1282" y="5765"/>
                  </a:cubicBezTo>
                  <a:cubicBezTo>
                    <a:pt x="1282" y="5647"/>
                    <a:pt x="1377" y="5551"/>
                    <a:pt x="1495" y="5551"/>
                  </a:cubicBezTo>
                  <a:close/>
                  <a:moveTo>
                    <a:pt x="5765" y="5551"/>
                  </a:moveTo>
                  <a:cubicBezTo>
                    <a:pt x="5883" y="5551"/>
                    <a:pt x="5979" y="5647"/>
                    <a:pt x="5979" y="5765"/>
                  </a:cubicBezTo>
                  <a:cubicBezTo>
                    <a:pt x="5979" y="5883"/>
                    <a:pt x="5883" y="5978"/>
                    <a:pt x="5765" y="5978"/>
                  </a:cubicBezTo>
                  <a:cubicBezTo>
                    <a:pt x="5647" y="5978"/>
                    <a:pt x="5552" y="5884"/>
                    <a:pt x="5552" y="5765"/>
                  </a:cubicBezTo>
                  <a:cubicBezTo>
                    <a:pt x="5552" y="5647"/>
                    <a:pt x="5647" y="5551"/>
                    <a:pt x="5765" y="5551"/>
                  </a:cubicBezTo>
                  <a:close/>
                  <a:moveTo>
                    <a:pt x="5765" y="4697"/>
                  </a:moveTo>
                  <a:cubicBezTo>
                    <a:pt x="6355" y="4697"/>
                    <a:pt x="6833" y="5177"/>
                    <a:pt x="6833" y="5765"/>
                  </a:cubicBezTo>
                  <a:lnTo>
                    <a:pt x="6833" y="5784"/>
                  </a:lnTo>
                  <a:cubicBezTo>
                    <a:pt x="6823" y="6132"/>
                    <a:pt x="6542" y="6405"/>
                    <a:pt x="6192" y="6405"/>
                  </a:cubicBezTo>
                  <a:cubicBezTo>
                    <a:pt x="6117" y="6405"/>
                    <a:pt x="6045" y="6392"/>
                    <a:pt x="5979" y="6369"/>
                  </a:cubicBezTo>
                  <a:cubicBezTo>
                    <a:pt x="6226" y="6281"/>
                    <a:pt x="6406" y="6045"/>
                    <a:pt x="6406" y="5765"/>
                  </a:cubicBezTo>
                  <a:cubicBezTo>
                    <a:pt x="6406" y="5413"/>
                    <a:pt x="6117" y="5124"/>
                    <a:pt x="5765" y="5124"/>
                  </a:cubicBezTo>
                  <a:lnTo>
                    <a:pt x="1495" y="5124"/>
                  </a:lnTo>
                  <a:cubicBezTo>
                    <a:pt x="1143" y="5124"/>
                    <a:pt x="855" y="5413"/>
                    <a:pt x="855" y="5765"/>
                  </a:cubicBezTo>
                  <a:cubicBezTo>
                    <a:pt x="855" y="6041"/>
                    <a:pt x="1034" y="6281"/>
                    <a:pt x="1282" y="6369"/>
                  </a:cubicBezTo>
                  <a:cubicBezTo>
                    <a:pt x="1215" y="6392"/>
                    <a:pt x="1143" y="6405"/>
                    <a:pt x="1068" y="6405"/>
                  </a:cubicBezTo>
                  <a:cubicBezTo>
                    <a:pt x="720" y="6405"/>
                    <a:pt x="438" y="6132"/>
                    <a:pt x="428" y="5784"/>
                  </a:cubicBezTo>
                  <a:lnTo>
                    <a:pt x="428" y="5765"/>
                  </a:lnTo>
                  <a:cubicBezTo>
                    <a:pt x="428" y="5175"/>
                    <a:pt x="906" y="4697"/>
                    <a:pt x="1495" y="4697"/>
                  </a:cubicBezTo>
                  <a:close/>
                  <a:moveTo>
                    <a:pt x="2563" y="5551"/>
                  </a:moveTo>
                  <a:lnTo>
                    <a:pt x="2563" y="5765"/>
                  </a:lnTo>
                  <a:cubicBezTo>
                    <a:pt x="2563" y="6347"/>
                    <a:pt x="2091" y="6832"/>
                    <a:pt x="1495" y="6832"/>
                  </a:cubicBezTo>
                  <a:cubicBezTo>
                    <a:pt x="1423" y="6832"/>
                    <a:pt x="1352" y="6824"/>
                    <a:pt x="1282" y="6810"/>
                  </a:cubicBezTo>
                  <a:cubicBezTo>
                    <a:pt x="1768" y="6711"/>
                    <a:pt x="2136" y="6279"/>
                    <a:pt x="2136" y="5765"/>
                  </a:cubicBezTo>
                  <a:cubicBezTo>
                    <a:pt x="2136" y="5690"/>
                    <a:pt x="2122" y="5618"/>
                    <a:pt x="2100" y="5551"/>
                  </a:cubicBezTo>
                  <a:close/>
                  <a:moveTo>
                    <a:pt x="5161" y="5551"/>
                  </a:moveTo>
                  <a:cubicBezTo>
                    <a:pt x="5137" y="5618"/>
                    <a:pt x="5125" y="5690"/>
                    <a:pt x="5125" y="5765"/>
                  </a:cubicBezTo>
                  <a:cubicBezTo>
                    <a:pt x="5125" y="6354"/>
                    <a:pt x="5603" y="6832"/>
                    <a:pt x="6192" y="6832"/>
                  </a:cubicBezTo>
                  <a:lnTo>
                    <a:pt x="6225" y="6832"/>
                  </a:lnTo>
                  <a:cubicBezTo>
                    <a:pt x="6088" y="6913"/>
                    <a:pt x="5933" y="6960"/>
                    <a:pt x="5765" y="6960"/>
                  </a:cubicBezTo>
                  <a:cubicBezTo>
                    <a:pt x="5183" y="6960"/>
                    <a:pt x="4698" y="6364"/>
                    <a:pt x="4698" y="5765"/>
                  </a:cubicBezTo>
                  <a:lnTo>
                    <a:pt x="4698" y="5551"/>
                  </a:lnTo>
                  <a:close/>
                  <a:moveTo>
                    <a:pt x="2563" y="6810"/>
                  </a:moveTo>
                  <a:lnTo>
                    <a:pt x="2563" y="10505"/>
                  </a:lnTo>
                  <a:lnTo>
                    <a:pt x="2136" y="10505"/>
                  </a:lnTo>
                  <a:lnTo>
                    <a:pt x="2136" y="7116"/>
                  </a:lnTo>
                  <a:cubicBezTo>
                    <a:pt x="2298" y="7039"/>
                    <a:pt x="2441" y="6935"/>
                    <a:pt x="2563" y="6810"/>
                  </a:cubicBezTo>
                  <a:close/>
                  <a:moveTo>
                    <a:pt x="4271" y="5551"/>
                  </a:moveTo>
                  <a:lnTo>
                    <a:pt x="4271" y="10505"/>
                  </a:lnTo>
                  <a:lnTo>
                    <a:pt x="3844" y="10505"/>
                  </a:lnTo>
                  <a:lnTo>
                    <a:pt x="3844" y="8988"/>
                  </a:lnTo>
                  <a:cubicBezTo>
                    <a:pt x="3844" y="8872"/>
                    <a:pt x="3748" y="8774"/>
                    <a:pt x="3630" y="8774"/>
                  </a:cubicBezTo>
                  <a:cubicBezTo>
                    <a:pt x="3512" y="8774"/>
                    <a:pt x="3417" y="8872"/>
                    <a:pt x="3417" y="8988"/>
                  </a:cubicBezTo>
                  <a:lnTo>
                    <a:pt x="3417" y="10505"/>
                  </a:lnTo>
                  <a:lnTo>
                    <a:pt x="2990" y="10505"/>
                  </a:lnTo>
                  <a:lnTo>
                    <a:pt x="2990" y="5551"/>
                  </a:lnTo>
                  <a:lnTo>
                    <a:pt x="3417" y="5551"/>
                  </a:lnTo>
                  <a:lnTo>
                    <a:pt x="3417" y="7066"/>
                  </a:lnTo>
                  <a:cubicBezTo>
                    <a:pt x="3417" y="7184"/>
                    <a:pt x="3512" y="7280"/>
                    <a:pt x="3630" y="7280"/>
                  </a:cubicBezTo>
                  <a:cubicBezTo>
                    <a:pt x="3748" y="7280"/>
                    <a:pt x="3844" y="7184"/>
                    <a:pt x="3844" y="7066"/>
                  </a:cubicBezTo>
                  <a:lnTo>
                    <a:pt x="3844" y="5551"/>
                  </a:lnTo>
                  <a:close/>
                  <a:moveTo>
                    <a:pt x="4698" y="6870"/>
                  </a:moveTo>
                  <a:cubicBezTo>
                    <a:pt x="4822" y="7012"/>
                    <a:pt x="4964" y="7131"/>
                    <a:pt x="5125" y="7218"/>
                  </a:cubicBezTo>
                  <a:lnTo>
                    <a:pt x="5125" y="10505"/>
                  </a:lnTo>
                  <a:lnTo>
                    <a:pt x="4698" y="10505"/>
                  </a:lnTo>
                  <a:lnTo>
                    <a:pt x="4698" y="6870"/>
                  </a:lnTo>
                  <a:close/>
                  <a:moveTo>
                    <a:pt x="1068" y="0"/>
                  </a:moveTo>
                  <a:cubicBezTo>
                    <a:pt x="950" y="0"/>
                    <a:pt x="855" y="96"/>
                    <a:pt x="855" y="214"/>
                  </a:cubicBezTo>
                  <a:lnTo>
                    <a:pt x="855" y="427"/>
                  </a:lnTo>
                  <a:lnTo>
                    <a:pt x="214" y="427"/>
                  </a:lnTo>
                  <a:cubicBezTo>
                    <a:pt x="96" y="427"/>
                    <a:pt x="1" y="523"/>
                    <a:pt x="1" y="641"/>
                  </a:cubicBezTo>
                  <a:lnTo>
                    <a:pt x="1" y="4484"/>
                  </a:lnTo>
                  <a:cubicBezTo>
                    <a:pt x="1" y="4602"/>
                    <a:pt x="96" y="4697"/>
                    <a:pt x="214" y="4697"/>
                  </a:cubicBezTo>
                  <a:lnTo>
                    <a:pt x="451" y="4697"/>
                  </a:lnTo>
                  <a:cubicBezTo>
                    <a:pt x="173" y="4969"/>
                    <a:pt x="1" y="5346"/>
                    <a:pt x="1" y="5765"/>
                  </a:cubicBezTo>
                  <a:lnTo>
                    <a:pt x="1" y="5792"/>
                  </a:lnTo>
                  <a:lnTo>
                    <a:pt x="1" y="5794"/>
                  </a:lnTo>
                  <a:lnTo>
                    <a:pt x="1" y="5799"/>
                  </a:lnTo>
                  <a:cubicBezTo>
                    <a:pt x="19" y="6610"/>
                    <a:pt x="682" y="7258"/>
                    <a:pt x="1495" y="7258"/>
                  </a:cubicBezTo>
                  <a:cubicBezTo>
                    <a:pt x="1567" y="7258"/>
                    <a:pt x="1639" y="7251"/>
                    <a:pt x="1709" y="7242"/>
                  </a:cubicBezTo>
                  <a:lnTo>
                    <a:pt x="1709" y="10503"/>
                  </a:lnTo>
                  <a:lnTo>
                    <a:pt x="1068" y="10503"/>
                  </a:lnTo>
                  <a:cubicBezTo>
                    <a:pt x="950" y="10503"/>
                    <a:pt x="855" y="10599"/>
                    <a:pt x="855" y="10716"/>
                  </a:cubicBezTo>
                  <a:cubicBezTo>
                    <a:pt x="855" y="10833"/>
                    <a:pt x="950" y="10930"/>
                    <a:pt x="1068" y="10930"/>
                  </a:cubicBezTo>
                  <a:lnTo>
                    <a:pt x="6192" y="10930"/>
                  </a:lnTo>
                  <a:cubicBezTo>
                    <a:pt x="6310" y="10930"/>
                    <a:pt x="6406" y="10833"/>
                    <a:pt x="6406" y="10716"/>
                  </a:cubicBezTo>
                  <a:cubicBezTo>
                    <a:pt x="6406" y="10599"/>
                    <a:pt x="6310" y="10503"/>
                    <a:pt x="6192" y="10503"/>
                  </a:cubicBezTo>
                  <a:lnTo>
                    <a:pt x="5552" y="10503"/>
                  </a:lnTo>
                  <a:lnTo>
                    <a:pt x="5552" y="7365"/>
                  </a:lnTo>
                  <a:cubicBezTo>
                    <a:pt x="5622" y="7379"/>
                    <a:pt x="5693" y="7386"/>
                    <a:pt x="5765" y="7386"/>
                  </a:cubicBezTo>
                  <a:cubicBezTo>
                    <a:pt x="6594" y="7386"/>
                    <a:pt x="7243" y="6593"/>
                    <a:pt x="7260" y="5794"/>
                  </a:cubicBezTo>
                  <a:lnTo>
                    <a:pt x="7260" y="5765"/>
                  </a:lnTo>
                  <a:cubicBezTo>
                    <a:pt x="7260" y="5346"/>
                    <a:pt x="7087" y="4969"/>
                    <a:pt x="6809" y="4697"/>
                  </a:cubicBezTo>
                  <a:lnTo>
                    <a:pt x="7046" y="4697"/>
                  </a:lnTo>
                  <a:cubicBezTo>
                    <a:pt x="7166" y="4697"/>
                    <a:pt x="7260" y="4603"/>
                    <a:pt x="7260" y="4484"/>
                  </a:cubicBezTo>
                  <a:lnTo>
                    <a:pt x="7260" y="641"/>
                  </a:lnTo>
                  <a:cubicBezTo>
                    <a:pt x="7260" y="523"/>
                    <a:pt x="7164" y="427"/>
                    <a:pt x="7046" y="427"/>
                  </a:cubicBezTo>
                  <a:lnTo>
                    <a:pt x="6406" y="427"/>
                  </a:lnTo>
                  <a:lnTo>
                    <a:pt x="6406" y="214"/>
                  </a:lnTo>
                  <a:cubicBezTo>
                    <a:pt x="6406" y="96"/>
                    <a:pt x="6310" y="0"/>
                    <a:pt x="6192" y="0"/>
                  </a:cubicBezTo>
                  <a:lnTo>
                    <a:pt x="4484" y="0"/>
                  </a:lnTo>
                  <a:cubicBezTo>
                    <a:pt x="4136" y="0"/>
                    <a:pt x="3825" y="169"/>
                    <a:pt x="3630" y="427"/>
                  </a:cubicBezTo>
                  <a:cubicBezTo>
                    <a:pt x="3435" y="166"/>
                    <a:pt x="3125" y="0"/>
                    <a:pt x="27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47">
              <a:extLst>
                <a:ext uri="{FF2B5EF4-FFF2-40B4-BE49-F238E27FC236}">
                  <a16:creationId xmlns:a16="http://schemas.microsoft.com/office/drawing/2014/main" id="{12E40456-78F6-7452-FBB7-12C2AECA10AD}"/>
                </a:ext>
              </a:extLst>
            </p:cNvPr>
            <p:cNvSpPr/>
            <p:nvPr/>
          </p:nvSpPr>
          <p:spPr>
            <a:xfrm>
              <a:off x="3399383" y="2153369"/>
              <a:ext cx="49833" cy="12465"/>
            </a:xfrm>
            <a:custGeom>
              <a:avLst/>
              <a:gdLst/>
              <a:ahLst/>
              <a:cxnLst/>
              <a:rect l="l" t="t" r="r" b="b"/>
              <a:pathLst>
                <a:path w="1711" h="428" extrusionOk="0">
                  <a:moveTo>
                    <a:pt x="214" y="0"/>
                  </a:moveTo>
                  <a:cubicBezTo>
                    <a:pt x="96" y="0"/>
                    <a:pt x="0" y="96"/>
                    <a:pt x="0" y="214"/>
                  </a:cubicBezTo>
                  <a:cubicBezTo>
                    <a:pt x="0" y="333"/>
                    <a:pt x="96" y="427"/>
                    <a:pt x="214" y="427"/>
                  </a:cubicBezTo>
                  <a:lnTo>
                    <a:pt x="1497" y="427"/>
                  </a:lnTo>
                  <a:cubicBezTo>
                    <a:pt x="1615" y="427"/>
                    <a:pt x="1710" y="331"/>
                    <a:pt x="1710" y="214"/>
                  </a:cubicBezTo>
                  <a:cubicBezTo>
                    <a:pt x="1710" y="96"/>
                    <a:pt x="1615" y="0"/>
                    <a:pt x="14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47">
              <a:extLst>
                <a:ext uri="{FF2B5EF4-FFF2-40B4-BE49-F238E27FC236}">
                  <a16:creationId xmlns:a16="http://schemas.microsoft.com/office/drawing/2014/main" id="{0DB2BCED-96BC-86BD-5A3B-77AA6606DFC2}"/>
                </a:ext>
              </a:extLst>
            </p:cNvPr>
            <p:cNvSpPr/>
            <p:nvPr/>
          </p:nvSpPr>
          <p:spPr>
            <a:xfrm>
              <a:off x="3399383" y="2178242"/>
              <a:ext cx="49833" cy="12465"/>
            </a:xfrm>
            <a:custGeom>
              <a:avLst/>
              <a:gdLst/>
              <a:ahLst/>
              <a:cxnLst/>
              <a:rect l="l" t="t" r="r" b="b"/>
              <a:pathLst>
                <a:path w="1711" h="428" extrusionOk="0">
                  <a:moveTo>
                    <a:pt x="214" y="0"/>
                  </a:moveTo>
                  <a:cubicBezTo>
                    <a:pt x="96" y="0"/>
                    <a:pt x="0" y="96"/>
                    <a:pt x="0" y="214"/>
                  </a:cubicBezTo>
                  <a:cubicBezTo>
                    <a:pt x="0" y="333"/>
                    <a:pt x="96" y="427"/>
                    <a:pt x="214" y="427"/>
                  </a:cubicBezTo>
                  <a:lnTo>
                    <a:pt x="1497" y="427"/>
                  </a:lnTo>
                  <a:cubicBezTo>
                    <a:pt x="1615" y="427"/>
                    <a:pt x="1710" y="331"/>
                    <a:pt x="1710" y="214"/>
                  </a:cubicBezTo>
                  <a:cubicBezTo>
                    <a:pt x="1710" y="96"/>
                    <a:pt x="1615" y="0"/>
                    <a:pt x="14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47">
              <a:extLst>
                <a:ext uri="{FF2B5EF4-FFF2-40B4-BE49-F238E27FC236}">
                  <a16:creationId xmlns:a16="http://schemas.microsoft.com/office/drawing/2014/main" id="{38A215C0-9DD5-3678-23D6-785211407855}"/>
                </a:ext>
              </a:extLst>
            </p:cNvPr>
            <p:cNvSpPr/>
            <p:nvPr/>
          </p:nvSpPr>
          <p:spPr>
            <a:xfrm>
              <a:off x="3399383" y="2203115"/>
              <a:ext cx="49833" cy="12465"/>
            </a:xfrm>
            <a:custGeom>
              <a:avLst/>
              <a:gdLst/>
              <a:ahLst/>
              <a:cxnLst/>
              <a:rect l="l" t="t" r="r" b="b"/>
              <a:pathLst>
                <a:path w="1711" h="428" extrusionOk="0">
                  <a:moveTo>
                    <a:pt x="214" y="0"/>
                  </a:moveTo>
                  <a:cubicBezTo>
                    <a:pt x="96" y="0"/>
                    <a:pt x="0" y="96"/>
                    <a:pt x="0" y="214"/>
                  </a:cubicBezTo>
                  <a:cubicBezTo>
                    <a:pt x="0" y="331"/>
                    <a:pt x="96" y="427"/>
                    <a:pt x="214" y="427"/>
                  </a:cubicBezTo>
                  <a:lnTo>
                    <a:pt x="1497" y="427"/>
                  </a:lnTo>
                  <a:cubicBezTo>
                    <a:pt x="1616" y="427"/>
                    <a:pt x="1710" y="333"/>
                    <a:pt x="1710" y="214"/>
                  </a:cubicBezTo>
                  <a:cubicBezTo>
                    <a:pt x="1710" y="96"/>
                    <a:pt x="1615" y="0"/>
                    <a:pt x="14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47">
              <a:extLst>
                <a:ext uri="{FF2B5EF4-FFF2-40B4-BE49-F238E27FC236}">
                  <a16:creationId xmlns:a16="http://schemas.microsoft.com/office/drawing/2014/main" id="{2782E666-1D17-3663-74A4-9289A41A7E94}"/>
                </a:ext>
              </a:extLst>
            </p:cNvPr>
            <p:cNvSpPr/>
            <p:nvPr/>
          </p:nvSpPr>
          <p:spPr>
            <a:xfrm>
              <a:off x="3324823" y="2153369"/>
              <a:ext cx="49716" cy="12465"/>
            </a:xfrm>
            <a:custGeom>
              <a:avLst/>
              <a:gdLst/>
              <a:ahLst/>
              <a:cxnLst/>
              <a:rect l="l" t="t" r="r" b="b"/>
              <a:pathLst>
                <a:path w="1707" h="428" extrusionOk="0">
                  <a:moveTo>
                    <a:pt x="214" y="0"/>
                  </a:moveTo>
                  <a:cubicBezTo>
                    <a:pt x="96" y="0"/>
                    <a:pt x="0" y="96"/>
                    <a:pt x="0" y="214"/>
                  </a:cubicBezTo>
                  <a:cubicBezTo>
                    <a:pt x="0" y="333"/>
                    <a:pt x="96" y="427"/>
                    <a:pt x="214" y="427"/>
                  </a:cubicBezTo>
                  <a:lnTo>
                    <a:pt x="1493" y="427"/>
                  </a:lnTo>
                  <a:cubicBezTo>
                    <a:pt x="1609" y="427"/>
                    <a:pt x="1706" y="331"/>
                    <a:pt x="1706" y="214"/>
                  </a:cubicBezTo>
                  <a:cubicBezTo>
                    <a:pt x="1706" y="96"/>
                    <a:pt x="1609" y="0"/>
                    <a:pt x="14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47">
              <a:extLst>
                <a:ext uri="{FF2B5EF4-FFF2-40B4-BE49-F238E27FC236}">
                  <a16:creationId xmlns:a16="http://schemas.microsoft.com/office/drawing/2014/main" id="{0A62C096-1B29-4D49-0937-7F66D0175E81}"/>
                </a:ext>
              </a:extLst>
            </p:cNvPr>
            <p:cNvSpPr/>
            <p:nvPr/>
          </p:nvSpPr>
          <p:spPr>
            <a:xfrm>
              <a:off x="3324823" y="2178242"/>
              <a:ext cx="49716" cy="12465"/>
            </a:xfrm>
            <a:custGeom>
              <a:avLst/>
              <a:gdLst/>
              <a:ahLst/>
              <a:cxnLst/>
              <a:rect l="l" t="t" r="r" b="b"/>
              <a:pathLst>
                <a:path w="1707" h="428" extrusionOk="0">
                  <a:moveTo>
                    <a:pt x="214" y="0"/>
                  </a:moveTo>
                  <a:cubicBezTo>
                    <a:pt x="96" y="0"/>
                    <a:pt x="0" y="96"/>
                    <a:pt x="0" y="214"/>
                  </a:cubicBezTo>
                  <a:cubicBezTo>
                    <a:pt x="0" y="333"/>
                    <a:pt x="96" y="427"/>
                    <a:pt x="214" y="427"/>
                  </a:cubicBezTo>
                  <a:lnTo>
                    <a:pt x="1493" y="427"/>
                  </a:lnTo>
                  <a:cubicBezTo>
                    <a:pt x="1609" y="427"/>
                    <a:pt x="1706" y="331"/>
                    <a:pt x="1706" y="214"/>
                  </a:cubicBezTo>
                  <a:cubicBezTo>
                    <a:pt x="1706" y="96"/>
                    <a:pt x="1609" y="0"/>
                    <a:pt x="14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47">
              <a:extLst>
                <a:ext uri="{FF2B5EF4-FFF2-40B4-BE49-F238E27FC236}">
                  <a16:creationId xmlns:a16="http://schemas.microsoft.com/office/drawing/2014/main" id="{2672832A-F1F3-135D-AB82-B0CA09678319}"/>
                </a:ext>
              </a:extLst>
            </p:cNvPr>
            <p:cNvSpPr/>
            <p:nvPr/>
          </p:nvSpPr>
          <p:spPr>
            <a:xfrm>
              <a:off x="3324823" y="2203115"/>
              <a:ext cx="49716" cy="12465"/>
            </a:xfrm>
            <a:custGeom>
              <a:avLst/>
              <a:gdLst/>
              <a:ahLst/>
              <a:cxnLst/>
              <a:rect l="l" t="t" r="r" b="b"/>
              <a:pathLst>
                <a:path w="1707" h="428" extrusionOk="0">
                  <a:moveTo>
                    <a:pt x="214" y="0"/>
                  </a:moveTo>
                  <a:cubicBezTo>
                    <a:pt x="96" y="0"/>
                    <a:pt x="0" y="96"/>
                    <a:pt x="0" y="214"/>
                  </a:cubicBezTo>
                  <a:cubicBezTo>
                    <a:pt x="0" y="331"/>
                    <a:pt x="96" y="427"/>
                    <a:pt x="214" y="427"/>
                  </a:cubicBezTo>
                  <a:lnTo>
                    <a:pt x="1493" y="427"/>
                  </a:lnTo>
                  <a:cubicBezTo>
                    <a:pt x="1611" y="427"/>
                    <a:pt x="1706" y="333"/>
                    <a:pt x="1706" y="214"/>
                  </a:cubicBezTo>
                  <a:cubicBezTo>
                    <a:pt x="1706" y="96"/>
                    <a:pt x="1611" y="0"/>
                    <a:pt x="14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47">
              <a:extLst>
                <a:ext uri="{FF2B5EF4-FFF2-40B4-BE49-F238E27FC236}">
                  <a16:creationId xmlns:a16="http://schemas.microsoft.com/office/drawing/2014/main" id="{4C74C7D0-27AF-23FC-B79E-E41D86DEE13E}"/>
                </a:ext>
              </a:extLst>
            </p:cNvPr>
            <p:cNvSpPr/>
            <p:nvPr/>
          </p:nvSpPr>
          <p:spPr>
            <a:xfrm>
              <a:off x="3380772" y="2356079"/>
              <a:ext cx="12465" cy="12465"/>
            </a:xfrm>
            <a:custGeom>
              <a:avLst/>
              <a:gdLst/>
              <a:ahLst/>
              <a:cxnLst/>
              <a:rect l="l" t="t" r="r" b="b"/>
              <a:pathLst>
                <a:path w="428" h="428" extrusionOk="0">
                  <a:moveTo>
                    <a:pt x="214" y="0"/>
                  </a:moveTo>
                  <a:cubicBezTo>
                    <a:pt x="96" y="0"/>
                    <a:pt x="1" y="96"/>
                    <a:pt x="1" y="214"/>
                  </a:cubicBezTo>
                  <a:cubicBezTo>
                    <a:pt x="1" y="332"/>
                    <a:pt x="96" y="427"/>
                    <a:pt x="214" y="427"/>
                  </a:cubicBezTo>
                  <a:cubicBezTo>
                    <a:pt x="332" y="427"/>
                    <a:pt x="428" y="332"/>
                    <a:pt x="428" y="214"/>
                  </a:cubicBezTo>
                  <a:cubicBezTo>
                    <a:pt x="428" y="96"/>
                    <a:pt x="332" y="0"/>
                    <a:pt x="2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1" name="Google Shape;661;p47">
            <a:extLst>
              <a:ext uri="{FF2B5EF4-FFF2-40B4-BE49-F238E27FC236}">
                <a16:creationId xmlns:a16="http://schemas.microsoft.com/office/drawing/2014/main" id="{134DF44C-19A9-3E0C-8C4C-C887E6F58C90}"/>
              </a:ext>
            </a:extLst>
          </p:cNvPr>
          <p:cNvGrpSpPr/>
          <p:nvPr/>
        </p:nvGrpSpPr>
        <p:grpSpPr>
          <a:xfrm>
            <a:off x="720010" y="1745096"/>
            <a:ext cx="388385" cy="388314"/>
            <a:chOff x="2437821" y="2128497"/>
            <a:chExt cx="318453" cy="318394"/>
          </a:xfrm>
        </p:grpSpPr>
        <p:sp>
          <p:nvSpPr>
            <p:cNvPr id="662" name="Google Shape;662;p47">
              <a:extLst>
                <a:ext uri="{FF2B5EF4-FFF2-40B4-BE49-F238E27FC236}">
                  <a16:creationId xmlns:a16="http://schemas.microsoft.com/office/drawing/2014/main" id="{B4D19B9F-8136-AFBE-EE01-B93CDA42E0F8}"/>
                </a:ext>
              </a:extLst>
            </p:cNvPr>
            <p:cNvSpPr/>
            <p:nvPr/>
          </p:nvSpPr>
          <p:spPr>
            <a:xfrm>
              <a:off x="2702713" y="2242259"/>
              <a:ext cx="12465" cy="12465"/>
            </a:xfrm>
            <a:custGeom>
              <a:avLst/>
              <a:gdLst/>
              <a:ahLst/>
              <a:cxnLst/>
              <a:rect l="l" t="t" r="r" b="b"/>
              <a:pathLst>
                <a:path w="428" h="428" extrusionOk="0">
                  <a:moveTo>
                    <a:pt x="214" y="0"/>
                  </a:moveTo>
                  <a:cubicBezTo>
                    <a:pt x="96" y="0"/>
                    <a:pt x="1" y="96"/>
                    <a:pt x="1" y="214"/>
                  </a:cubicBezTo>
                  <a:cubicBezTo>
                    <a:pt x="1" y="332"/>
                    <a:pt x="96" y="427"/>
                    <a:pt x="214" y="427"/>
                  </a:cubicBezTo>
                  <a:cubicBezTo>
                    <a:pt x="332" y="427"/>
                    <a:pt x="428" y="332"/>
                    <a:pt x="428" y="214"/>
                  </a:cubicBezTo>
                  <a:cubicBezTo>
                    <a:pt x="428" y="96"/>
                    <a:pt x="332" y="0"/>
                    <a:pt x="2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47">
              <a:extLst>
                <a:ext uri="{FF2B5EF4-FFF2-40B4-BE49-F238E27FC236}">
                  <a16:creationId xmlns:a16="http://schemas.microsoft.com/office/drawing/2014/main" id="{4135579F-D11C-54E3-83E9-B8502D6DB596}"/>
                </a:ext>
              </a:extLst>
            </p:cNvPr>
            <p:cNvSpPr/>
            <p:nvPr/>
          </p:nvSpPr>
          <p:spPr>
            <a:xfrm>
              <a:off x="2702713" y="2267132"/>
              <a:ext cx="12465" cy="12465"/>
            </a:xfrm>
            <a:custGeom>
              <a:avLst/>
              <a:gdLst/>
              <a:ahLst/>
              <a:cxnLst/>
              <a:rect l="l" t="t" r="r" b="b"/>
              <a:pathLst>
                <a:path w="428" h="428" extrusionOk="0">
                  <a:moveTo>
                    <a:pt x="214" y="0"/>
                  </a:moveTo>
                  <a:cubicBezTo>
                    <a:pt x="96" y="0"/>
                    <a:pt x="1" y="96"/>
                    <a:pt x="1" y="214"/>
                  </a:cubicBezTo>
                  <a:cubicBezTo>
                    <a:pt x="1" y="332"/>
                    <a:pt x="96" y="427"/>
                    <a:pt x="214" y="427"/>
                  </a:cubicBezTo>
                  <a:cubicBezTo>
                    <a:pt x="332" y="427"/>
                    <a:pt x="428" y="332"/>
                    <a:pt x="428" y="214"/>
                  </a:cubicBezTo>
                  <a:cubicBezTo>
                    <a:pt x="428" y="96"/>
                    <a:pt x="332" y="0"/>
                    <a:pt x="2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47">
              <a:extLst>
                <a:ext uri="{FF2B5EF4-FFF2-40B4-BE49-F238E27FC236}">
                  <a16:creationId xmlns:a16="http://schemas.microsoft.com/office/drawing/2014/main" id="{5219BFE1-AA0F-5E3C-7637-E5A6CB1C938A}"/>
                </a:ext>
              </a:extLst>
            </p:cNvPr>
            <p:cNvSpPr/>
            <p:nvPr/>
          </p:nvSpPr>
          <p:spPr>
            <a:xfrm>
              <a:off x="2702713" y="2292004"/>
              <a:ext cx="12465" cy="12465"/>
            </a:xfrm>
            <a:custGeom>
              <a:avLst/>
              <a:gdLst/>
              <a:ahLst/>
              <a:cxnLst/>
              <a:rect l="l" t="t" r="r" b="b"/>
              <a:pathLst>
                <a:path w="428" h="428" extrusionOk="0">
                  <a:moveTo>
                    <a:pt x="214" y="0"/>
                  </a:moveTo>
                  <a:cubicBezTo>
                    <a:pt x="96" y="0"/>
                    <a:pt x="1" y="96"/>
                    <a:pt x="1" y="214"/>
                  </a:cubicBezTo>
                  <a:cubicBezTo>
                    <a:pt x="1" y="332"/>
                    <a:pt x="96" y="427"/>
                    <a:pt x="214" y="427"/>
                  </a:cubicBezTo>
                  <a:cubicBezTo>
                    <a:pt x="332" y="427"/>
                    <a:pt x="428" y="332"/>
                    <a:pt x="428" y="214"/>
                  </a:cubicBezTo>
                  <a:cubicBezTo>
                    <a:pt x="428" y="96"/>
                    <a:pt x="332" y="0"/>
                    <a:pt x="2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47">
              <a:extLst>
                <a:ext uri="{FF2B5EF4-FFF2-40B4-BE49-F238E27FC236}">
                  <a16:creationId xmlns:a16="http://schemas.microsoft.com/office/drawing/2014/main" id="{3041A969-872A-0BD9-C9C6-3C4020D6E561}"/>
                </a:ext>
              </a:extLst>
            </p:cNvPr>
            <p:cNvSpPr/>
            <p:nvPr/>
          </p:nvSpPr>
          <p:spPr>
            <a:xfrm>
              <a:off x="2516225" y="2155204"/>
              <a:ext cx="174721" cy="161702"/>
            </a:xfrm>
            <a:custGeom>
              <a:avLst/>
              <a:gdLst/>
              <a:ahLst/>
              <a:cxnLst/>
              <a:rect l="l" t="t" r="r" b="b"/>
              <a:pathLst>
                <a:path w="5999" h="5552" extrusionOk="0">
                  <a:moveTo>
                    <a:pt x="2774" y="427"/>
                  </a:moveTo>
                  <a:cubicBezTo>
                    <a:pt x="3155" y="427"/>
                    <a:pt x="3381" y="564"/>
                    <a:pt x="3413" y="636"/>
                  </a:cubicBezTo>
                  <a:lnTo>
                    <a:pt x="3413" y="637"/>
                  </a:lnTo>
                  <a:cubicBezTo>
                    <a:pt x="3413" y="639"/>
                    <a:pt x="3415" y="641"/>
                    <a:pt x="3415" y="641"/>
                  </a:cubicBezTo>
                  <a:cubicBezTo>
                    <a:pt x="3415" y="706"/>
                    <a:pt x="3155" y="854"/>
                    <a:pt x="2774" y="854"/>
                  </a:cubicBezTo>
                  <a:cubicBezTo>
                    <a:pt x="2392" y="854"/>
                    <a:pt x="2113" y="699"/>
                    <a:pt x="2135" y="636"/>
                  </a:cubicBezTo>
                  <a:cubicBezTo>
                    <a:pt x="2168" y="564"/>
                    <a:pt x="2395" y="427"/>
                    <a:pt x="2774" y="427"/>
                  </a:cubicBezTo>
                  <a:close/>
                  <a:moveTo>
                    <a:pt x="3601" y="1058"/>
                  </a:moveTo>
                  <a:lnTo>
                    <a:pt x="4791" y="3729"/>
                  </a:lnTo>
                  <a:cubicBezTo>
                    <a:pt x="4248" y="3517"/>
                    <a:pt x="3485" y="3420"/>
                    <a:pt x="2774" y="3420"/>
                  </a:cubicBezTo>
                  <a:cubicBezTo>
                    <a:pt x="2060" y="3420"/>
                    <a:pt x="1302" y="3517"/>
                    <a:pt x="757" y="3729"/>
                  </a:cubicBezTo>
                  <a:lnTo>
                    <a:pt x="1947" y="1058"/>
                  </a:lnTo>
                  <a:cubicBezTo>
                    <a:pt x="2140" y="1196"/>
                    <a:pt x="2434" y="1285"/>
                    <a:pt x="2774" y="1285"/>
                  </a:cubicBezTo>
                  <a:cubicBezTo>
                    <a:pt x="3114" y="1285"/>
                    <a:pt x="3408" y="1199"/>
                    <a:pt x="3601" y="1058"/>
                  </a:cubicBezTo>
                  <a:close/>
                  <a:moveTo>
                    <a:pt x="2774" y="3843"/>
                  </a:moveTo>
                  <a:cubicBezTo>
                    <a:pt x="3830" y="3843"/>
                    <a:pt x="4595" y="4057"/>
                    <a:pt x="4933" y="4270"/>
                  </a:cubicBezTo>
                  <a:lnTo>
                    <a:pt x="2774" y="4270"/>
                  </a:lnTo>
                  <a:cubicBezTo>
                    <a:pt x="2656" y="4270"/>
                    <a:pt x="2561" y="4368"/>
                    <a:pt x="2561" y="4484"/>
                  </a:cubicBezTo>
                  <a:cubicBezTo>
                    <a:pt x="2561" y="4602"/>
                    <a:pt x="2656" y="4697"/>
                    <a:pt x="2774" y="4697"/>
                  </a:cubicBezTo>
                  <a:lnTo>
                    <a:pt x="4935" y="4697"/>
                  </a:lnTo>
                  <a:cubicBezTo>
                    <a:pt x="4841" y="4761"/>
                    <a:pt x="4709" y="4824"/>
                    <a:pt x="4518" y="4885"/>
                  </a:cubicBezTo>
                  <a:cubicBezTo>
                    <a:pt x="4055" y="5039"/>
                    <a:pt x="3437" y="5124"/>
                    <a:pt x="2774" y="5124"/>
                  </a:cubicBezTo>
                  <a:cubicBezTo>
                    <a:pt x="1425" y="5124"/>
                    <a:pt x="426" y="4752"/>
                    <a:pt x="426" y="4484"/>
                  </a:cubicBezTo>
                  <a:cubicBezTo>
                    <a:pt x="426" y="4257"/>
                    <a:pt x="1310" y="3843"/>
                    <a:pt x="2774" y="3843"/>
                  </a:cubicBezTo>
                  <a:close/>
                  <a:moveTo>
                    <a:pt x="2774" y="0"/>
                  </a:moveTo>
                  <a:cubicBezTo>
                    <a:pt x="2284" y="0"/>
                    <a:pt x="1869" y="186"/>
                    <a:pt x="1746" y="460"/>
                  </a:cubicBezTo>
                  <a:lnTo>
                    <a:pt x="1746" y="461"/>
                  </a:lnTo>
                  <a:lnTo>
                    <a:pt x="1746" y="465"/>
                  </a:lnTo>
                  <a:lnTo>
                    <a:pt x="48" y="4267"/>
                  </a:lnTo>
                  <a:lnTo>
                    <a:pt x="48" y="4269"/>
                  </a:lnTo>
                  <a:lnTo>
                    <a:pt x="48" y="4270"/>
                  </a:lnTo>
                  <a:cubicBezTo>
                    <a:pt x="17" y="4339"/>
                    <a:pt x="0" y="4412"/>
                    <a:pt x="0" y="4484"/>
                  </a:cubicBezTo>
                  <a:cubicBezTo>
                    <a:pt x="0" y="5184"/>
                    <a:pt x="1397" y="5551"/>
                    <a:pt x="2776" y="5551"/>
                  </a:cubicBezTo>
                  <a:cubicBezTo>
                    <a:pt x="4156" y="5551"/>
                    <a:pt x="5551" y="5184"/>
                    <a:pt x="5551" y="4484"/>
                  </a:cubicBezTo>
                  <a:lnTo>
                    <a:pt x="5551" y="728"/>
                  </a:lnTo>
                  <a:lnTo>
                    <a:pt x="5615" y="791"/>
                  </a:lnTo>
                  <a:cubicBezTo>
                    <a:pt x="5656" y="832"/>
                    <a:pt x="5710" y="853"/>
                    <a:pt x="5764" y="853"/>
                  </a:cubicBezTo>
                  <a:cubicBezTo>
                    <a:pt x="5819" y="853"/>
                    <a:pt x="5873" y="832"/>
                    <a:pt x="5915" y="791"/>
                  </a:cubicBezTo>
                  <a:cubicBezTo>
                    <a:pt x="5999" y="707"/>
                    <a:pt x="5999" y="572"/>
                    <a:pt x="5915" y="489"/>
                  </a:cubicBezTo>
                  <a:lnTo>
                    <a:pt x="5488" y="65"/>
                  </a:lnTo>
                  <a:cubicBezTo>
                    <a:pt x="5446" y="23"/>
                    <a:pt x="5392" y="2"/>
                    <a:pt x="5337" y="2"/>
                  </a:cubicBezTo>
                  <a:cubicBezTo>
                    <a:pt x="5283" y="2"/>
                    <a:pt x="5229" y="23"/>
                    <a:pt x="5188" y="65"/>
                  </a:cubicBezTo>
                  <a:lnTo>
                    <a:pt x="4761" y="492"/>
                  </a:lnTo>
                  <a:cubicBezTo>
                    <a:pt x="4677" y="576"/>
                    <a:pt x="4677" y="709"/>
                    <a:pt x="4761" y="793"/>
                  </a:cubicBezTo>
                  <a:cubicBezTo>
                    <a:pt x="4802" y="835"/>
                    <a:pt x="4856" y="856"/>
                    <a:pt x="4910" y="856"/>
                  </a:cubicBezTo>
                  <a:cubicBezTo>
                    <a:pt x="4965" y="856"/>
                    <a:pt x="5019" y="835"/>
                    <a:pt x="5061" y="793"/>
                  </a:cubicBezTo>
                  <a:lnTo>
                    <a:pt x="5123" y="731"/>
                  </a:lnTo>
                  <a:lnTo>
                    <a:pt x="5123" y="3420"/>
                  </a:lnTo>
                  <a:lnTo>
                    <a:pt x="3804" y="465"/>
                  </a:lnTo>
                  <a:lnTo>
                    <a:pt x="3804" y="461"/>
                  </a:lnTo>
                  <a:lnTo>
                    <a:pt x="3804" y="460"/>
                  </a:lnTo>
                  <a:cubicBezTo>
                    <a:pt x="3679" y="185"/>
                    <a:pt x="3268" y="0"/>
                    <a:pt x="27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47">
              <a:extLst>
                <a:ext uri="{FF2B5EF4-FFF2-40B4-BE49-F238E27FC236}">
                  <a16:creationId xmlns:a16="http://schemas.microsoft.com/office/drawing/2014/main" id="{C367614B-0577-373D-0BF0-3FBFAE101EFC}"/>
                </a:ext>
              </a:extLst>
            </p:cNvPr>
            <p:cNvSpPr/>
            <p:nvPr/>
          </p:nvSpPr>
          <p:spPr>
            <a:xfrm>
              <a:off x="2475130" y="2155204"/>
              <a:ext cx="65939" cy="12465"/>
            </a:xfrm>
            <a:custGeom>
              <a:avLst/>
              <a:gdLst/>
              <a:ahLst/>
              <a:cxnLst/>
              <a:rect l="l" t="t" r="r" b="b"/>
              <a:pathLst>
                <a:path w="2264" h="428" extrusionOk="0">
                  <a:moveTo>
                    <a:pt x="214" y="0"/>
                  </a:moveTo>
                  <a:cubicBezTo>
                    <a:pt x="96" y="0"/>
                    <a:pt x="0" y="98"/>
                    <a:pt x="0" y="214"/>
                  </a:cubicBezTo>
                  <a:cubicBezTo>
                    <a:pt x="0" y="333"/>
                    <a:pt x="96" y="427"/>
                    <a:pt x="214" y="427"/>
                  </a:cubicBezTo>
                  <a:lnTo>
                    <a:pt x="2050" y="427"/>
                  </a:lnTo>
                  <a:cubicBezTo>
                    <a:pt x="2168" y="427"/>
                    <a:pt x="2264" y="332"/>
                    <a:pt x="2264" y="214"/>
                  </a:cubicBezTo>
                  <a:cubicBezTo>
                    <a:pt x="2264" y="98"/>
                    <a:pt x="2168" y="0"/>
                    <a:pt x="20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47">
              <a:extLst>
                <a:ext uri="{FF2B5EF4-FFF2-40B4-BE49-F238E27FC236}">
                  <a16:creationId xmlns:a16="http://schemas.microsoft.com/office/drawing/2014/main" id="{4FBE74BD-08F5-1ACC-97A4-C427A026ED80}"/>
                </a:ext>
              </a:extLst>
            </p:cNvPr>
            <p:cNvSpPr/>
            <p:nvPr/>
          </p:nvSpPr>
          <p:spPr>
            <a:xfrm>
              <a:off x="2475130" y="2180077"/>
              <a:ext cx="65939" cy="12465"/>
            </a:xfrm>
            <a:custGeom>
              <a:avLst/>
              <a:gdLst/>
              <a:ahLst/>
              <a:cxnLst/>
              <a:rect l="l" t="t" r="r" b="b"/>
              <a:pathLst>
                <a:path w="2264" h="428" extrusionOk="0">
                  <a:moveTo>
                    <a:pt x="214" y="0"/>
                  </a:moveTo>
                  <a:cubicBezTo>
                    <a:pt x="96" y="0"/>
                    <a:pt x="0" y="98"/>
                    <a:pt x="0" y="214"/>
                  </a:cubicBezTo>
                  <a:cubicBezTo>
                    <a:pt x="0" y="332"/>
                    <a:pt x="96" y="427"/>
                    <a:pt x="214" y="427"/>
                  </a:cubicBezTo>
                  <a:lnTo>
                    <a:pt x="2050" y="427"/>
                  </a:lnTo>
                  <a:cubicBezTo>
                    <a:pt x="2170" y="427"/>
                    <a:pt x="2264" y="333"/>
                    <a:pt x="2264" y="214"/>
                  </a:cubicBezTo>
                  <a:cubicBezTo>
                    <a:pt x="2264" y="98"/>
                    <a:pt x="2168" y="0"/>
                    <a:pt x="20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47">
              <a:extLst>
                <a:ext uri="{FF2B5EF4-FFF2-40B4-BE49-F238E27FC236}">
                  <a16:creationId xmlns:a16="http://schemas.microsoft.com/office/drawing/2014/main" id="{7BD5E1E6-66F4-6422-87DD-CC294D901966}"/>
                </a:ext>
              </a:extLst>
            </p:cNvPr>
            <p:cNvSpPr/>
            <p:nvPr/>
          </p:nvSpPr>
          <p:spPr>
            <a:xfrm>
              <a:off x="2590785" y="2356079"/>
              <a:ext cx="12465" cy="12465"/>
            </a:xfrm>
            <a:custGeom>
              <a:avLst/>
              <a:gdLst/>
              <a:ahLst/>
              <a:cxnLst/>
              <a:rect l="l" t="t" r="r" b="b"/>
              <a:pathLst>
                <a:path w="428" h="428" extrusionOk="0">
                  <a:moveTo>
                    <a:pt x="214" y="0"/>
                  </a:moveTo>
                  <a:cubicBezTo>
                    <a:pt x="96" y="0"/>
                    <a:pt x="1" y="96"/>
                    <a:pt x="1" y="214"/>
                  </a:cubicBezTo>
                  <a:cubicBezTo>
                    <a:pt x="1" y="332"/>
                    <a:pt x="96" y="427"/>
                    <a:pt x="214" y="427"/>
                  </a:cubicBezTo>
                  <a:cubicBezTo>
                    <a:pt x="332" y="427"/>
                    <a:pt x="428" y="332"/>
                    <a:pt x="428" y="214"/>
                  </a:cubicBezTo>
                  <a:cubicBezTo>
                    <a:pt x="428" y="96"/>
                    <a:pt x="332" y="0"/>
                    <a:pt x="2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47">
              <a:extLst>
                <a:ext uri="{FF2B5EF4-FFF2-40B4-BE49-F238E27FC236}">
                  <a16:creationId xmlns:a16="http://schemas.microsoft.com/office/drawing/2014/main" id="{42C53B02-F7AB-D677-E169-B5714FF040F7}"/>
                </a:ext>
              </a:extLst>
            </p:cNvPr>
            <p:cNvSpPr/>
            <p:nvPr/>
          </p:nvSpPr>
          <p:spPr>
            <a:xfrm>
              <a:off x="2437821" y="2128497"/>
              <a:ext cx="318453" cy="318394"/>
            </a:xfrm>
            <a:custGeom>
              <a:avLst/>
              <a:gdLst/>
              <a:ahLst/>
              <a:cxnLst/>
              <a:rect l="l" t="t" r="r" b="b"/>
              <a:pathLst>
                <a:path w="10934" h="10932" extrusionOk="0">
                  <a:moveTo>
                    <a:pt x="10078" y="427"/>
                  </a:moveTo>
                  <a:lnTo>
                    <a:pt x="10078" y="6960"/>
                  </a:lnTo>
                  <a:lnTo>
                    <a:pt x="854" y="6960"/>
                  </a:lnTo>
                  <a:lnTo>
                    <a:pt x="854" y="427"/>
                  </a:lnTo>
                  <a:close/>
                  <a:moveTo>
                    <a:pt x="10503" y="7387"/>
                  </a:moveTo>
                  <a:lnTo>
                    <a:pt x="10503" y="7814"/>
                  </a:lnTo>
                  <a:lnTo>
                    <a:pt x="6428" y="7814"/>
                  </a:lnTo>
                  <a:cubicBezTo>
                    <a:pt x="6310" y="7814"/>
                    <a:pt x="6214" y="7910"/>
                    <a:pt x="6214" y="8028"/>
                  </a:cubicBezTo>
                  <a:cubicBezTo>
                    <a:pt x="6214" y="8146"/>
                    <a:pt x="6310" y="8241"/>
                    <a:pt x="6428" y="8241"/>
                  </a:cubicBezTo>
                  <a:lnTo>
                    <a:pt x="7968" y="8241"/>
                  </a:lnTo>
                  <a:lnTo>
                    <a:pt x="8199" y="9095"/>
                  </a:lnTo>
                  <a:lnTo>
                    <a:pt x="2732" y="9095"/>
                  </a:lnTo>
                  <a:lnTo>
                    <a:pt x="2962" y="8241"/>
                  </a:lnTo>
                  <a:lnTo>
                    <a:pt x="4503" y="8241"/>
                  </a:lnTo>
                  <a:cubicBezTo>
                    <a:pt x="4621" y="8241"/>
                    <a:pt x="4716" y="8146"/>
                    <a:pt x="4716" y="8028"/>
                  </a:cubicBezTo>
                  <a:cubicBezTo>
                    <a:pt x="4716" y="7910"/>
                    <a:pt x="4621" y="7814"/>
                    <a:pt x="4503" y="7814"/>
                  </a:cubicBezTo>
                  <a:lnTo>
                    <a:pt x="426" y="7814"/>
                  </a:lnTo>
                  <a:lnTo>
                    <a:pt x="426" y="7387"/>
                  </a:lnTo>
                  <a:close/>
                  <a:moveTo>
                    <a:pt x="2521" y="8241"/>
                  </a:moveTo>
                  <a:cubicBezTo>
                    <a:pt x="2417" y="8624"/>
                    <a:pt x="1978" y="10257"/>
                    <a:pt x="1912" y="10505"/>
                  </a:cubicBezTo>
                  <a:lnTo>
                    <a:pt x="1454" y="10505"/>
                  </a:lnTo>
                  <a:lnTo>
                    <a:pt x="2074" y="8241"/>
                  </a:lnTo>
                  <a:close/>
                  <a:moveTo>
                    <a:pt x="8862" y="8241"/>
                  </a:moveTo>
                  <a:lnTo>
                    <a:pt x="9480" y="10505"/>
                  </a:lnTo>
                  <a:lnTo>
                    <a:pt x="9024" y="10505"/>
                  </a:lnTo>
                  <a:cubicBezTo>
                    <a:pt x="8956" y="10255"/>
                    <a:pt x="8515" y="8626"/>
                    <a:pt x="8413" y="8241"/>
                  </a:cubicBezTo>
                  <a:close/>
                  <a:moveTo>
                    <a:pt x="641" y="0"/>
                  </a:moveTo>
                  <a:cubicBezTo>
                    <a:pt x="523" y="0"/>
                    <a:pt x="427" y="96"/>
                    <a:pt x="427" y="214"/>
                  </a:cubicBezTo>
                  <a:lnTo>
                    <a:pt x="427" y="6960"/>
                  </a:lnTo>
                  <a:lnTo>
                    <a:pt x="214" y="6960"/>
                  </a:lnTo>
                  <a:cubicBezTo>
                    <a:pt x="96" y="6960"/>
                    <a:pt x="0" y="7056"/>
                    <a:pt x="0" y="7174"/>
                  </a:cubicBezTo>
                  <a:lnTo>
                    <a:pt x="0" y="8028"/>
                  </a:lnTo>
                  <a:cubicBezTo>
                    <a:pt x="0" y="8146"/>
                    <a:pt x="96" y="8241"/>
                    <a:pt x="214" y="8241"/>
                  </a:cubicBezTo>
                  <a:lnTo>
                    <a:pt x="1630" y="8241"/>
                  </a:lnTo>
                  <a:lnTo>
                    <a:pt x="965" y="10662"/>
                  </a:lnTo>
                  <a:cubicBezTo>
                    <a:pt x="948" y="10727"/>
                    <a:pt x="962" y="10795"/>
                    <a:pt x="1001" y="10848"/>
                  </a:cubicBezTo>
                  <a:cubicBezTo>
                    <a:pt x="1042" y="10901"/>
                    <a:pt x="1104" y="10932"/>
                    <a:pt x="1172" y="10932"/>
                  </a:cubicBezTo>
                  <a:lnTo>
                    <a:pt x="2074" y="10932"/>
                  </a:lnTo>
                  <a:cubicBezTo>
                    <a:pt x="2170" y="10932"/>
                    <a:pt x="2255" y="10867"/>
                    <a:pt x="2281" y="10773"/>
                  </a:cubicBezTo>
                  <a:lnTo>
                    <a:pt x="2619" y="9522"/>
                  </a:lnTo>
                  <a:lnTo>
                    <a:pt x="8317" y="9522"/>
                  </a:lnTo>
                  <a:lnTo>
                    <a:pt x="8653" y="10773"/>
                  </a:lnTo>
                  <a:cubicBezTo>
                    <a:pt x="8679" y="10867"/>
                    <a:pt x="8763" y="10932"/>
                    <a:pt x="8862" y="10932"/>
                  </a:cubicBezTo>
                  <a:lnTo>
                    <a:pt x="9762" y="10932"/>
                  </a:lnTo>
                  <a:cubicBezTo>
                    <a:pt x="9829" y="10932"/>
                    <a:pt x="9892" y="10899"/>
                    <a:pt x="9933" y="10848"/>
                  </a:cubicBezTo>
                  <a:cubicBezTo>
                    <a:pt x="9974" y="10795"/>
                    <a:pt x="9986" y="10727"/>
                    <a:pt x="9969" y="10662"/>
                  </a:cubicBezTo>
                  <a:lnTo>
                    <a:pt x="9306" y="8241"/>
                  </a:lnTo>
                  <a:lnTo>
                    <a:pt x="10720" y="8241"/>
                  </a:lnTo>
                  <a:cubicBezTo>
                    <a:pt x="10838" y="8241"/>
                    <a:pt x="10934" y="8146"/>
                    <a:pt x="10934" y="8028"/>
                  </a:cubicBezTo>
                  <a:lnTo>
                    <a:pt x="10934" y="7174"/>
                  </a:lnTo>
                  <a:cubicBezTo>
                    <a:pt x="10932" y="7056"/>
                    <a:pt x="10838" y="6960"/>
                    <a:pt x="10718" y="6960"/>
                  </a:cubicBezTo>
                  <a:lnTo>
                    <a:pt x="10505" y="6960"/>
                  </a:lnTo>
                  <a:lnTo>
                    <a:pt x="10505" y="214"/>
                  </a:lnTo>
                  <a:cubicBezTo>
                    <a:pt x="10505" y="96"/>
                    <a:pt x="10409" y="0"/>
                    <a:pt x="102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47">
            <a:extLst>
              <a:ext uri="{FF2B5EF4-FFF2-40B4-BE49-F238E27FC236}">
                <a16:creationId xmlns:a16="http://schemas.microsoft.com/office/drawing/2014/main" id="{592FA505-FD17-5594-09E3-876CF655EDA3}"/>
              </a:ext>
            </a:extLst>
          </p:cNvPr>
          <p:cNvGrpSpPr/>
          <p:nvPr/>
        </p:nvGrpSpPr>
        <p:grpSpPr>
          <a:xfrm>
            <a:off x="727171" y="3017135"/>
            <a:ext cx="388385" cy="388349"/>
            <a:chOff x="3227807" y="1592247"/>
            <a:chExt cx="318453" cy="318424"/>
          </a:xfrm>
        </p:grpSpPr>
        <p:sp>
          <p:nvSpPr>
            <p:cNvPr id="671" name="Google Shape;671;p47">
              <a:extLst>
                <a:ext uri="{FF2B5EF4-FFF2-40B4-BE49-F238E27FC236}">
                  <a16:creationId xmlns:a16="http://schemas.microsoft.com/office/drawing/2014/main" id="{A7819456-4586-CF1A-E4CD-04FBBD0610E3}"/>
                </a:ext>
              </a:extLst>
            </p:cNvPr>
            <p:cNvSpPr/>
            <p:nvPr/>
          </p:nvSpPr>
          <p:spPr>
            <a:xfrm>
              <a:off x="3399383" y="1617120"/>
              <a:ext cx="49833" cy="12466"/>
            </a:xfrm>
            <a:custGeom>
              <a:avLst/>
              <a:gdLst/>
              <a:ahLst/>
              <a:cxnLst/>
              <a:rect l="l" t="t" r="r" b="b"/>
              <a:pathLst>
                <a:path w="1711" h="428" extrusionOk="0">
                  <a:moveTo>
                    <a:pt x="214" y="1"/>
                  </a:moveTo>
                  <a:cubicBezTo>
                    <a:pt x="96" y="1"/>
                    <a:pt x="0" y="97"/>
                    <a:pt x="0" y="214"/>
                  </a:cubicBezTo>
                  <a:cubicBezTo>
                    <a:pt x="0" y="332"/>
                    <a:pt x="96" y="428"/>
                    <a:pt x="214" y="428"/>
                  </a:cubicBezTo>
                  <a:lnTo>
                    <a:pt x="1497" y="428"/>
                  </a:lnTo>
                  <a:cubicBezTo>
                    <a:pt x="1615" y="428"/>
                    <a:pt x="1710" y="332"/>
                    <a:pt x="1710" y="214"/>
                  </a:cubicBezTo>
                  <a:cubicBezTo>
                    <a:pt x="1710" y="97"/>
                    <a:pt x="1615" y="1"/>
                    <a:pt x="14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47">
              <a:extLst>
                <a:ext uri="{FF2B5EF4-FFF2-40B4-BE49-F238E27FC236}">
                  <a16:creationId xmlns:a16="http://schemas.microsoft.com/office/drawing/2014/main" id="{FDC589C1-20E3-4818-6625-D69CCBD07208}"/>
                </a:ext>
              </a:extLst>
            </p:cNvPr>
            <p:cNvSpPr/>
            <p:nvPr/>
          </p:nvSpPr>
          <p:spPr>
            <a:xfrm>
              <a:off x="3324764" y="1617120"/>
              <a:ext cx="49833" cy="12466"/>
            </a:xfrm>
            <a:custGeom>
              <a:avLst/>
              <a:gdLst/>
              <a:ahLst/>
              <a:cxnLst/>
              <a:rect l="l" t="t" r="r" b="b"/>
              <a:pathLst>
                <a:path w="1711" h="428" extrusionOk="0">
                  <a:moveTo>
                    <a:pt x="214" y="1"/>
                  </a:moveTo>
                  <a:cubicBezTo>
                    <a:pt x="96" y="1"/>
                    <a:pt x="0" y="97"/>
                    <a:pt x="0" y="214"/>
                  </a:cubicBezTo>
                  <a:cubicBezTo>
                    <a:pt x="0" y="332"/>
                    <a:pt x="96" y="428"/>
                    <a:pt x="214" y="428"/>
                  </a:cubicBezTo>
                  <a:lnTo>
                    <a:pt x="1497" y="428"/>
                  </a:lnTo>
                  <a:cubicBezTo>
                    <a:pt x="1614" y="428"/>
                    <a:pt x="1710" y="332"/>
                    <a:pt x="1710" y="214"/>
                  </a:cubicBezTo>
                  <a:cubicBezTo>
                    <a:pt x="1710" y="97"/>
                    <a:pt x="1616" y="1"/>
                    <a:pt x="14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47">
              <a:extLst>
                <a:ext uri="{FF2B5EF4-FFF2-40B4-BE49-F238E27FC236}">
                  <a16:creationId xmlns:a16="http://schemas.microsoft.com/office/drawing/2014/main" id="{26E785A0-2C48-9C8B-B8F2-C6DB01C9E989}"/>
                </a:ext>
              </a:extLst>
            </p:cNvPr>
            <p:cNvSpPr/>
            <p:nvPr/>
          </p:nvSpPr>
          <p:spPr>
            <a:xfrm>
              <a:off x="3254573" y="1798714"/>
              <a:ext cx="266756" cy="87084"/>
            </a:xfrm>
            <a:custGeom>
              <a:avLst/>
              <a:gdLst/>
              <a:ahLst/>
              <a:cxnLst/>
              <a:rect l="l" t="t" r="r" b="b"/>
              <a:pathLst>
                <a:path w="9159" h="2990" extrusionOk="0">
                  <a:moveTo>
                    <a:pt x="918" y="427"/>
                  </a:moveTo>
                  <a:lnTo>
                    <a:pt x="918" y="854"/>
                  </a:lnTo>
                  <a:lnTo>
                    <a:pt x="427" y="854"/>
                  </a:lnTo>
                  <a:lnTo>
                    <a:pt x="427" y="427"/>
                  </a:lnTo>
                  <a:close/>
                  <a:moveTo>
                    <a:pt x="1772" y="427"/>
                  </a:moveTo>
                  <a:lnTo>
                    <a:pt x="1772" y="854"/>
                  </a:lnTo>
                  <a:lnTo>
                    <a:pt x="1345" y="854"/>
                  </a:lnTo>
                  <a:lnTo>
                    <a:pt x="1345" y="427"/>
                  </a:lnTo>
                  <a:close/>
                  <a:moveTo>
                    <a:pt x="2626" y="427"/>
                  </a:moveTo>
                  <a:lnTo>
                    <a:pt x="2626" y="854"/>
                  </a:lnTo>
                  <a:lnTo>
                    <a:pt x="2199" y="854"/>
                  </a:lnTo>
                  <a:lnTo>
                    <a:pt x="2199" y="427"/>
                  </a:lnTo>
                  <a:close/>
                  <a:moveTo>
                    <a:pt x="3480" y="427"/>
                  </a:moveTo>
                  <a:lnTo>
                    <a:pt x="3480" y="854"/>
                  </a:lnTo>
                  <a:lnTo>
                    <a:pt x="3053" y="854"/>
                  </a:lnTo>
                  <a:lnTo>
                    <a:pt x="3053" y="427"/>
                  </a:lnTo>
                  <a:close/>
                  <a:moveTo>
                    <a:pt x="4334" y="427"/>
                  </a:moveTo>
                  <a:lnTo>
                    <a:pt x="4334" y="854"/>
                  </a:lnTo>
                  <a:lnTo>
                    <a:pt x="3907" y="854"/>
                  </a:lnTo>
                  <a:lnTo>
                    <a:pt x="3907" y="427"/>
                  </a:lnTo>
                  <a:close/>
                  <a:moveTo>
                    <a:pt x="5188" y="427"/>
                  </a:moveTo>
                  <a:lnTo>
                    <a:pt x="5188" y="854"/>
                  </a:lnTo>
                  <a:lnTo>
                    <a:pt x="4761" y="854"/>
                  </a:lnTo>
                  <a:lnTo>
                    <a:pt x="4761" y="427"/>
                  </a:lnTo>
                  <a:close/>
                  <a:moveTo>
                    <a:pt x="6042" y="427"/>
                  </a:moveTo>
                  <a:lnTo>
                    <a:pt x="6042" y="854"/>
                  </a:lnTo>
                  <a:lnTo>
                    <a:pt x="5615" y="854"/>
                  </a:lnTo>
                  <a:lnTo>
                    <a:pt x="5615" y="427"/>
                  </a:lnTo>
                  <a:close/>
                  <a:moveTo>
                    <a:pt x="6896" y="427"/>
                  </a:moveTo>
                  <a:lnTo>
                    <a:pt x="6896" y="854"/>
                  </a:lnTo>
                  <a:lnTo>
                    <a:pt x="6469" y="854"/>
                  </a:lnTo>
                  <a:lnTo>
                    <a:pt x="6469" y="427"/>
                  </a:lnTo>
                  <a:close/>
                  <a:moveTo>
                    <a:pt x="8732" y="427"/>
                  </a:moveTo>
                  <a:lnTo>
                    <a:pt x="8732" y="854"/>
                  </a:lnTo>
                  <a:lnTo>
                    <a:pt x="7323" y="854"/>
                  </a:lnTo>
                  <a:lnTo>
                    <a:pt x="7323" y="427"/>
                  </a:lnTo>
                  <a:close/>
                  <a:moveTo>
                    <a:pt x="1345" y="1281"/>
                  </a:moveTo>
                  <a:lnTo>
                    <a:pt x="1345" y="1708"/>
                  </a:lnTo>
                  <a:lnTo>
                    <a:pt x="427" y="1708"/>
                  </a:lnTo>
                  <a:lnTo>
                    <a:pt x="427" y="1281"/>
                  </a:lnTo>
                  <a:close/>
                  <a:moveTo>
                    <a:pt x="2199" y="1281"/>
                  </a:moveTo>
                  <a:lnTo>
                    <a:pt x="2199" y="1708"/>
                  </a:lnTo>
                  <a:lnTo>
                    <a:pt x="1772" y="1708"/>
                  </a:lnTo>
                  <a:lnTo>
                    <a:pt x="1772" y="1281"/>
                  </a:lnTo>
                  <a:close/>
                  <a:moveTo>
                    <a:pt x="3053" y="1281"/>
                  </a:moveTo>
                  <a:lnTo>
                    <a:pt x="3053" y="1708"/>
                  </a:lnTo>
                  <a:lnTo>
                    <a:pt x="2626" y="1708"/>
                  </a:lnTo>
                  <a:lnTo>
                    <a:pt x="2626" y="1281"/>
                  </a:lnTo>
                  <a:close/>
                  <a:moveTo>
                    <a:pt x="3907" y="1281"/>
                  </a:moveTo>
                  <a:lnTo>
                    <a:pt x="3907" y="1708"/>
                  </a:lnTo>
                  <a:lnTo>
                    <a:pt x="3480" y="1708"/>
                  </a:lnTo>
                  <a:lnTo>
                    <a:pt x="3480" y="1281"/>
                  </a:lnTo>
                  <a:close/>
                  <a:moveTo>
                    <a:pt x="4761" y="1281"/>
                  </a:moveTo>
                  <a:lnTo>
                    <a:pt x="4761" y="1708"/>
                  </a:lnTo>
                  <a:lnTo>
                    <a:pt x="4334" y="1708"/>
                  </a:lnTo>
                  <a:lnTo>
                    <a:pt x="4334" y="1281"/>
                  </a:lnTo>
                  <a:close/>
                  <a:moveTo>
                    <a:pt x="5615" y="1281"/>
                  </a:moveTo>
                  <a:lnTo>
                    <a:pt x="5615" y="1708"/>
                  </a:lnTo>
                  <a:lnTo>
                    <a:pt x="5188" y="1708"/>
                  </a:lnTo>
                  <a:lnTo>
                    <a:pt x="5188" y="1281"/>
                  </a:lnTo>
                  <a:close/>
                  <a:moveTo>
                    <a:pt x="6469" y="1281"/>
                  </a:moveTo>
                  <a:lnTo>
                    <a:pt x="6469" y="1708"/>
                  </a:lnTo>
                  <a:lnTo>
                    <a:pt x="6042" y="1708"/>
                  </a:lnTo>
                  <a:lnTo>
                    <a:pt x="6042" y="1281"/>
                  </a:lnTo>
                  <a:close/>
                  <a:moveTo>
                    <a:pt x="7323" y="1281"/>
                  </a:moveTo>
                  <a:lnTo>
                    <a:pt x="7323" y="1708"/>
                  </a:lnTo>
                  <a:lnTo>
                    <a:pt x="6896" y="1708"/>
                  </a:lnTo>
                  <a:lnTo>
                    <a:pt x="6896" y="1281"/>
                  </a:lnTo>
                  <a:close/>
                  <a:moveTo>
                    <a:pt x="8732" y="1281"/>
                  </a:moveTo>
                  <a:lnTo>
                    <a:pt x="8732" y="1708"/>
                  </a:lnTo>
                  <a:lnTo>
                    <a:pt x="7750" y="1708"/>
                  </a:lnTo>
                  <a:lnTo>
                    <a:pt x="7750" y="1281"/>
                  </a:lnTo>
                  <a:close/>
                  <a:moveTo>
                    <a:pt x="918" y="2135"/>
                  </a:moveTo>
                  <a:lnTo>
                    <a:pt x="918" y="2562"/>
                  </a:lnTo>
                  <a:lnTo>
                    <a:pt x="427" y="2562"/>
                  </a:lnTo>
                  <a:lnTo>
                    <a:pt x="427" y="2135"/>
                  </a:lnTo>
                  <a:close/>
                  <a:moveTo>
                    <a:pt x="1772" y="2135"/>
                  </a:moveTo>
                  <a:lnTo>
                    <a:pt x="1772" y="2562"/>
                  </a:lnTo>
                  <a:lnTo>
                    <a:pt x="1345" y="2562"/>
                  </a:lnTo>
                  <a:lnTo>
                    <a:pt x="1345" y="2135"/>
                  </a:lnTo>
                  <a:close/>
                  <a:moveTo>
                    <a:pt x="2626" y="2135"/>
                  </a:moveTo>
                  <a:lnTo>
                    <a:pt x="2626" y="2562"/>
                  </a:lnTo>
                  <a:lnTo>
                    <a:pt x="2199" y="2562"/>
                  </a:lnTo>
                  <a:lnTo>
                    <a:pt x="2199" y="2135"/>
                  </a:lnTo>
                  <a:close/>
                  <a:moveTo>
                    <a:pt x="6042" y="2135"/>
                  </a:moveTo>
                  <a:lnTo>
                    <a:pt x="6042" y="2562"/>
                  </a:lnTo>
                  <a:lnTo>
                    <a:pt x="3053" y="2562"/>
                  </a:lnTo>
                  <a:lnTo>
                    <a:pt x="3053" y="2135"/>
                  </a:lnTo>
                  <a:close/>
                  <a:moveTo>
                    <a:pt x="6896" y="2135"/>
                  </a:moveTo>
                  <a:lnTo>
                    <a:pt x="6896" y="2562"/>
                  </a:lnTo>
                  <a:lnTo>
                    <a:pt x="6469" y="2562"/>
                  </a:lnTo>
                  <a:lnTo>
                    <a:pt x="6469" y="2135"/>
                  </a:lnTo>
                  <a:close/>
                  <a:moveTo>
                    <a:pt x="8732" y="2135"/>
                  </a:moveTo>
                  <a:lnTo>
                    <a:pt x="8732" y="2562"/>
                  </a:lnTo>
                  <a:lnTo>
                    <a:pt x="7323" y="2562"/>
                  </a:lnTo>
                  <a:lnTo>
                    <a:pt x="7323" y="2135"/>
                  </a:lnTo>
                  <a:close/>
                  <a:moveTo>
                    <a:pt x="214" y="0"/>
                  </a:moveTo>
                  <a:cubicBezTo>
                    <a:pt x="96" y="0"/>
                    <a:pt x="0" y="96"/>
                    <a:pt x="0" y="214"/>
                  </a:cubicBezTo>
                  <a:lnTo>
                    <a:pt x="0" y="2776"/>
                  </a:lnTo>
                  <a:cubicBezTo>
                    <a:pt x="0" y="2894"/>
                    <a:pt x="96" y="2989"/>
                    <a:pt x="214" y="2989"/>
                  </a:cubicBezTo>
                  <a:lnTo>
                    <a:pt x="8945" y="2989"/>
                  </a:lnTo>
                  <a:cubicBezTo>
                    <a:pt x="9065" y="2989"/>
                    <a:pt x="9159" y="2894"/>
                    <a:pt x="9159" y="2776"/>
                  </a:cubicBezTo>
                  <a:lnTo>
                    <a:pt x="9159" y="214"/>
                  </a:lnTo>
                  <a:cubicBezTo>
                    <a:pt x="9159" y="96"/>
                    <a:pt x="9063" y="0"/>
                    <a:pt x="89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47">
              <a:extLst>
                <a:ext uri="{FF2B5EF4-FFF2-40B4-BE49-F238E27FC236}">
                  <a16:creationId xmlns:a16="http://schemas.microsoft.com/office/drawing/2014/main" id="{43F05FB9-BFF8-C9B5-C33D-F24D393FDB25}"/>
                </a:ext>
              </a:extLst>
            </p:cNvPr>
            <p:cNvSpPr/>
            <p:nvPr/>
          </p:nvSpPr>
          <p:spPr>
            <a:xfrm>
              <a:off x="3399383" y="1641993"/>
              <a:ext cx="49833" cy="12465"/>
            </a:xfrm>
            <a:custGeom>
              <a:avLst/>
              <a:gdLst/>
              <a:ahLst/>
              <a:cxnLst/>
              <a:rect l="l" t="t" r="r" b="b"/>
              <a:pathLst>
                <a:path w="1711" h="428" extrusionOk="0">
                  <a:moveTo>
                    <a:pt x="214" y="1"/>
                  </a:moveTo>
                  <a:cubicBezTo>
                    <a:pt x="96" y="1"/>
                    <a:pt x="0" y="97"/>
                    <a:pt x="0" y="214"/>
                  </a:cubicBezTo>
                  <a:cubicBezTo>
                    <a:pt x="0" y="332"/>
                    <a:pt x="96" y="428"/>
                    <a:pt x="214" y="428"/>
                  </a:cubicBezTo>
                  <a:lnTo>
                    <a:pt x="1497" y="428"/>
                  </a:lnTo>
                  <a:cubicBezTo>
                    <a:pt x="1615" y="428"/>
                    <a:pt x="1710" y="332"/>
                    <a:pt x="1710" y="214"/>
                  </a:cubicBezTo>
                  <a:cubicBezTo>
                    <a:pt x="1710" y="97"/>
                    <a:pt x="1615" y="1"/>
                    <a:pt x="14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47">
              <a:extLst>
                <a:ext uri="{FF2B5EF4-FFF2-40B4-BE49-F238E27FC236}">
                  <a16:creationId xmlns:a16="http://schemas.microsoft.com/office/drawing/2014/main" id="{AD806346-CD89-F71E-4EAD-000C7D19E3A4}"/>
                </a:ext>
              </a:extLst>
            </p:cNvPr>
            <p:cNvSpPr/>
            <p:nvPr/>
          </p:nvSpPr>
          <p:spPr>
            <a:xfrm>
              <a:off x="3399383" y="1666865"/>
              <a:ext cx="49833" cy="12465"/>
            </a:xfrm>
            <a:custGeom>
              <a:avLst/>
              <a:gdLst/>
              <a:ahLst/>
              <a:cxnLst/>
              <a:rect l="l" t="t" r="r" b="b"/>
              <a:pathLst>
                <a:path w="1711" h="428" extrusionOk="0">
                  <a:moveTo>
                    <a:pt x="214" y="1"/>
                  </a:moveTo>
                  <a:cubicBezTo>
                    <a:pt x="96" y="1"/>
                    <a:pt x="0" y="97"/>
                    <a:pt x="0" y="214"/>
                  </a:cubicBezTo>
                  <a:cubicBezTo>
                    <a:pt x="0" y="332"/>
                    <a:pt x="96" y="428"/>
                    <a:pt x="214" y="428"/>
                  </a:cubicBezTo>
                  <a:lnTo>
                    <a:pt x="1497" y="428"/>
                  </a:lnTo>
                  <a:cubicBezTo>
                    <a:pt x="1616" y="428"/>
                    <a:pt x="1710" y="332"/>
                    <a:pt x="1710" y="214"/>
                  </a:cubicBezTo>
                  <a:cubicBezTo>
                    <a:pt x="1710" y="97"/>
                    <a:pt x="1615" y="1"/>
                    <a:pt x="14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7">
              <a:extLst>
                <a:ext uri="{FF2B5EF4-FFF2-40B4-BE49-F238E27FC236}">
                  <a16:creationId xmlns:a16="http://schemas.microsoft.com/office/drawing/2014/main" id="{0CADCCA1-38EC-EEE1-D815-8857BA3210B8}"/>
                </a:ext>
              </a:extLst>
            </p:cNvPr>
            <p:cNvSpPr/>
            <p:nvPr/>
          </p:nvSpPr>
          <p:spPr>
            <a:xfrm>
              <a:off x="3324764" y="1641993"/>
              <a:ext cx="49833" cy="12465"/>
            </a:xfrm>
            <a:custGeom>
              <a:avLst/>
              <a:gdLst/>
              <a:ahLst/>
              <a:cxnLst/>
              <a:rect l="l" t="t" r="r" b="b"/>
              <a:pathLst>
                <a:path w="1711" h="428" extrusionOk="0">
                  <a:moveTo>
                    <a:pt x="214" y="1"/>
                  </a:moveTo>
                  <a:cubicBezTo>
                    <a:pt x="96" y="1"/>
                    <a:pt x="0" y="97"/>
                    <a:pt x="0" y="214"/>
                  </a:cubicBezTo>
                  <a:cubicBezTo>
                    <a:pt x="0" y="332"/>
                    <a:pt x="96" y="428"/>
                    <a:pt x="214" y="428"/>
                  </a:cubicBezTo>
                  <a:lnTo>
                    <a:pt x="1497" y="428"/>
                  </a:lnTo>
                  <a:cubicBezTo>
                    <a:pt x="1614" y="428"/>
                    <a:pt x="1710" y="332"/>
                    <a:pt x="1710" y="214"/>
                  </a:cubicBezTo>
                  <a:cubicBezTo>
                    <a:pt x="1710" y="97"/>
                    <a:pt x="1616" y="1"/>
                    <a:pt x="14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47">
              <a:extLst>
                <a:ext uri="{FF2B5EF4-FFF2-40B4-BE49-F238E27FC236}">
                  <a16:creationId xmlns:a16="http://schemas.microsoft.com/office/drawing/2014/main" id="{1A6F1F3A-CB46-3031-156C-E90A7FD11DAC}"/>
                </a:ext>
              </a:extLst>
            </p:cNvPr>
            <p:cNvSpPr/>
            <p:nvPr/>
          </p:nvSpPr>
          <p:spPr>
            <a:xfrm>
              <a:off x="3324764" y="1666865"/>
              <a:ext cx="49833" cy="12465"/>
            </a:xfrm>
            <a:custGeom>
              <a:avLst/>
              <a:gdLst/>
              <a:ahLst/>
              <a:cxnLst/>
              <a:rect l="l" t="t" r="r" b="b"/>
              <a:pathLst>
                <a:path w="1711" h="428" extrusionOk="0">
                  <a:moveTo>
                    <a:pt x="214" y="1"/>
                  </a:moveTo>
                  <a:cubicBezTo>
                    <a:pt x="96" y="1"/>
                    <a:pt x="0" y="97"/>
                    <a:pt x="0" y="214"/>
                  </a:cubicBezTo>
                  <a:cubicBezTo>
                    <a:pt x="0" y="332"/>
                    <a:pt x="96" y="428"/>
                    <a:pt x="214" y="428"/>
                  </a:cubicBezTo>
                  <a:lnTo>
                    <a:pt x="1497" y="428"/>
                  </a:lnTo>
                  <a:cubicBezTo>
                    <a:pt x="1614" y="428"/>
                    <a:pt x="1710" y="332"/>
                    <a:pt x="1710" y="214"/>
                  </a:cubicBezTo>
                  <a:cubicBezTo>
                    <a:pt x="1710" y="97"/>
                    <a:pt x="1616" y="1"/>
                    <a:pt x="14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47">
              <a:extLst>
                <a:ext uri="{FF2B5EF4-FFF2-40B4-BE49-F238E27FC236}">
                  <a16:creationId xmlns:a16="http://schemas.microsoft.com/office/drawing/2014/main" id="{8F9E03FB-EC24-DC79-F51F-2A3E96FF11AD}"/>
                </a:ext>
              </a:extLst>
            </p:cNvPr>
            <p:cNvSpPr/>
            <p:nvPr/>
          </p:nvSpPr>
          <p:spPr>
            <a:xfrm>
              <a:off x="3227807" y="1592247"/>
              <a:ext cx="318453" cy="318424"/>
            </a:xfrm>
            <a:custGeom>
              <a:avLst/>
              <a:gdLst/>
              <a:ahLst/>
              <a:cxnLst/>
              <a:rect l="l" t="t" r="r" b="b"/>
              <a:pathLst>
                <a:path w="10934" h="10933" extrusionOk="0">
                  <a:moveTo>
                    <a:pt x="7815" y="428"/>
                  </a:moveTo>
                  <a:lnTo>
                    <a:pt x="7815" y="3417"/>
                  </a:lnTo>
                  <a:lnTo>
                    <a:pt x="6318" y="3417"/>
                  </a:lnTo>
                  <a:cubicBezTo>
                    <a:pt x="6081" y="3417"/>
                    <a:pt x="5859" y="3496"/>
                    <a:pt x="5680" y="3630"/>
                  </a:cubicBezTo>
                  <a:lnTo>
                    <a:pt x="5680" y="1068"/>
                  </a:lnTo>
                  <a:cubicBezTo>
                    <a:pt x="5680" y="717"/>
                    <a:pt x="5968" y="428"/>
                    <a:pt x="6320" y="428"/>
                  </a:cubicBezTo>
                  <a:close/>
                  <a:moveTo>
                    <a:pt x="4612" y="428"/>
                  </a:moveTo>
                  <a:cubicBezTo>
                    <a:pt x="4964" y="428"/>
                    <a:pt x="5253" y="717"/>
                    <a:pt x="5253" y="1068"/>
                  </a:cubicBezTo>
                  <a:lnTo>
                    <a:pt x="5253" y="3632"/>
                  </a:lnTo>
                  <a:cubicBezTo>
                    <a:pt x="5073" y="3496"/>
                    <a:pt x="4851" y="3417"/>
                    <a:pt x="4610" y="3417"/>
                  </a:cubicBezTo>
                  <a:lnTo>
                    <a:pt x="3118" y="3417"/>
                  </a:lnTo>
                  <a:lnTo>
                    <a:pt x="3118" y="428"/>
                  </a:lnTo>
                  <a:close/>
                  <a:moveTo>
                    <a:pt x="2691" y="855"/>
                  </a:moveTo>
                  <a:lnTo>
                    <a:pt x="2691" y="3630"/>
                  </a:lnTo>
                  <a:cubicBezTo>
                    <a:pt x="2691" y="3748"/>
                    <a:pt x="2786" y="3844"/>
                    <a:pt x="2904" y="3844"/>
                  </a:cubicBezTo>
                  <a:lnTo>
                    <a:pt x="4610" y="3844"/>
                  </a:lnTo>
                  <a:cubicBezTo>
                    <a:pt x="4887" y="3844"/>
                    <a:pt x="5126" y="4023"/>
                    <a:pt x="5213" y="4271"/>
                  </a:cubicBezTo>
                  <a:lnTo>
                    <a:pt x="2264" y="4271"/>
                  </a:lnTo>
                  <a:lnTo>
                    <a:pt x="2264" y="855"/>
                  </a:lnTo>
                  <a:close/>
                  <a:moveTo>
                    <a:pt x="8669" y="855"/>
                  </a:moveTo>
                  <a:lnTo>
                    <a:pt x="8669" y="4271"/>
                  </a:lnTo>
                  <a:lnTo>
                    <a:pt x="5714" y="4271"/>
                  </a:lnTo>
                  <a:cubicBezTo>
                    <a:pt x="5804" y="4022"/>
                    <a:pt x="6043" y="3844"/>
                    <a:pt x="6318" y="3844"/>
                  </a:cubicBezTo>
                  <a:lnTo>
                    <a:pt x="8028" y="3844"/>
                  </a:lnTo>
                  <a:cubicBezTo>
                    <a:pt x="8146" y="3844"/>
                    <a:pt x="8242" y="3748"/>
                    <a:pt x="8242" y="3630"/>
                  </a:cubicBezTo>
                  <a:lnTo>
                    <a:pt x="8242" y="855"/>
                  </a:lnTo>
                  <a:close/>
                  <a:moveTo>
                    <a:pt x="2906" y="1"/>
                  </a:moveTo>
                  <a:cubicBezTo>
                    <a:pt x="2790" y="1"/>
                    <a:pt x="2692" y="96"/>
                    <a:pt x="2692" y="214"/>
                  </a:cubicBezTo>
                  <a:lnTo>
                    <a:pt x="2692" y="428"/>
                  </a:lnTo>
                  <a:lnTo>
                    <a:pt x="2052" y="428"/>
                  </a:lnTo>
                  <a:cubicBezTo>
                    <a:pt x="1936" y="428"/>
                    <a:pt x="1838" y="524"/>
                    <a:pt x="1838" y="641"/>
                  </a:cubicBezTo>
                  <a:lnTo>
                    <a:pt x="1838" y="4485"/>
                  </a:lnTo>
                  <a:cubicBezTo>
                    <a:pt x="1838" y="4602"/>
                    <a:pt x="1936" y="4698"/>
                    <a:pt x="2052" y="4698"/>
                  </a:cubicBezTo>
                  <a:lnTo>
                    <a:pt x="8884" y="4698"/>
                  </a:lnTo>
                  <a:cubicBezTo>
                    <a:pt x="9002" y="4698"/>
                    <a:pt x="9097" y="4602"/>
                    <a:pt x="9097" y="4485"/>
                  </a:cubicBezTo>
                  <a:lnTo>
                    <a:pt x="9097" y="4100"/>
                  </a:lnTo>
                  <a:lnTo>
                    <a:pt x="9866" y="4100"/>
                  </a:lnTo>
                  <a:cubicBezTo>
                    <a:pt x="10220" y="4100"/>
                    <a:pt x="10507" y="4389"/>
                    <a:pt x="10507" y="4741"/>
                  </a:cubicBezTo>
                  <a:cubicBezTo>
                    <a:pt x="10507" y="5093"/>
                    <a:pt x="10220" y="5381"/>
                    <a:pt x="9866" y="5381"/>
                  </a:cubicBezTo>
                  <a:lnTo>
                    <a:pt x="6322" y="5381"/>
                  </a:lnTo>
                  <a:cubicBezTo>
                    <a:pt x="5808" y="5381"/>
                    <a:pt x="5377" y="5748"/>
                    <a:pt x="5277" y="6235"/>
                  </a:cubicBezTo>
                  <a:lnTo>
                    <a:pt x="216" y="6235"/>
                  </a:lnTo>
                  <a:cubicBezTo>
                    <a:pt x="99" y="6235"/>
                    <a:pt x="2" y="6331"/>
                    <a:pt x="2" y="6449"/>
                  </a:cubicBezTo>
                  <a:lnTo>
                    <a:pt x="2" y="10719"/>
                  </a:lnTo>
                  <a:cubicBezTo>
                    <a:pt x="0" y="10837"/>
                    <a:pt x="96" y="10932"/>
                    <a:pt x="214" y="10932"/>
                  </a:cubicBezTo>
                  <a:lnTo>
                    <a:pt x="4506" y="10932"/>
                  </a:lnTo>
                  <a:cubicBezTo>
                    <a:pt x="4622" y="10932"/>
                    <a:pt x="4720" y="10837"/>
                    <a:pt x="4720" y="10719"/>
                  </a:cubicBezTo>
                  <a:cubicBezTo>
                    <a:pt x="4720" y="10601"/>
                    <a:pt x="4622" y="10505"/>
                    <a:pt x="4506" y="10505"/>
                  </a:cubicBezTo>
                  <a:lnTo>
                    <a:pt x="427" y="10505"/>
                  </a:lnTo>
                  <a:lnTo>
                    <a:pt x="427" y="6662"/>
                  </a:lnTo>
                  <a:lnTo>
                    <a:pt x="10505" y="6662"/>
                  </a:lnTo>
                  <a:lnTo>
                    <a:pt x="10505" y="10505"/>
                  </a:lnTo>
                  <a:lnTo>
                    <a:pt x="6428" y="10505"/>
                  </a:lnTo>
                  <a:cubicBezTo>
                    <a:pt x="6310" y="10505"/>
                    <a:pt x="6214" y="10601"/>
                    <a:pt x="6214" y="10719"/>
                  </a:cubicBezTo>
                  <a:cubicBezTo>
                    <a:pt x="6214" y="10837"/>
                    <a:pt x="6310" y="10932"/>
                    <a:pt x="6428" y="10932"/>
                  </a:cubicBezTo>
                  <a:lnTo>
                    <a:pt x="10718" y="10932"/>
                  </a:lnTo>
                  <a:cubicBezTo>
                    <a:pt x="10836" y="10932"/>
                    <a:pt x="10932" y="10837"/>
                    <a:pt x="10932" y="10719"/>
                  </a:cubicBezTo>
                  <a:lnTo>
                    <a:pt x="10932" y="6449"/>
                  </a:lnTo>
                  <a:cubicBezTo>
                    <a:pt x="10932" y="6331"/>
                    <a:pt x="10836" y="6235"/>
                    <a:pt x="10718" y="6235"/>
                  </a:cubicBezTo>
                  <a:lnTo>
                    <a:pt x="5719" y="6235"/>
                  </a:lnTo>
                  <a:cubicBezTo>
                    <a:pt x="5806" y="5988"/>
                    <a:pt x="6043" y="5808"/>
                    <a:pt x="6322" y="5808"/>
                  </a:cubicBezTo>
                  <a:lnTo>
                    <a:pt x="9866" y="5808"/>
                  </a:lnTo>
                  <a:cubicBezTo>
                    <a:pt x="10455" y="5808"/>
                    <a:pt x="10934" y="5330"/>
                    <a:pt x="10934" y="4741"/>
                  </a:cubicBezTo>
                  <a:cubicBezTo>
                    <a:pt x="10934" y="4151"/>
                    <a:pt x="10455" y="3673"/>
                    <a:pt x="9866" y="3673"/>
                  </a:cubicBezTo>
                  <a:lnTo>
                    <a:pt x="9097" y="3673"/>
                  </a:lnTo>
                  <a:lnTo>
                    <a:pt x="9097" y="641"/>
                  </a:lnTo>
                  <a:cubicBezTo>
                    <a:pt x="9097" y="524"/>
                    <a:pt x="9002" y="428"/>
                    <a:pt x="8884" y="428"/>
                  </a:cubicBezTo>
                  <a:lnTo>
                    <a:pt x="8243" y="428"/>
                  </a:lnTo>
                  <a:lnTo>
                    <a:pt x="8243" y="214"/>
                  </a:lnTo>
                  <a:cubicBezTo>
                    <a:pt x="8243" y="96"/>
                    <a:pt x="8148" y="1"/>
                    <a:pt x="8030" y="1"/>
                  </a:cubicBezTo>
                  <a:lnTo>
                    <a:pt x="6322" y="1"/>
                  </a:lnTo>
                  <a:cubicBezTo>
                    <a:pt x="5975" y="1"/>
                    <a:pt x="5663" y="170"/>
                    <a:pt x="5468" y="428"/>
                  </a:cubicBezTo>
                  <a:cubicBezTo>
                    <a:pt x="5275" y="168"/>
                    <a:pt x="4962" y="1"/>
                    <a:pt x="46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933311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31">
          <a:extLst>
            <a:ext uri="{FF2B5EF4-FFF2-40B4-BE49-F238E27FC236}">
              <a16:creationId xmlns:a16="http://schemas.microsoft.com/office/drawing/2014/main" id="{86CA2F08-758B-82EF-E1C3-03D93D2A06C5}"/>
            </a:ext>
          </a:extLst>
        </p:cNvPr>
        <p:cNvGrpSpPr/>
        <p:nvPr/>
      </p:nvGrpSpPr>
      <p:grpSpPr>
        <a:xfrm>
          <a:off x="0" y="0"/>
          <a:ext cx="0" cy="0"/>
          <a:chOff x="0" y="0"/>
          <a:chExt cx="0" cy="0"/>
        </a:xfrm>
      </p:grpSpPr>
      <p:sp>
        <p:nvSpPr>
          <p:cNvPr id="632" name="Google Shape;632;p47">
            <a:extLst>
              <a:ext uri="{FF2B5EF4-FFF2-40B4-BE49-F238E27FC236}">
                <a16:creationId xmlns:a16="http://schemas.microsoft.com/office/drawing/2014/main" id="{F0B5F98A-5B07-11CD-C9FC-966518597789}"/>
              </a:ext>
            </a:extLst>
          </p:cNvPr>
          <p:cNvSpPr txBox="1">
            <a:spLocks noGrp="1"/>
          </p:cNvSpPr>
          <p:nvPr>
            <p:ph type="title"/>
          </p:nvPr>
        </p:nvSpPr>
        <p:spPr>
          <a:xfrm>
            <a:off x="720000" y="463800"/>
            <a:ext cx="7704000" cy="634500"/>
          </a:xfrm>
          <a:prstGeom prst="rect">
            <a:avLst/>
          </a:prstGeom>
        </p:spPr>
        <p:txBody>
          <a:bodyPr spcFirstLastPara="1" wrap="square" lIns="91425" tIns="91425" rIns="91425" bIns="91425" anchor="t" anchorCtr="0">
            <a:noAutofit/>
          </a:bodyPr>
          <a:lstStyle/>
          <a:p>
            <a:r>
              <a:rPr lang="en" b="0"/>
              <a:t>1- K-Means Clustering:</a:t>
            </a:r>
            <a:endParaRPr lang="en-US"/>
          </a:p>
        </p:txBody>
      </p:sp>
      <p:pic>
        <p:nvPicPr>
          <p:cNvPr id="26" name="Picture 25" descr="A graph with dots and numbers&#10;&#10;AI-generated content may be incorrect.">
            <a:extLst>
              <a:ext uri="{FF2B5EF4-FFF2-40B4-BE49-F238E27FC236}">
                <a16:creationId xmlns:a16="http://schemas.microsoft.com/office/drawing/2014/main" id="{1EC90F8D-AD57-B126-3566-B2DA543BBBB7}"/>
              </a:ext>
            </a:extLst>
          </p:cNvPr>
          <p:cNvPicPr>
            <a:picLocks noChangeAspect="1"/>
          </p:cNvPicPr>
          <p:nvPr/>
        </p:nvPicPr>
        <p:blipFill>
          <a:blip r:embed="rId3"/>
          <a:stretch>
            <a:fillRect/>
          </a:stretch>
        </p:blipFill>
        <p:spPr>
          <a:xfrm>
            <a:off x="5771083" y="1806480"/>
            <a:ext cx="2345471" cy="1529823"/>
          </a:xfrm>
          <a:prstGeom prst="rect">
            <a:avLst/>
          </a:prstGeom>
        </p:spPr>
      </p:pic>
      <p:pic>
        <p:nvPicPr>
          <p:cNvPr id="2" name="Picture 1">
            <a:extLst>
              <a:ext uri="{FF2B5EF4-FFF2-40B4-BE49-F238E27FC236}">
                <a16:creationId xmlns:a16="http://schemas.microsoft.com/office/drawing/2014/main" id="{162BF1D0-07E4-2402-D9B6-C9DBECE26A10}"/>
              </a:ext>
            </a:extLst>
          </p:cNvPr>
          <p:cNvPicPr>
            <a:picLocks noChangeAspect="1"/>
          </p:cNvPicPr>
          <p:nvPr/>
        </p:nvPicPr>
        <p:blipFill>
          <a:blip r:embed="rId4"/>
          <a:stretch>
            <a:fillRect/>
          </a:stretch>
        </p:blipFill>
        <p:spPr>
          <a:xfrm>
            <a:off x="5771741" y="240630"/>
            <a:ext cx="2317898" cy="1534028"/>
          </a:xfrm>
          <a:prstGeom prst="rect">
            <a:avLst/>
          </a:prstGeom>
        </p:spPr>
      </p:pic>
      <p:sp>
        <p:nvSpPr>
          <p:cNvPr id="7" name="Google Shape;634;p47">
            <a:extLst>
              <a:ext uri="{FF2B5EF4-FFF2-40B4-BE49-F238E27FC236}">
                <a16:creationId xmlns:a16="http://schemas.microsoft.com/office/drawing/2014/main" id="{ECA37FB2-633D-A931-F038-F49062D2DBC8}"/>
              </a:ext>
            </a:extLst>
          </p:cNvPr>
          <p:cNvSpPr txBox="1">
            <a:spLocks/>
          </p:cNvSpPr>
          <p:nvPr/>
        </p:nvSpPr>
        <p:spPr>
          <a:xfrm>
            <a:off x="338043" y="1211819"/>
            <a:ext cx="3077652" cy="332519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1pPr>
            <a:lvl2pPr marL="914400" marR="0" lvl="1"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2pPr>
            <a:lvl3pPr marL="1371600" marR="0" lvl="2"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3pPr>
            <a:lvl4pPr marL="1828800" marR="0" lvl="3"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4pPr>
            <a:lvl5pPr marL="2286000" marR="0" lvl="4"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5pPr>
            <a:lvl6pPr marL="2743200" marR="0" lvl="5"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6pPr>
            <a:lvl7pPr marL="3200400" marR="0" lvl="6"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7pPr>
            <a:lvl8pPr marL="3657600" marR="0" lvl="7"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8pPr>
            <a:lvl9pPr marL="4114800" marR="0" lvl="8"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9pPr>
          </a:lstStyle>
          <a:p>
            <a:pPr marL="0" indent="0">
              <a:lnSpc>
                <a:spcPct val="150000"/>
              </a:lnSpc>
            </a:pPr>
            <a:endParaRPr lang="en" dirty="0"/>
          </a:p>
          <a:p>
            <a:pPr>
              <a:lnSpc>
                <a:spcPct val="150000"/>
              </a:lnSpc>
              <a:buFont typeface="Wingdings"/>
              <a:buChar char="q"/>
            </a:pPr>
            <a:r>
              <a:rPr lang="en-US" dirty="0">
                <a:ea typeface="Calibri"/>
                <a:cs typeface="Calibri"/>
              </a:rPr>
              <a:t>Cluster 2 (high): PM2.5=26.69, PM10=90.18, Humidity=77.5%</a:t>
            </a:r>
            <a:endParaRPr lang="en-US" dirty="0"/>
          </a:p>
          <a:p>
            <a:pPr>
              <a:lnSpc>
                <a:spcPct val="150000"/>
              </a:lnSpc>
              <a:buFont typeface="Wingdings"/>
              <a:buChar char="q"/>
            </a:pPr>
            <a:endParaRPr lang="en-US" dirty="0">
              <a:ea typeface="Calibri"/>
              <a:cs typeface="Calibri"/>
            </a:endParaRPr>
          </a:p>
          <a:p>
            <a:pPr>
              <a:lnSpc>
                <a:spcPct val="150000"/>
              </a:lnSpc>
              <a:buFont typeface="Wingdings"/>
              <a:buChar char="q"/>
            </a:pPr>
            <a:r>
              <a:rPr lang="en-US" dirty="0">
                <a:ea typeface="Calibri"/>
                <a:cs typeface="Calibri"/>
              </a:rPr>
              <a:t>This cluster is strongly associated with traffic-heavy and industrial zones.</a:t>
            </a:r>
            <a:endParaRPr lang="en-US" dirty="0"/>
          </a:p>
          <a:p>
            <a:pPr>
              <a:lnSpc>
                <a:spcPct val="150000"/>
              </a:lnSpc>
              <a:buFont typeface="Wingdings"/>
              <a:buChar char="q"/>
            </a:pPr>
            <a:endParaRPr lang="en-US" dirty="0">
              <a:ea typeface="Calibri"/>
              <a:cs typeface="Calibri"/>
            </a:endParaRPr>
          </a:p>
          <a:p>
            <a:pPr>
              <a:lnSpc>
                <a:spcPct val="150000"/>
              </a:lnSpc>
              <a:buFont typeface="Wingdings"/>
              <a:buChar char="q"/>
            </a:pPr>
            <a:r>
              <a:rPr lang="en-US" dirty="0">
                <a:ea typeface="Calibri"/>
                <a:cs typeface="Calibri"/>
              </a:rPr>
              <a:t>Helps identify pollution hotspots</a:t>
            </a:r>
            <a:endParaRPr lang="en-US" dirty="0"/>
          </a:p>
          <a:p>
            <a:pPr marL="342900" indent="-342900">
              <a:lnSpc>
                <a:spcPct val="150000"/>
              </a:lnSpc>
              <a:buFont typeface="Wingdings"/>
              <a:buChar char="q"/>
            </a:pPr>
            <a:endParaRPr lang="en-US" dirty="0"/>
          </a:p>
        </p:txBody>
      </p:sp>
      <p:pic>
        <p:nvPicPr>
          <p:cNvPr id="10" name="Picture 9" descr="A graph with different colored dots&#10;&#10;AI-generated content may be incorrect.">
            <a:extLst>
              <a:ext uri="{FF2B5EF4-FFF2-40B4-BE49-F238E27FC236}">
                <a16:creationId xmlns:a16="http://schemas.microsoft.com/office/drawing/2014/main" id="{F7226154-E154-9746-733F-80E1F3858F7B}"/>
              </a:ext>
            </a:extLst>
          </p:cNvPr>
          <p:cNvPicPr>
            <a:picLocks noChangeAspect="1"/>
          </p:cNvPicPr>
          <p:nvPr/>
        </p:nvPicPr>
        <p:blipFill>
          <a:blip r:embed="rId5"/>
          <a:stretch>
            <a:fillRect/>
          </a:stretch>
        </p:blipFill>
        <p:spPr>
          <a:xfrm>
            <a:off x="5589671" y="3386935"/>
            <a:ext cx="2792330" cy="1547973"/>
          </a:xfrm>
          <a:prstGeom prst="rect">
            <a:avLst/>
          </a:prstGeom>
        </p:spPr>
      </p:pic>
      <p:cxnSp>
        <p:nvCxnSpPr>
          <p:cNvPr id="11" name="Connector: Elbow 10">
            <a:extLst>
              <a:ext uri="{FF2B5EF4-FFF2-40B4-BE49-F238E27FC236}">
                <a16:creationId xmlns:a16="http://schemas.microsoft.com/office/drawing/2014/main" id="{166E00DD-4766-6532-3BF6-11003EB3BCA4}"/>
              </a:ext>
            </a:extLst>
          </p:cNvPr>
          <p:cNvCxnSpPr/>
          <p:nvPr/>
        </p:nvCxnSpPr>
        <p:spPr>
          <a:xfrm>
            <a:off x="3226209" y="1908072"/>
            <a:ext cx="2221475" cy="234130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53282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31">
          <a:extLst>
            <a:ext uri="{FF2B5EF4-FFF2-40B4-BE49-F238E27FC236}">
              <a16:creationId xmlns:a16="http://schemas.microsoft.com/office/drawing/2014/main" id="{6E14E7D7-EBDB-9A8D-B461-2B96CEC579F2}"/>
            </a:ext>
          </a:extLst>
        </p:cNvPr>
        <p:cNvGrpSpPr/>
        <p:nvPr/>
      </p:nvGrpSpPr>
      <p:grpSpPr>
        <a:xfrm>
          <a:off x="0" y="0"/>
          <a:ext cx="0" cy="0"/>
          <a:chOff x="0" y="0"/>
          <a:chExt cx="0" cy="0"/>
        </a:xfrm>
      </p:grpSpPr>
      <p:sp>
        <p:nvSpPr>
          <p:cNvPr id="632" name="Google Shape;632;p47">
            <a:extLst>
              <a:ext uri="{FF2B5EF4-FFF2-40B4-BE49-F238E27FC236}">
                <a16:creationId xmlns:a16="http://schemas.microsoft.com/office/drawing/2014/main" id="{28678FCC-599B-E69C-D4FB-6F133651E457}"/>
              </a:ext>
            </a:extLst>
          </p:cNvPr>
          <p:cNvSpPr txBox="1">
            <a:spLocks noGrp="1"/>
          </p:cNvSpPr>
          <p:nvPr>
            <p:ph type="title"/>
          </p:nvPr>
        </p:nvSpPr>
        <p:spPr>
          <a:xfrm>
            <a:off x="720000" y="463800"/>
            <a:ext cx="7704000" cy="634500"/>
          </a:xfrm>
          <a:prstGeom prst="rect">
            <a:avLst/>
          </a:prstGeom>
        </p:spPr>
        <p:txBody>
          <a:bodyPr spcFirstLastPara="1" wrap="square" lIns="91425" tIns="91425" rIns="91425" bIns="91425" anchor="t" anchorCtr="0">
            <a:noAutofit/>
          </a:bodyPr>
          <a:lstStyle/>
          <a:p>
            <a:r>
              <a:rPr lang="en" b="0" dirty="0"/>
              <a:t>2- Regression Analysis Using </a:t>
            </a:r>
            <a:r>
              <a:rPr lang="en" b="0" dirty="0" err="1"/>
              <a:t>Statsmodels</a:t>
            </a:r>
            <a:r>
              <a:rPr lang="en" b="0" dirty="0"/>
              <a:t> (OLS):</a:t>
            </a:r>
            <a:endParaRPr lang="en-US" dirty="0"/>
          </a:p>
        </p:txBody>
      </p:sp>
      <p:sp>
        <p:nvSpPr>
          <p:cNvPr id="7" name="Google Shape;634;p47">
            <a:extLst>
              <a:ext uri="{FF2B5EF4-FFF2-40B4-BE49-F238E27FC236}">
                <a16:creationId xmlns:a16="http://schemas.microsoft.com/office/drawing/2014/main" id="{E3B7F6A2-AF37-F98C-ABEC-BB919EB75015}"/>
              </a:ext>
            </a:extLst>
          </p:cNvPr>
          <p:cNvSpPr txBox="1">
            <a:spLocks/>
          </p:cNvSpPr>
          <p:nvPr/>
        </p:nvSpPr>
        <p:spPr>
          <a:xfrm>
            <a:off x="946413" y="1322432"/>
            <a:ext cx="7253289" cy="250481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1pPr>
            <a:lvl2pPr marL="914400" marR="0" lvl="1"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2pPr>
            <a:lvl3pPr marL="1371600" marR="0" lvl="2"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3pPr>
            <a:lvl4pPr marL="1828800" marR="0" lvl="3"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4pPr>
            <a:lvl5pPr marL="2286000" marR="0" lvl="4"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5pPr>
            <a:lvl6pPr marL="2743200" marR="0" lvl="5"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6pPr>
            <a:lvl7pPr marL="3200400" marR="0" lvl="6"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7pPr>
            <a:lvl8pPr marL="3657600" marR="0" lvl="7"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8pPr>
            <a:lvl9pPr marL="4114800" marR="0" lvl="8"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9pPr>
          </a:lstStyle>
          <a:p>
            <a:pPr marL="139700" indent="0" algn="ctr">
              <a:lnSpc>
                <a:spcPct val="150000"/>
              </a:lnSpc>
            </a:pPr>
            <a:r>
              <a:rPr lang="en-US" b="1" dirty="0">
                <a:solidFill>
                  <a:srgbClr val="7030A0"/>
                </a:solidFill>
                <a:ea typeface="Calibri"/>
                <a:cs typeface="Calibri"/>
              </a:rPr>
              <a:t>PM2.5 =β0 +β1 ⋅Temperature+β2 ⋅</a:t>
            </a:r>
            <a:r>
              <a:rPr lang="en-US" b="1" err="1">
                <a:solidFill>
                  <a:srgbClr val="7030A0"/>
                </a:solidFill>
                <a:ea typeface="Calibri"/>
                <a:cs typeface="Calibri"/>
              </a:rPr>
              <a:t>Humidity+ε</a:t>
            </a:r>
            <a:endParaRPr lang="en-US" b="1">
              <a:solidFill>
                <a:srgbClr val="7030A0"/>
              </a:solidFill>
            </a:endParaRPr>
          </a:p>
          <a:p>
            <a:pPr marL="139700" indent="0" algn="ctr">
              <a:lnSpc>
                <a:spcPct val="200000"/>
              </a:lnSpc>
            </a:pPr>
            <a:endParaRPr lang="en-US" sz="700" b="1" dirty="0">
              <a:solidFill>
                <a:srgbClr val="7030A0"/>
              </a:solidFill>
              <a:ea typeface="Calibri"/>
              <a:cs typeface="Calibri"/>
            </a:endParaRPr>
          </a:p>
          <a:p>
            <a:pPr>
              <a:lnSpc>
                <a:spcPct val="200000"/>
              </a:lnSpc>
              <a:buFont typeface="Wingdings"/>
              <a:buChar char="q"/>
            </a:pPr>
            <a:r>
              <a:rPr lang="en-US" dirty="0"/>
              <a:t>Goal: Quantify how temperature and humidity affect PM2.5.</a:t>
            </a:r>
          </a:p>
          <a:p>
            <a:pPr>
              <a:lnSpc>
                <a:spcPct val="200000"/>
              </a:lnSpc>
              <a:buFont typeface="Wingdings"/>
              <a:buChar char="q"/>
            </a:pPr>
            <a:r>
              <a:rPr lang="en-US" dirty="0">
                <a:solidFill>
                  <a:schemeClr val="bg1">
                    <a:lumMod val="10000"/>
                  </a:schemeClr>
                </a:solidFill>
              </a:rPr>
              <a:t>If β₁ is positive, warmer temperatures tend to increase PM₂.₅.</a:t>
            </a:r>
          </a:p>
          <a:p>
            <a:pPr>
              <a:lnSpc>
                <a:spcPct val="200000"/>
              </a:lnSpc>
              <a:buFont typeface="Wingdings"/>
              <a:buChar char="q"/>
            </a:pPr>
            <a:r>
              <a:rPr lang="en-US" dirty="0">
                <a:solidFill>
                  <a:schemeClr val="bg1">
                    <a:lumMod val="10000"/>
                  </a:schemeClr>
                </a:solidFill>
              </a:rPr>
              <a:t>If β₂ is negative, higher humidity tends to reduce PM₂.₅.</a:t>
            </a:r>
          </a:p>
          <a:p>
            <a:pPr>
              <a:lnSpc>
                <a:spcPct val="200000"/>
              </a:lnSpc>
              <a:buFont typeface="Wingdings"/>
              <a:buChar char="q"/>
            </a:pPr>
            <a:endParaRPr lang="en-US" sz="800" dirty="0">
              <a:solidFill>
                <a:schemeClr val="bg1">
                  <a:lumMod val="10000"/>
                </a:schemeClr>
              </a:solidFill>
            </a:endParaRPr>
          </a:p>
          <a:p>
            <a:pPr>
              <a:lnSpc>
                <a:spcPct val="200000"/>
              </a:lnSpc>
              <a:buFont typeface="Wingdings"/>
              <a:buChar char="q"/>
            </a:pPr>
            <a:r>
              <a:rPr lang="en-US" dirty="0">
                <a:solidFill>
                  <a:schemeClr val="bg1">
                    <a:lumMod val="10000"/>
                  </a:schemeClr>
                </a:solidFill>
              </a:rPr>
              <a:t>Software used: </a:t>
            </a:r>
          </a:p>
          <a:p>
            <a:pPr lvl="1">
              <a:lnSpc>
                <a:spcPct val="114999"/>
              </a:lnSpc>
              <a:buFont typeface="Wingdings"/>
              <a:buChar char="ü"/>
            </a:pPr>
            <a:r>
              <a:rPr lang="en-US" err="1">
                <a:solidFill>
                  <a:schemeClr val="bg1">
                    <a:lumMod val="10000"/>
                  </a:schemeClr>
                </a:solidFill>
              </a:rPr>
              <a:t>Statsmodels</a:t>
            </a:r>
            <a:r>
              <a:rPr lang="en-US" dirty="0">
                <a:solidFill>
                  <a:schemeClr val="bg1">
                    <a:lumMod val="10000"/>
                  </a:schemeClr>
                </a:solidFill>
              </a:rPr>
              <a:t> Python library</a:t>
            </a:r>
          </a:p>
          <a:p>
            <a:pPr lvl="1">
              <a:lnSpc>
                <a:spcPct val="114999"/>
              </a:lnSpc>
              <a:buFont typeface="Wingdings"/>
              <a:buChar char="ü"/>
            </a:pPr>
            <a:r>
              <a:rPr lang="en-US" dirty="0">
                <a:solidFill>
                  <a:schemeClr val="bg1">
                    <a:lumMod val="10000"/>
                  </a:schemeClr>
                </a:solidFill>
              </a:rPr>
              <a:t>Ordinary Least Squares (OLS) regression</a:t>
            </a:r>
          </a:p>
          <a:p>
            <a:pPr>
              <a:lnSpc>
                <a:spcPct val="200000"/>
              </a:lnSpc>
              <a:buFont typeface="Wingdings"/>
              <a:buChar char="q"/>
            </a:pPr>
            <a:endParaRPr lang="en-US" dirty="0">
              <a:solidFill>
                <a:schemeClr val="bg1">
                  <a:lumMod val="10000"/>
                </a:schemeClr>
              </a:solidFill>
            </a:endParaRPr>
          </a:p>
          <a:p>
            <a:pPr marL="342900" indent="-342900">
              <a:lnSpc>
                <a:spcPct val="150000"/>
              </a:lnSpc>
              <a:buFont typeface="Wingdings"/>
              <a:buChar char="q"/>
            </a:pPr>
            <a:endParaRPr lang="en-US" dirty="0"/>
          </a:p>
        </p:txBody>
      </p:sp>
    </p:spTree>
    <p:extLst>
      <p:ext uri="{BB962C8B-B14F-4D97-AF65-F5344CB8AC3E}">
        <p14:creationId xmlns:p14="http://schemas.microsoft.com/office/powerpoint/2010/main" val="28524930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31">
          <a:extLst>
            <a:ext uri="{FF2B5EF4-FFF2-40B4-BE49-F238E27FC236}">
              <a16:creationId xmlns:a16="http://schemas.microsoft.com/office/drawing/2014/main" id="{D74CEB3C-E9FC-AD92-43AA-D6E57CD49BA5}"/>
            </a:ext>
          </a:extLst>
        </p:cNvPr>
        <p:cNvGrpSpPr/>
        <p:nvPr/>
      </p:nvGrpSpPr>
      <p:grpSpPr>
        <a:xfrm>
          <a:off x="0" y="0"/>
          <a:ext cx="0" cy="0"/>
          <a:chOff x="0" y="0"/>
          <a:chExt cx="0" cy="0"/>
        </a:xfrm>
      </p:grpSpPr>
      <p:sp>
        <p:nvSpPr>
          <p:cNvPr id="632" name="Google Shape;632;p47">
            <a:extLst>
              <a:ext uri="{FF2B5EF4-FFF2-40B4-BE49-F238E27FC236}">
                <a16:creationId xmlns:a16="http://schemas.microsoft.com/office/drawing/2014/main" id="{585B6C24-DBCC-7605-0BF9-0D0D02BE1381}"/>
              </a:ext>
            </a:extLst>
          </p:cNvPr>
          <p:cNvSpPr txBox="1">
            <a:spLocks noGrp="1"/>
          </p:cNvSpPr>
          <p:nvPr>
            <p:ph type="title"/>
          </p:nvPr>
        </p:nvSpPr>
        <p:spPr>
          <a:xfrm>
            <a:off x="720000" y="463800"/>
            <a:ext cx="7704000" cy="634500"/>
          </a:xfrm>
          <a:prstGeom prst="rect">
            <a:avLst/>
          </a:prstGeom>
        </p:spPr>
        <p:txBody>
          <a:bodyPr spcFirstLastPara="1" wrap="square" lIns="91425" tIns="91425" rIns="91425" bIns="91425" anchor="t" anchorCtr="0">
            <a:noAutofit/>
          </a:bodyPr>
          <a:lstStyle/>
          <a:p>
            <a:r>
              <a:rPr lang="en" b="0" dirty="0"/>
              <a:t>2- Regression Analysis Using </a:t>
            </a:r>
            <a:r>
              <a:rPr lang="en" b="0" dirty="0" err="1"/>
              <a:t>Statsmodels</a:t>
            </a:r>
            <a:r>
              <a:rPr lang="en" b="0" dirty="0"/>
              <a:t> (OLS):</a:t>
            </a:r>
            <a:endParaRPr lang="en-US" dirty="0"/>
          </a:p>
        </p:txBody>
      </p:sp>
      <p:cxnSp>
        <p:nvCxnSpPr>
          <p:cNvPr id="2" name="Straight Arrow Connector 1">
            <a:extLst>
              <a:ext uri="{FF2B5EF4-FFF2-40B4-BE49-F238E27FC236}">
                <a16:creationId xmlns:a16="http://schemas.microsoft.com/office/drawing/2014/main" id="{D42B8A96-0CDE-4744-F4F3-EFF115550B47}"/>
              </a:ext>
            </a:extLst>
          </p:cNvPr>
          <p:cNvCxnSpPr/>
          <p:nvPr/>
        </p:nvCxnSpPr>
        <p:spPr>
          <a:xfrm>
            <a:off x="3124814" y="1866996"/>
            <a:ext cx="9217" cy="2000249"/>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2858EDF0-5158-B057-CEFF-FD2F22D325C3}"/>
              </a:ext>
            </a:extLst>
          </p:cNvPr>
          <p:cNvCxnSpPr>
            <a:cxnSpLocks/>
          </p:cNvCxnSpPr>
          <p:nvPr/>
        </p:nvCxnSpPr>
        <p:spPr>
          <a:xfrm>
            <a:off x="6258037" y="1866995"/>
            <a:ext cx="9217" cy="2000249"/>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045EF44-5A6D-4BCA-7539-67C7AE4E9670}"/>
              </a:ext>
            </a:extLst>
          </p:cNvPr>
          <p:cNvSpPr txBox="1"/>
          <p:nvPr/>
        </p:nvSpPr>
        <p:spPr>
          <a:xfrm>
            <a:off x="1280361" y="1791703"/>
            <a:ext cx="58754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0F2B1C"/>
                </a:solidFill>
                <a:latin typeface="Barlow"/>
              </a:rPr>
              <a:t>NYC</a:t>
            </a:r>
            <a:endParaRPr lang="en-US" dirty="0"/>
          </a:p>
        </p:txBody>
      </p:sp>
      <p:sp>
        <p:nvSpPr>
          <p:cNvPr id="5" name="TextBox 4">
            <a:extLst>
              <a:ext uri="{FF2B5EF4-FFF2-40B4-BE49-F238E27FC236}">
                <a16:creationId xmlns:a16="http://schemas.microsoft.com/office/drawing/2014/main" id="{34D780FF-569E-9726-82BD-599113A5AA96}"/>
              </a:ext>
            </a:extLst>
          </p:cNvPr>
          <p:cNvSpPr txBox="1"/>
          <p:nvPr/>
        </p:nvSpPr>
        <p:spPr>
          <a:xfrm>
            <a:off x="4223084" y="1791702"/>
            <a:ext cx="100363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0F2B1C"/>
                </a:solidFill>
                <a:latin typeface="Barlow"/>
              </a:rPr>
              <a:t>Boston</a:t>
            </a:r>
          </a:p>
        </p:txBody>
      </p:sp>
      <p:sp>
        <p:nvSpPr>
          <p:cNvPr id="6" name="TextBox 5">
            <a:extLst>
              <a:ext uri="{FF2B5EF4-FFF2-40B4-BE49-F238E27FC236}">
                <a16:creationId xmlns:a16="http://schemas.microsoft.com/office/drawing/2014/main" id="{223BCE5B-3CDB-0571-7689-37A0ED7E394F}"/>
              </a:ext>
            </a:extLst>
          </p:cNvPr>
          <p:cNvSpPr txBox="1"/>
          <p:nvPr/>
        </p:nvSpPr>
        <p:spPr>
          <a:xfrm>
            <a:off x="7180846" y="1791701"/>
            <a:ext cx="100363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0F2B1C"/>
                </a:solidFill>
                <a:latin typeface="Barlow"/>
              </a:rPr>
              <a:t>Chicago</a:t>
            </a:r>
          </a:p>
        </p:txBody>
      </p:sp>
      <p:pic>
        <p:nvPicPr>
          <p:cNvPr id="8" name="Picture 7" descr="A screenshot of a computer&#10;&#10;AI-generated content may be incorrect.">
            <a:extLst>
              <a:ext uri="{FF2B5EF4-FFF2-40B4-BE49-F238E27FC236}">
                <a16:creationId xmlns:a16="http://schemas.microsoft.com/office/drawing/2014/main" id="{70AE94B5-67E9-0934-09BB-A2118D3C3963}"/>
              </a:ext>
            </a:extLst>
          </p:cNvPr>
          <p:cNvPicPr>
            <a:picLocks noChangeAspect="1"/>
          </p:cNvPicPr>
          <p:nvPr/>
        </p:nvPicPr>
        <p:blipFill>
          <a:blip r:embed="rId3"/>
          <a:stretch>
            <a:fillRect/>
          </a:stretch>
        </p:blipFill>
        <p:spPr>
          <a:xfrm>
            <a:off x="364112" y="2255920"/>
            <a:ext cx="2425051" cy="1498935"/>
          </a:xfrm>
          <a:prstGeom prst="rect">
            <a:avLst/>
          </a:prstGeom>
        </p:spPr>
      </p:pic>
      <p:pic>
        <p:nvPicPr>
          <p:cNvPr id="9" name="Picture 8" descr="A screenshot of a computer screen&#10;&#10;AI-generated content may be incorrect.">
            <a:extLst>
              <a:ext uri="{FF2B5EF4-FFF2-40B4-BE49-F238E27FC236}">
                <a16:creationId xmlns:a16="http://schemas.microsoft.com/office/drawing/2014/main" id="{2016BEE5-1B8D-7E24-5A9E-15BC12E72DFD}"/>
              </a:ext>
            </a:extLst>
          </p:cNvPr>
          <p:cNvPicPr>
            <a:picLocks noChangeAspect="1"/>
          </p:cNvPicPr>
          <p:nvPr/>
        </p:nvPicPr>
        <p:blipFill>
          <a:blip r:embed="rId4"/>
          <a:stretch>
            <a:fillRect/>
          </a:stretch>
        </p:blipFill>
        <p:spPr>
          <a:xfrm>
            <a:off x="3518261" y="2255921"/>
            <a:ext cx="2418295" cy="1498935"/>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27D49CC2-C353-0298-D567-A5DECEF6190F}"/>
              </a:ext>
            </a:extLst>
          </p:cNvPr>
          <p:cNvPicPr>
            <a:picLocks noChangeAspect="1"/>
          </p:cNvPicPr>
          <p:nvPr/>
        </p:nvPicPr>
        <p:blipFill>
          <a:blip r:embed="rId5"/>
          <a:stretch>
            <a:fillRect/>
          </a:stretch>
        </p:blipFill>
        <p:spPr>
          <a:xfrm>
            <a:off x="6481351" y="2255922"/>
            <a:ext cx="2412653" cy="1483894"/>
          </a:xfrm>
          <a:prstGeom prst="rect">
            <a:avLst/>
          </a:prstGeom>
        </p:spPr>
      </p:pic>
    </p:spTree>
    <p:extLst>
      <p:ext uri="{BB962C8B-B14F-4D97-AF65-F5344CB8AC3E}">
        <p14:creationId xmlns:p14="http://schemas.microsoft.com/office/powerpoint/2010/main" val="155299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42"/>
          <p:cNvSpPr txBox="1">
            <a:spLocks noGrp="1"/>
          </p:cNvSpPr>
          <p:nvPr>
            <p:ph type="title" idx="2"/>
          </p:nvPr>
        </p:nvSpPr>
        <p:spPr>
          <a:xfrm>
            <a:off x="2391900" y="2433788"/>
            <a:ext cx="4360200" cy="1035900"/>
          </a:xfrm>
          <a:prstGeom prst="rect">
            <a:avLst/>
          </a:prstGeom>
        </p:spPr>
        <p:txBody>
          <a:bodyPr spcFirstLastPara="1" wrap="square" lIns="91425" tIns="91425" rIns="91425" bIns="91425" anchor="b" anchorCtr="0">
            <a:noAutofit/>
          </a:bodyPr>
          <a:lstStyle/>
          <a:p>
            <a:pPr>
              <a:lnSpc>
                <a:spcPct val="114999"/>
              </a:lnSpc>
            </a:pPr>
            <a:r>
              <a:rPr lang="en-US" sz="4400"/>
              <a:t>Validation Techniques</a:t>
            </a:r>
            <a:endParaRPr lang="en-US" sz="4400" b="0"/>
          </a:p>
        </p:txBody>
      </p:sp>
      <p:sp>
        <p:nvSpPr>
          <p:cNvPr id="538" name="Google Shape;538;p42"/>
          <p:cNvSpPr txBox="1">
            <a:spLocks noGrp="1"/>
          </p:cNvSpPr>
          <p:nvPr>
            <p:ph type="title"/>
          </p:nvPr>
        </p:nvSpPr>
        <p:spPr>
          <a:xfrm>
            <a:off x="3376788" y="797050"/>
            <a:ext cx="2390700" cy="103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grpSp>
        <p:nvGrpSpPr>
          <p:cNvPr id="540" name="Google Shape;540;p42"/>
          <p:cNvGrpSpPr/>
          <p:nvPr/>
        </p:nvGrpSpPr>
        <p:grpSpPr>
          <a:xfrm>
            <a:off x="619448" y="3952499"/>
            <a:ext cx="977788" cy="1238759"/>
            <a:chOff x="227223" y="1681074"/>
            <a:chExt cx="977788" cy="1238759"/>
          </a:xfrm>
        </p:grpSpPr>
        <p:sp>
          <p:nvSpPr>
            <p:cNvPr id="541" name="Google Shape;541;p42"/>
            <p:cNvSpPr/>
            <p:nvPr/>
          </p:nvSpPr>
          <p:spPr>
            <a:xfrm>
              <a:off x="283700" y="1737638"/>
              <a:ext cx="864805" cy="1168054"/>
            </a:xfrm>
            <a:custGeom>
              <a:avLst/>
              <a:gdLst/>
              <a:ahLst/>
              <a:cxnLst/>
              <a:rect l="l" t="t" r="r" b="b"/>
              <a:pathLst>
                <a:path w="29844" h="40309" extrusionOk="0">
                  <a:moveTo>
                    <a:pt x="14922" y="0"/>
                  </a:moveTo>
                  <a:cubicBezTo>
                    <a:pt x="6694" y="0"/>
                    <a:pt x="0" y="6694"/>
                    <a:pt x="0" y="14921"/>
                  </a:cubicBezTo>
                  <a:lnTo>
                    <a:pt x="0" y="40308"/>
                  </a:lnTo>
                  <a:lnTo>
                    <a:pt x="976" y="40308"/>
                  </a:lnTo>
                  <a:lnTo>
                    <a:pt x="976" y="14921"/>
                  </a:lnTo>
                  <a:cubicBezTo>
                    <a:pt x="976" y="7232"/>
                    <a:pt x="7233" y="976"/>
                    <a:pt x="14923" y="976"/>
                  </a:cubicBezTo>
                  <a:cubicBezTo>
                    <a:pt x="22612" y="976"/>
                    <a:pt x="28868" y="7232"/>
                    <a:pt x="28868" y="14921"/>
                  </a:cubicBezTo>
                  <a:lnTo>
                    <a:pt x="28868" y="40308"/>
                  </a:lnTo>
                  <a:lnTo>
                    <a:pt x="29843" y="40308"/>
                  </a:lnTo>
                  <a:lnTo>
                    <a:pt x="29843" y="14921"/>
                  </a:lnTo>
                  <a:cubicBezTo>
                    <a:pt x="29843" y="6694"/>
                    <a:pt x="23149" y="0"/>
                    <a:pt x="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42"/>
            <p:cNvSpPr/>
            <p:nvPr/>
          </p:nvSpPr>
          <p:spPr>
            <a:xfrm>
              <a:off x="227223" y="1681074"/>
              <a:ext cx="977788" cy="1238759"/>
            </a:xfrm>
            <a:custGeom>
              <a:avLst/>
              <a:gdLst/>
              <a:ahLst/>
              <a:cxnLst/>
              <a:rect l="l" t="t" r="r" b="b"/>
              <a:pathLst>
                <a:path w="33743" h="42749" extrusionOk="0">
                  <a:moveTo>
                    <a:pt x="16871" y="976"/>
                  </a:moveTo>
                  <a:cubicBezTo>
                    <a:pt x="25637" y="976"/>
                    <a:pt x="32767" y="8108"/>
                    <a:pt x="32767" y="16873"/>
                  </a:cubicBezTo>
                  <a:lnTo>
                    <a:pt x="32767" y="41773"/>
                  </a:lnTo>
                  <a:lnTo>
                    <a:pt x="29841" y="41773"/>
                  </a:lnTo>
                  <a:lnTo>
                    <a:pt x="29841" y="16873"/>
                  </a:lnTo>
                  <a:cubicBezTo>
                    <a:pt x="29841" y="9721"/>
                    <a:pt x="24022" y="3903"/>
                    <a:pt x="16871" y="3903"/>
                  </a:cubicBezTo>
                  <a:cubicBezTo>
                    <a:pt x="9719" y="3903"/>
                    <a:pt x="3901" y="9721"/>
                    <a:pt x="3901" y="16873"/>
                  </a:cubicBezTo>
                  <a:lnTo>
                    <a:pt x="3901" y="41773"/>
                  </a:lnTo>
                  <a:lnTo>
                    <a:pt x="976" y="41773"/>
                  </a:lnTo>
                  <a:lnTo>
                    <a:pt x="976" y="16873"/>
                  </a:lnTo>
                  <a:cubicBezTo>
                    <a:pt x="976" y="8109"/>
                    <a:pt x="8104" y="976"/>
                    <a:pt x="16871" y="976"/>
                  </a:cubicBezTo>
                  <a:close/>
                  <a:moveTo>
                    <a:pt x="16872" y="1"/>
                  </a:moveTo>
                  <a:cubicBezTo>
                    <a:pt x="7567" y="1"/>
                    <a:pt x="0" y="7571"/>
                    <a:pt x="0" y="16873"/>
                  </a:cubicBezTo>
                  <a:lnTo>
                    <a:pt x="0" y="42746"/>
                  </a:lnTo>
                  <a:lnTo>
                    <a:pt x="4877" y="42746"/>
                  </a:lnTo>
                  <a:lnTo>
                    <a:pt x="4877" y="16873"/>
                  </a:lnTo>
                  <a:cubicBezTo>
                    <a:pt x="4877" y="10258"/>
                    <a:pt x="10256" y="4878"/>
                    <a:pt x="16870" y="4878"/>
                  </a:cubicBezTo>
                  <a:cubicBezTo>
                    <a:pt x="23485" y="4878"/>
                    <a:pt x="28865" y="10258"/>
                    <a:pt x="28865" y="16873"/>
                  </a:cubicBezTo>
                  <a:lnTo>
                    <a:pt x="28865" y="42748"/>
                  </a:lnTo>
                  <a:lnTo>
                    <a:pt x="33743" y="42748"/>
                  </a:lnTo>
                  <a:lnTo>
                    <a:pt x="33743" y="16873"/>
                  </a:lnTo>
                  <a:cubicBezTo>
                    <a:pt x="33743" y="7571"/>
                    <a:pt x="26176" y="1"/>
                    <a:pt x="16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8027049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DC42E-8354-BD4A-9D0A-3BA7DA782A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0C0399-B49E-EF38-4C1F-14BEFE1F965D}"/>
              </a:ext>
            </a:extLst>
          </p:cNvPr>
          <p:cNvSpPr>
            <a:spLocks noGrp="1"/>
          </p:cNvSpPr>
          <p:nvPr>
            <p:ph type="title"/>
          </p:nvPr>
        </p:nvSpPr>
        <p:spPr/>
        <p:txBody>
          <a:bodyPr/>
          <a:lstStyle/>
          <a:p>
            <a:r>
              <a:rPr lang="en-US" b="0" dirty="0"/>
              <a:t>1- Bootstrapping: </a:t>
            </a:r>
          </a:p>
        </p:txBody>
      </p:sp>
      <p:sp>
        <p:nvSpPr>
          <p:cNvPr id="3" name="Content Placeholder 2">
            <a:extLst>
              <a:ext uri="{FF2B5EF4-FFF2-40B4-BE49-F238E27FC236}">
                <a16:creationId xmlns:a16="http://schemas.microsoft.com/office/drawing/2014/main" id="{CC8F99BA-BB72-3AD7-91D6-B1092F82641D}"/>
              </a:ext>
            </a:extLst>
          </p:cNvPr>
          <p:cNvSpPr>
            <a:spLocks noGrp="1"/>
          </p:cNvSpPr>
          <p:nvPr>
            <p:ph idx="1"/>
          </p:nvPr>
        </p:nvSpPr>
        <p:spPr>
          <a:xfrm>
            <a:off x="720000" y="1285113"/>
            <a:ext cx="4382674" cy="3429000"/>
          </a:xfrm>
        </p:spPr>
        <p:txBody>
          <a:bodyPr/>
          <a:lstStyle/>
          <a:p>
            <a:pPr marL="0" indent="0">
              <a:lnSpc>
                <a:spcPct val="114999"/>
              </a:lnSpc>
              <a:buNone/>
            </a:pPr>
            <a:endParaRPr lang="en-US" dirty="0"/>
          </a:p>
          <a:p>
            <a:pPr>
              <a:lnSpc>
                <a:spcPct val="114999"/>
              </a:lnSpc>
              <a:buFont typeface="Wingdings"/>
              <a:buChar char="q"/>
            </a:pPr>
            <a:r>
              <a:rPr lang="en-US" b="1" dirty="0"/>
              <a:t>Purpose:</a:t>
            </a:r>
            <a:r>
              <a:rPr lang="en-US" dirty="0"/>
              <a:t> Assess stability of regression coefficients.</a:t>
            </a:r>
          </a:p>
          <a:p>
            <a:pPr>
              <a:lnSpc>
                <a:spcPct val="114999"/>
              </a:lnSpc>
              <a:buFont typeface="Wingdings"/>
              <a:buChar char="q"/>
            </a:pPr>
            <a:endParaRPr lang="en-US" dirty="0"/>
          </a:p>
          <a:p>
            <a:pPr>
              <a:lnSpc>
                <a:spcPct val="114999"/>
              </a:lnSpc>
              <a:buFont typeface="Wingdings"/>
              <a:buChar char="q"/>
            </a:pPr>
            <a:r>
              <a:rPr lang="en-US" b="1" dirty="0"/>
              <a:t>Method:</a:t>
            </a:r>
            <a:r>
              <a:rPr lang="en-US" dirty="0"/>
              <a:t> Re-sample data (e.g., 1,000 times) → re-fit regression → observe variation in coefficients.</a:t>
            </a:r>
          </a:p>
          <a:p>
            <a:pPr>
              <a:lnSpc>
                <a:spcPct val="114999"/>
              </a:lnSpc>
              <a:buFont typeface="Wingdings"/>
              <a:buChar char="q"/>
            </a:pPr>
            <a:endParaRPr lang="en-US" dirty="0"/>
          </a:p>
          <a:p>
            <a:pPr>
              <a:lnSpc>
                <a:spcPct val="114999"/>
              </a:lnSpc>
              <a:buFont typeface="Wingdings"/>
              <a:buChar char="q"/>
            </a:pPr>
            <a:r>
              <a:rPr lang="en-US" b="1" dirty="0"/>
              <a:t>Output:</a:t>
            </a:r>
            <a:r>
              <a:rPr lang="en-US" dirty="0"/>
              <a:t> </a:t>
            </a:r>
            <a:r>
              <a:rPr lang="en-US" dirty="0">
                <a:solidFill>
                  <a:schemeClr val="bg1">
                    <a:lumMod val="10000"/>
                  </a:schemeClr>
                </a:solidFill>
              </a:rPr>
              <a:t>Confidence intervals for regression coefficients (β) values</a:t>
            </a:r>
          </a:p>
          <a:p>
            <a:pPr marL="285750" indent="-285750">
              <a:lnSpc>
                <a:spcPct val="114999"/>
              </a:lnSpc>
              <a:buFont typeface="Wingdings"/>
              <a:buChar char="q"/>
            </a:pPr>
            <a:endParaRPr lang="en-US" dirty="0"/>
          </a:p>
          <a:p>
            <a:pPr marL="285750" indent="-285750">
              <a:lnSpc>
                <a:spcPct val="114999"/>
              </a:lnSpc>
              <a:buFont typeface="Wingdings"/>
              <a:buChar char="q"/>
            </a:pPr>
            <a:endParaRPr lang="en-US" dirty="0"/>
          </a:p>
        </p:txBody>
      </p:sp>
      <p:pic>
        <p:nvPicPr>
          <p:cNvPr id="4" name="Picture 3">
            <a:extLst>
              <a:ext uri="{FF2B5EF4-FFF2-40B4-BE49-F238E27FC236}">
                <a16:creationId xmlns:a16="http://schemas.microsoft.com/office/drawing/2014/main" id="{E0F0DA8A-0652-83B6-6BDA-544ABE0F949C}"/>
              </a:ext>
            </a:extLst>
          </p:cNvPr>
          <p:cNvPicPr>
            <a:picLocks noChangeAspect="1"/>
          </p:cNvPicPr>
          <p:nvPr/>
        </p:nvPicPr>
        <p:blipFill>
          <a:blip r:embed="rId3"/>
          <a:stretch>
            <a:fillRect/>
          </a:stretch>
        </p:blipFill>
        <p:spPr>
          <a:xfrm>
            <a:off x="5484951" y="376446"/>
            <a:ext cx="3112534" cy="1387340"/>
          </a:xfrm>
          <a:prstGeom prst="rect">
            <a:avLst/>
          </a:prstGeom>
        </p:spPr>
      </p:pic>
      <p:pic>
        <p:nvPicPr>
          <p:cNvPr id="5" name="Picture 4">
            <a:extLst>
              <a:ext uri="{FF2B5EF4-FFF2-40B4-BE49-F238E27FC236}">
                <a16:creationId xmlns:a16="http://schemas.microsoft.com/office/drawing/2014/main" id="{4148C4ED-43F4-093A-81F7-31C477AC6286}"/>
              </a:ext>
            </a:extLst>
          </p:cNvPr>
          <p:cNvPicPr>
            <a:picLocks noChangeAspect="1"/>
          </p:cNvPicPr>
          <p:nvPr/>
        </p:nvPicPr>
        <p:blipFill>
          <a:blip r:embed="rId4"/>
          <a:stretch>
            <a:fillRect/>
          </a:stretch>
        </p:blipFill>
        <p:spPr>
          <a:xfrm>
            <a:off x="5490127" y="1921565"/>
            <a:ext cx="3116747" cy="1369945"/>
          </a:xfrm>
          <a:prstGeom prst="rect">
            <a:avLst/>
          </a:prstGeom>
        </p:spPr>
      </p:pic>
      <p:pic>
        <p:nvPicPr>
          <p:cNvPr id="6" name="Picture 5" descr="A graph of a graph&#10;&#10;AI-generated content may be incorrect.">
            <a:extLst>
              <a:ext uri="{FF2B5EF4-FFF2-40B4-BE49-F238E27FC236}">
                <a16:creationId xmlns:a16="http://schemas.microsoft.com/office/drawing/2014/main" id="{8597BB9D-47E1-CCC0-D0EF-F869657DE345}"/>
              </a:ext>
            </a:extLst>
          </p:cNvPr>
          <p:cNvPicPr>
            <a:picLocks noChangeAspect="1"/>
          </p:cNvPicPr>
          <p:nvPr/>
        </p:nvPicPr>
        <p:blipFill>
          <a:blip r:embed="rId5"/>
          <a:stretch>
            <a:fillRect/>
          </a:stretch>
        </p:blipFill>
        <p:spPr>
          <a:xfrm>
            <a:off x="5487228" y="3420510"/>
            <a:ext cx="3105980" cy="1370359"/>
          </a:xfrm>
          <a:prstGeom prst="rect">
            <a:avLst/>
          </a:prstGeom>
        </p:spPr>
      </p:pic>
    </p:spTree>
    <p:extLst>
      <p:ext uri="{BB962C8B-B14F-4D97-AF65-F5344CB8AC3E}">
        <p14:creationId xmlns:p14="http://schemas.microsoft.com/office/powerpoint/2010/main" val="39226763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C05A9-8383-245A-9779-2723CF0BFB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31F3B-6778-F303-BFC3-B2BABAEB9AA0}"/>
              </a:ext>
            </a:extLst>
          </p:cNvPr>
          <p:cNvSpPr>
            <a:spLocks noGrp="1"/>
          </p:cNvSpPr>
          <p:nvPr>
            <p:ph type="title"/>
          </p:nvPr>
        </p:nvSpPr>
        <p:spPr/>
        <p:txBody>
          <a:bodyPr/>
          <a:lstStyle/>
          <a:p>
            <a:r>
              <a:rPr lang="en-US" b="0" dirty="0"/>
              <a:t>2- Root Mean Square Error (RMSE): </a:t>
            </a:r>
          </a:p>
        </p:txBody>
      </p:sp>
      <p:sp>
        <p:nvSpPr>
          <p:cNvPr id="3" name="Content Placeholder 2">
            <a:extLst>
              <a:ext uri="{FF2B5EF4-FFF2-40B4-BE49-F238E27FC236}">
                <a16:creationId xmlns:a16="http://schemas.microsoft.com/office/drawing/2014/main" id="{6AC8B921-0DDD-D49F-9D93-2257E94B970F}"/>
              </a:ext>
            </a:extLst>
          </p:cNvPr>
          <p:cNvSpPr>
            <a:spLocks noGrp="1"/>
          </p:cNvSpPr>
          <p:nvPr>
            <p:ph idx="1"/>
          </p:nvPr>
        </p:nvSpPr>
        <p:spPr>
          <a:xfrm>
            <a:off x="720000" y="1285113"/>
            <a:ext cx="4382674" cy="2839064"/>
          </a:xfrm>
        </p:spPr>
        <p:txBody>
          <a:bodyPr/>
          <a:lstStyle/>
          <a:p>
            <a:pPr marL="285750" indent="-285750">
              <a:lnSpc>
                <a:spcPct val="114999"/>
              </a:lnSpc>
              <a:buFont typeface="Wingdings"/>
              <a:buChar char="q"/>
            </a:pPr>
            <a:endParaRPr lang="en-US" dirty="0"/>
          </a:p>
          <a:p>
            <a:pPr>
              <a:lnSpc>
                <a:spcPct val="114999"/>
              </a:lnSpc>
              <a:buFont typeface="Wingdings"/>
              <a:buChar char="q"/>
            </a:pPr>
            <a:r>
              <a:rPr lang="en-US" b="1" dirty="0"/>
              <a:t>Definition:</a:t>
            </a:r>
            <a:r>
              <a:rPr lang="en-US" dirty="0"/>
              <a:t> RMSE (Root Mean Square Error) measures prediction error.</a:t>
            </a:r>
          </a:p>
          <a:p>
            <a:pPr>
              <a:lnSpc>
                <a:spcPct val="114999"/>
              </a:lnSpc>
              <a:buFont typeface="Wingdings"/>
              <a:buChar char="q"/>
            </a:pPr>
            <a:endParaRPr lang="en-US" dirty="0"/>
          </a:p>
          <a:p>
            <a:pPr>
              <a:lnSpc>
                <a:spcPct val="114999"/>
              </a:lnSpc>
              <a:buFont typeface="Wingdings"/>
              <a:buChar char="q"/>
            </a:pPr>
            <a:r>
              <a:rPr lang="en-US" b="1" dirty="0"/>
              <a:t>Purpose:</a:t>
            </a:r>
            <a:r>
              <a:rPr lang="en-US" dirty="0"/>
              <a:t> Evaluate how well the regression fits unseen data.</a:t>
            </a:r>
          </a:p>
          <a:p>
            <a:pPr>
              <a:lnSpc>
                <a:spcPct val="114999"/>
              </a:lnSpc>
              <a:buFont typeface="Wingdings"/>
              <a:buChar char="q"/>
            </a:pPr>
            <a:endParaRPr lang="en-US" dirty="0"/>
          </a:p>
          <a:p>
            <a:pPr>
              <a:lnSpc>
                <a:spcPct val="114999"/>
              </a:lnSpc>
              <a:buFont typeface="Wingdings"/>
              <a:buChar char="q"/>
            </a:pPr>
            <a:r>
              <a:rPr lang="en-US" b="1" dirty="0"/>
              <a:t>Trend:</a:t>
            </a:r>
            <a:r>
              <a:rPr lang="en-US" dirty="0"/>
              <a:t> RMSE decreases with more samples, stabilizes after a point.</a:t>
            </a:r>
          </a:p>
        </p:txBody>
      </p:sp>
      <p:pic>
        <p:nvPicPr>
          <p:cNvPr id="4" name="Picture 3" descr="A graph with a line&#10;&#10;AI-generated content may be incorrect.">
            <a:extLst>
              <a:ext uri="{FF2B5EF4-FFF2-40B4-BE49-F238E27FC236}">
                <a16:creationId xmlns:a16="http://schemas.microsoft.com/office/drawing/2014/main" id="{35698500-24CD-2FE4-5AAB-C0E071AC2E7D}"/>
              </a:ext>
            </a:extLst>
          </p:cNvPr>
          <p:cNvPicPr>
            <a:picLocks noChangeAspect="1"/>
          </p:cNvPicPr>
          <p:nvPr/>
        </p:nvPicPr>
        <p:blipFill>
          <a:blip r:embed="rId3"/>
          <a:stretch>
            <a:fillRect/>
          </a:stretch>
        </p:blipFill>
        <p:spPr>
          <a:xfrm>
            <a:off x="5701172" y="1164871"/>
            <a:ext cx="3041857" cy="1624672"/>
          </a:xfrm>
          <a:prstGeom prst="rect">
            <a:avLst/>
          </a:prstGeom>
        </p:spPr>
      </p:pic>
      <p:pic>
        <p:nvPicPr>
          <p:cNvPr id="7" name="Picture 6" descr="A graph with a line and a line&#10;&#10;AI-generated content may be incorrect.">
            <a:extLst>
              <a:ext uri="{FF2B5EF4-FFF2-40B4-BE49-F238E27FC236}">
                <a16:creationId xmlns:a16="http://schemas.microsoft.com/office/drawing/2014/main" id="{24CE98FF-087C-48C4-F8B9-CA5B9B6D76E6}"/>
              </a:ext>
            </a:extLst>
          </p:cNvPr>
          <p:cNvPicPr>
            <a:picLocks noChangeAspect="1"/>
          </p:cNvPicPr>
          <p:nvPr/>
        </p:nvPicPr>
        <p:blipFill>
          <a:blip r:embed="rId4"/>
          <a:stretch>
            <a:fillRect/>
          </a:stretch>
        </p:blipFill>
        <p:spPr>
          <a:xfrm>
            <a:off x="5711927" y="2977693"/>
            <a:ext cx="3032638" cy="1691376"/>
          </a:xfrm>
          <a:prstGeom prst="rect">
            <a:avLst/>
          </a:prstGeom>
        </p:spPr>
      </p:pic>
    </p:spTree>
    <p:extLst>
      <p:ext uri="{BB962C8B-B14F-4D97-AF65-F5344CB8AC3E}">
        <p14:creationId xmlns:p14="http://schemas.microsoft.com/office/powerpoint/2010/main" val="23414585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81C90-F70B-127B-CA8C-059C013CF0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66BF4C-EF30-F0A2-F6E3-A600B208FEC4}"/>
              </a:ext>
            </a:extLst>
          </p:cNvPr>
          <p:cNvSpPr>
            <a:spLocks noGrp="1"/>
          </p:cNvSpPr>
          <p:nvPr>
            <p:ph type="title"/>
          </p:nvPr>
        </p:nvSpPr>
        <p:spPr>
          <a:xfrm>
            <a:off x="720000" y="463800"/>
            <a:ext cx="7704000" cy="634500"/>
          </a:xfrm>
        </p:spPr>
        <p:txBody>
          <a:bodyPr/>
          <a:lstStyle/>
          <a:p>
            <a:r>
              <a:rPr lang="en-US" b="0" dirty="0"/>
              <a:t>Predictive &amp; Validation Techniques: </a:t>
            </a:r>
          </a:p>
        </p:txBody>
      </p:sp>
      <p:sp>
        <p:nvSpPr>
          <p:cNvPr id="3" name="Content Placeholder 2">
            <a:extLst>
              <a:ext uri="{FF2B5EF4-FFF2-40B4-BE49-F238E27FC236}">
                <a16:creationId xmlns:a16="http://schemas.microsoft.com/office/drawing/2014/main" id="{3D2BB638-667B-5723-ADE2-22CAACF37545}"/>
              </a:ext>
            </a:extLst>
          </p:cNvPr>
          <p:cNvSpPr>
            <a:spLocks noGrp="1"/>
          </p:cNvSpPr>
          <p:nvPr>
            <p:ph idx="1"/>
          </p:nvPr>
        </p:nvSpPr>
        <p:spPr>
          <a:xfrm>
            <a:off x="876701" y="1451033"/>
            <a:ext cx="5295230" cy="2839064"/>
          </a:xfrm>
        </p:spPr>
        <p:txBody>
          <a:bodyPr/>
          <a:lstStyle/>
          <a:p>
            <a:pPr>
              <a:lnSpc>
                <a:spcPct val="100000"/>
              </a:lnSpc>
              <a:buFont typeface="Wingdings"/>
              <a:buChar char="q"/>
            </a:pPr>
            <a:r>
              <a:rPr lang="en-US" sz="1800" dirty="0">
                <a:ea typeface="Calibri"/>
                <a:cs typeface="Calibri"/>
              </a:rPr>
              <a:t>K-Means Clustering</a:t>
            </a:r>
            <a:endParaRPr lang="en-US" sz="1200"/>
          </a:p>
          <a:p>
            <a:pPr>
              <a:lnSpc>
                <a:spcPct val="100000"/>
              </a:lnSpc>
              <a:buFont typeface="Wingdings"/>
              <a:buChar char="q"/>
            </a:pPr>
            <a:endParaRPr lang="en-US" sz="1800" dirty="0">
              <a:ea typeface="Calibri"/>
              <a:cs typeface="Calibri"/>
            </a:endParaRPr>
          </a:p>
          <a:p>
            <a:pPr>
              <a:lnSpc>
                <a:spcPct val="100000"/>
              </a:lnSpc>
              <a:buFont typeface="Wingdings"/>
              <a:buChar char="q"/>
            </a:pPr>
            <a:endParaRPr lang="en-US" sz="1800" dirty="0">
              <a:ea typeface="Calibri"/>
              <a:cs typeface="Calibri"/>
            </a:endParaRPr>
          </a:p>
          <a:p>
            <a:pPr>
              <a:lnSpc>
                <a:spcPct val="100000"/>
              </a:lnSpc>
              <a:buFont typeface="Wingdings"/>
              <a:buChar char="q"/>
            </a:pPr>
            <a:r>
              <a:rPr lang="en-US" sz="1800" dirty="0">
                <a:ea typeface="Calibri"/>
                <a:cs typeface="Calibri"/>
              </a:rPr>
              <a:t>Regression Modeling</a:t>
            </a:r>
          </a:p>
          <a:p>
            <a:pPr>
              <a:lnSpc>
                <a:spcPct val="100000"/>
              </a:lnSpc>
              <a:buFont typeface="Wingdings"/>
              <a:buChar char="q"/>
            </a:pPr>
            <a:endParaRPr lang="en-US" sz="1800" dirty="0">
              <a:ea typeface="Calibri"/>
              <a:cs typeface="Calibri"/>
            </a:endParaRPr>
          </a:p>
          <a:p>
            <a:pPr>
              <a:lnSpc>
                <a:spcPct val="100000"/>
              </a:lnSpc>
              <a:buFont typeface="Wingdings"/>
              <a:buChar char="q"/>
            </a:pPr>
            <a:endParaRPr lang="en-US" sz="1800" dirty="0">
              <a:ea typeface="Calibri"/>
              <a:cs typeface="Calibri"/>
            </a:endParaRPr>
          </a:p>
          <a:p>
            <a:pPr>
              <a:lnSpc>
                <a:spcPct val="100000"/>
              </a:lnSpc>
              <a:buFont typeface="Wingdings"/>
              <a:buChar char="q"/>
            </a:pPr>
            <a:r>
              <a:rPr lang="en-US" sz="1800" dirty="0">
                <a:ea typeface="Calibri"/>
                <a:cs typeface="Calibri"/>
              </a:rPr>
              <a:t>Bootstrapping</a:t>
            </a:r>
          </a:p>
          <a:p>
            <a:pPr>
              <a:lnSpc>
                <a:spcPct val="100000"/>
              </a:lnSpc>
              <a:buFont typeface="Wingdings"/>
              <a:buChar char="q"/>
            </a:pPr>
            <a:endParaRPr lang="en-US" sz="1800" dirty="0">
              <a:ea typeface="Calibri"/>
              <a:cs typeface="Calibri"/>
            </a:endParaRPr>
          </a:p>
          <a:p>
            <a:pPr>
              <a:lnSpc>
                <a:spcPct val="100000"/>
              </a:lnSpc>
              <a:buFont typeface="Wingdings"/>
              <a:buChar char="q"/>
            </a:pPr>
            <a:endParaRPr lang="en-US" sz="1800" dirty="0">
              <a:ea typeface="Calibri"/>
              <a:cs typeface="Calibri"/>
            </a:endParaRPr>
          </a:p>
          <a:p>
            <a:pPr>
              <a:lnSpc>
                <a:spcPct val="100000"/>
              </a:lnSpc>
              <a:buFont typeface="Wingdings"/>
              <a:buChar char="q"/>
            </a:pPr>
            <a:r>
              <a:rPr lang="en-US" sz="1800" dirty="0">
                <a:ea typeface="Calibri"/>
                <a:cs typeface="Calibri"/>
              </a:rPr>
              <a:t>RMSE Analysis</a:t>
            </a:r>
            <a:endParaRPr lang="en-US" sz="1800" dirty="0"/>
          </a:p>
        </p:txBody>
      </p:sp>
      <p:sp>
        <p:nvSpPr>
          <p:cNvPr id="4" name="TextBox 3">
            <a:extLst>
              <a:ext uri="{FF2B5EF4-FFF2-40B4-BE49-F238E27FC236}">
                <a16:creationId xmlns:a16="http://schemas.microsoft.com/office/drawing/2014/main" id="{0B9AF140-649A-95B6-8F80-7B7F949FE8E5}"/>
              </a:ext>
            </a:extLst>
          </p:cNvPr>
          <p:cNvSpPr txBox="1"/>
          <p:nvPr/>
        </p:nvSpPr>
        <p:spPr>
          <a:xfrm>
            <a:off x="5251347" y="1499725"/>
            <a:ext cx="27432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dirty="0">
                <a:solidFill>
                  <a:srgbClr val="0F2B1C"/>
                </a:solidFill>
                <a:latin typeface="Barlow"/>
              </a:rPr>
              <a:t>Hotspot Identification</a:t>
            </a:r>
            <a:endParaRPr lang="en-US" sz="1800" dirty="0"/>
          </a:p>
          <a:p>
            <a:endParaRPr lang="en-US" sz="1800" dirty="0">
              <a:solidFill>
                <a:srgbClr val="0F2B1C"/>
              </a:solidFill>
              <a:latin typeface="Barlow"/>
            </a:endParaRPr>
          </a:p>
          <a:p>
            <a:endParaRPr lang="en-US" sz="1800" dirty="0">
              <a:solidFill>
                <a:srgbClr val="0F2B1C"/>
              </a:solidFill>
              <a:latin typeface="Barlow"/>
            </a:endParaRPr>
          </a:p>
          <a:p>
            <a:r>
              <a:rPr lang="en-US" sz="1800" dirty="0">
                <a:solidFill>
                  <a:srgbClr val="0F2B1C"/>
                </a:solidFill>
                <a:latin typeface="Barlow"/>
              </a:rPr>
              <a:t>Weather’s Impact</a:t>
            </a:r>
          </a:p>
          <a:p>
            <a:endParaRPr lang="en-US" sz="1800" dirty="0">
              <a:solidFill>
                <a:srgbClr val="0F2B1C"/>
              </a:solidFill>
              <a:latin typeface="Barlow"/>
            </a:endParaRPr>
          </a:p>
          <a:p>
            <a:endParaRPr lang="en-US" sz="1800" dirty="0">
              <a:solidFill>
                <a:srgbClr val="0F2B1C"/>
              </a:solidFill>
              <a:latin typeface="Barlow"/>
            </a:endParaRPr>
          </a:p>
          <a:p>
            <a:r>
              <a:rPr lang="en-US" sz="1800" dirty="0">
                <a:solidFill>
                  <a:srgbClr val="0F2B1C"/>
                </a:solidFill>
                <a:latin typeface="Barlow"/>
              </a:rPr>
              <a:t>Stability Check</a:t>
            </a:r>
            <a:endParaRPr lang="en-US" sz="1800" dirty="0"/>
          </a:p>
          <a:p>
            <a:endParaRPr lang="en-US" sz="1800" dirty="0">
              <a:solidFill>
                <a:srgbClr val="0F2B1C"/>
              </a:solidFill>
              <a:latin typeface="Barlow"/>
            </a:endParaRPr>
          </a:p>
          <a:p>
            <a:endParaRPr lang="en-US" sz="1800" dirty="0">
              <a:solidFill>
                <a:srgbClr val="0F2B1C"/>
              </a:solidFill>
              <a:latin typeface="Barlow"/>
            </a:endParaRPr>
          </a:p>
          <a:p>
            <a:r>
              <a:rPr lang="en-US" sz="1800" dirty="0">
                <a:solidFill>
                  <a:srgbClr val="0F2B1C"/>
                </a:solidFill>
                <a:latin typeface="Barlow"/>
              </a:rPr>
              <a:t>Prediction Accuracy</a:t>
            </a:r>
            <a:endParaRPr lang="en-US" sz="1800" dirty="0"/>
          </a:p>
        </p:txBody>
      </p:sp>
      <p:sp>
        <p:nvSpPr>
          <p:cNvPr id="5" name="Arrow: Right 4">
            <a:extLst>
              <a:ext uri="{FF2B5EF4-FFF2-40B4-BE49-F238E27FC236}">
                <a16:creationId xmlns:a16="http://schemas.microsoft.com/office/drawing/2014/main" id="{78AB10AF-32E4-DF7C-B068-4BB352715295}"/>
              </a:ext>
            </a:extLst>
          </p:cNvPr>
          <p:cNvSpPr/>
          <p:nvPr/>
        </p:nvSpPr>
        <p:spPr>
          <a:xfrm>
            <a:off x="3834581" y="1649975"/>
            <a:ext cx="1142999" cy="13826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84C64380-F51F-FEE2-21CB-619029FF2DD0}"/>
              </a:ext>
            </a:extLst>
          </p:cNvPr>
          <p:cNvSpPr/>
          <p:nvPr/>
        </p:nvSpPr>
        <p:spPr>
          <a:xfrm>
            <a:off x="3834581" y="2502616"/>
            <a:ext cx="1142999" cy="13826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383013EB-6947-B88D-15F2-A7E906B4A82B}"/>
              </a:ext>
            </a:extLst>
          </p:cNvPr>
          <p:cNvSpPr/>
          <p:nvPr/>
        </p:nvSpPr>
        <p:spPr>
          <a:xfrm>
            <a:off x="3834581" y="3272298"/>
            <a:ext cx="1142999" cy="13826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4270900D-7FF2-EF72-F154-3EAC787DAF70}"/>
              </a:ext>
            </a:extLst>
          </p:cNvPr>
          <p:cNvSpPr/>
          <p:nvPr/>
        </p:nvSpPr>
        <p:spPr>
          <a:xfrm>
            <a:off x="3834581" y="4078850"/>
            <a:ext cx="1142999" cy="13826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0774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42"/>
          <p:cNvSpPr txBox="1">
            <a:spLocks noGrp="1"/>
          </p:cNvSpPr>
          <p:nvPr>
            <p:ph type="title" idx="2"/>
          </p:nvPr>
        </p:nvSpPr>
        <p:spPr>
          <a:xfrm>
            <a:off x="2391900" y="2074295"/>
            <a:ext cx="4360200" cy="1601593"/>
          </a:xfrm>
          <a:prstGeom prst="rect">
            <a:avLst/>
          </a:prstGeom>
        </p:spPr>
        <p:txBody>
          <a:bodyPr spcFirstLastPara="1" wrap="square" lIns="91425" tIns="91425" rIns="91425" bIns="91425" anchor="b" anchorCtr="0">
            <a:noAutofit/>
          </a:bodyPr>
          <a:lstStyle/>
          <a:p>
            <a:pPr>
              <a:lnSpc>
                <a:spcPct val="114999"/>
              </a:lnSpc>
            </a:pPr>
            <a:r>
              <a:rPr lang="en-US" sz="4400"/>
              <a:t>Results and Discussion</a:t>
            </a:r>
            <a:endParaRPr lang="en-US" sz="4400" b="0"/>
          </a:p>
        </p:txBody>
      </p:sp>
      <p:sp>
        <p:nvSpPr>
          <p:cNvPr id="538" name="Google Shape;538;p42"/>
          <p:cNvSpPr txBox="1">
            <a:spLocks noGrp="1"/>
          </p:cNvSpPr>
          <p:nvPr>
            <p:ph type="title"/>
          </p:nvPr>
        </p:nvSpPr>
        <p:spPr>
          <a:xfrm>
            <a:off x="3376788" y="797050"/>
            <a:ext cx="2390700" cy="103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07</a:t>
            </a:r>
            <a:endParaRPr/>
          </a:p>
        </p:txBody>
      </p:sp>
      <p:grpSp>
        <p:nvGrpSpPr>
          <p:cNvPr id="540" name="Google Shape;540;p42"/>
          <p:cNvGrpSpPr/>
          <p:nvPr/>
        </p:nvGrpSpPr>
        <p:grpSpPr>
          <a:xfrm>
            <a:off x="619448" y="3952499"/>
            <a:ext cx="977788" cy="1238759"/>
            <a:chOff x="227223" y="1681074"/>
            <a:chExt cx="977788" cy="1238759"/>
          </a:xfrm>
        </p:grpSpPr>
        <p:sp>
          <p:nvSpPr>
            <p:cNvPr id="541" name="Google Shape;541;p42"/>
            <p:cNvSpPr/>
            <p:nvPr/>
          </p:nvSpPr>
          <p:spPr>
            <a:xfrm>
              <a:off x="283700" y="1737638"/>
              <a:ext cx="864805" cy="1168054"/>
            </a:xfrm>
            <a:custGeom>
              <a:avLst/>
              <a:gdLst/>
              <a:ahLst/>
              <a:cxnLst/>
              <a:rect l="l" t="t" r="r" b="b"/>
              <a:pathLst>
                <a:path w="29844" h="40309" extrusionOk="0">
                  <a:moveTo>
                    <a:pt x="14922" y="0"/>
                  </a:moveTo>
                  <a:cubicBezTo>
                    <a:pt x="6694" y="0"/>
                    <a:pt x="0" y="6694"/>
                    <a:pt x="0" y="14921"/>
                  </a:cubicBezTo>
                  <a:lnTo>
                    <a:pt x="0" y="40308"/>
                  </a:lnTo>
                  <a:lnTo>
                    <a:pt x="976" y="40308"/>
                  </a:lnTo>
                  <a:lnTo>
                    <a:pt x="976" y="14921"/>
                  </a:lnTo>
                  <a:cubicBezTo>
                    <a:pt x="976" y="7232"/>
                    <a:pt x="7233" y="976"/>
                    <a:pt x="14923" y="976"/>
                  </a:cubicBezTo>
                  <a:cubicBezTo>
                    <a:pt x="22612" y="976"/>
                    <a:pt x="28868" y="7232"/>
                    <a:pt x="28868" y="14921"/>
                  </a:cubicBezTo>
                  <a:lnTo>
                    <a:pt x="28868" y="40308"/>
                  </a:lnTo>
                  <a:lnTo>
                    <a:pt x="29843" y="40308"/>
                  </a:lnTo>
                  <a:lnTo>
                    <a:pt x="29843" y="14921"/>
                  </a:lnTo>
                  <a:cubicBezTo>
                    <a:pt x="29843" y="6694"/>
                    <a:pt x="23149" y="0"/>
                    <a:pt x="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42"/>
            <p:cNvSpPr/>
            <p:nvPr/>
          </p:nvSpPr>
          <p:spPr>
            <a:xfrm>
              <a:off x="227223" y="1681074"/>
              <a:ext cx="977788" cy="1238759"/>
            </a:xfrm>
            <a:custGeom>
              <a:avLst/>
              <a:gdLst/>
              <a:ahLst/>
              <a:cxnLst/>
              <a:rect l="l" t="t" r="r" b="b"/>
              <a:pathLst>
                <a:path w="33743" h="42749" extrusionOk="0">
                  <a:moveTo>
                    <a:pt x="16871" y="976"/>
                  </a:moveTo>
                  <a:cubicBezTo>
                    <a:pt x="25637" y="976"/>
                    <a:pt x="32767" y="8108"/>
                    <a:pt x="32767" y="16873"/>
                  </a:cubicBezTo>
                  <a:lnTo>
                    <a:pt x="32767" y="41773"/>
                  </a:lnTo>
                  <a:lnTo>
                    <a:pt x="29841" y="41773"/>
                  </a:lnTo>
                  <a:lnTo>
                    <a:pt x="29841" y="16873"/>
                  </a:lnTo>
                  <a:cubicBezTo>
                    <a:pt x="29841" y="9721"/>
                    <a:pt x="24022" y="3903"/>
                    <a:pt x="16871" y="3903"/>
                  </a:cubicBezTo>
                  <a:cubicBezTo>
                    <a:pt x="9719" y="3903"/>
                    <a:pt x="3901" y="9721"/>
                    <a:pt x="3901" y="16873"/>
                  </a:cubicBezTo>
                  <a:lnTo>
                    <a:pt x="3901" y="41773"/>
                  </a:lnTo>
                  <a:lnTo>
                    <a:pt x="976" y="41773"/>
                  </a:lnTo>
                  <a:lnTo>
                    <a:pt x="976" y="16873"/>
                  </a:lnTo>
                  <a:cubicBezTo>
                    <a:pt x="976" y="8109"/>
                    <a:pt x="8104" y="976"/>
                    <a:pt x="16871" y="976"/>
                  </a:cubicBezTo>
                  <a:close/>
                  <a:moveTo>
                    <a:pt x="16872" y="1"/>
                  </a:moveTo>
                  <a:cubicBezTo>
                    <a:pt x="7567" y="1"/>
                    <a:pt x="0" y="7571"/>
                    <a:pt x="0" y="16873"/>
                  </a:cubicBezTo>
                  <a:lnTo>
                    <a:pt x="0" y="42746"/>
                  </a:lnTo>
                  <a:lnTo>
                    <a:pt x="4877" y="42746"/>
                  </a:lnTo>
                  <a:lnTo>
                    <a:pt x="4877" y="16873"/>
                  </a:lnTo>
                  <a:cubicBezTo>
                    <a:pt x="4877" y="10258"/>
                    <a:pt x="10256" y="4878"/>
                    <a:pt x="16870" y="4878"/>
                  </a:cubicBezTo>
                  <a:cubicBezTo>
                    <a:pt x="23485" y="4878"/>
                    <a:pt x="28865" y="10258"/>
                    <a:pt x="28865" y="16873"/>
                  </a:cubicBezTo>
                  <a:lnTo>
                    <a:pt x="28865" y="42748"/>
                  </a:lnTo>
                  <a:lnTo>
                    <a:pt x="33743" y="42748"/>
                  </a:lnTo>
                  <a:lnTo>
                    <a:pt x="33743" y="16873"/>
                  </a:lnTo>
                  <a:cubicBezTo>
                    <a:pt x="33743" y="7571"/>
                    <a:pt x="26176" y="1"/>
                    <a:pt x="16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6453441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1CA5A-0832-5643-A4B7-525CB16EF0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BDEDDE-9A41-4717-952F-F8AEB52E9A2D}"/>
              </a:ext>
            </a:extLst>
          </p:cNvPr>
          <p:cNvSpPr>
            <a:spLocks noGrp="1"/>
          </p:cNvSpPr>
          <p:nvPr>
            <p:ph type="title"/>
          </p:nvPr>
        </p:nvSpPr>
        <p:spPr/>
        <p:txBody>
          <a:bodyPr/>
          <a:lstStyle/>
          <a:p>
            <a:r>
              <a:rPr lang="en-US" b="0"/>
              <a:t>Results and Discussion</a:t>
            </a:r>
            <a:endParaRPr lang="en-US"/>
          </a:p>
        </p:txBody>
      </p:sp>
      <p:sp>
        <p:nvSpPr>
          <p:cNvPr id="3" name="Content Placeholder 2">
            <a:extLst>
              <a:ext uri="{FF2B5EF4-FFF2-40B4-BE49-F238E27FC236}">
                <a16:creationId xmlns:a16="http://schemas.microsoft.com/office/drawing/2014/main" id="{F6FDBD4B-9187-07A4-7582-CE339A3B1C31}"/>
              </a:ext>
            </a:extLst>
          </p:cNvPr>
          <p:cNvSpPr>
            <a:spLocks noGrp="1"/>
          </p:cNvSpPr>
          <p:nvPr>
            <p:ph idx="1"/>
          </p:nvPr>
        </p:nvSpPr>
        <p:spPr/>
        <p:txBody>
          <a:bodyPr/>
          <a:lstStyle/>
          <a:p>
            <a:pPr marL="285750" indent="-285750">
              <a:lnSpc>
                <a:spcPct val="114999"/>
              </a:lnSpc>
            </a:pPr>
            <a:r>
              <a:rPr lang="en-US"/>
              <a:t>Chicago has highest PM2.5 levels, Boston lowest.</a:t>
            </a:r>
          </a:p>
          <a:p>
            <a:pPr marL="285750" indent="-285750">
              <a:lnSpc>
                <a:spcPct val="114999"/>
              </a:lnSpc>
            </a:pPr>
            <a:r>
              <a:rPr lang="en-US"/>
              <a:t>Pollution clusters associated with urban activity.</a:t>
            </a:r>
          </a:p>
          <a:p>
            <a:pPr marL="285750" indent="-285750">
              <a:lnSpc>
                <a:spcPct val="114999"/>
              </a:lnSpc>
            </a:pPr>
            <a:r>
              <a:rPr lang="en-US"/>
              <a:t>Weather significantly affects pollution, varies seasonally.</a:t>
            </a:r>
          </a:p>
          <a:p>
            <a:pPr marL="285750" indent="-285750">
              <a:lnSpc>
                <a:spcPct val="114999"/>
              </a:lnSpc>
            </a:pPr>
            <a:r>
              <a:rPr lang="en-US"/>
              <a:t>GIS indexing crucial for standardized comparison.</a:t>
            </a:r>
          </a:p>
        </p:txBody>
      </p:sp>
      <p:pic>
        <p:nvPicPr>
          <p:cNvPr id="5" name="Picture 4">
            <a:extLst>
              <a:ext uri="{FF2B5EF4-FFF2-40B4-BE49-F238E27FC236}">
                <a16:creationId xmlns:a16="http://schemas.microsoft.com/office/drawing/2014/main" id="{E2ED1B9D-22ED-126B-2809-E4C2EAD32A8A}"/>
              </a:ext>
            </a:extLst>
          </p:cNvPr>
          <p:cNvPicPr>
            <a:picLocks noChangeAspect="1"/>
          </p:cNvPicPr>
          <p:nvPr/>
        </p:nvPicPr>
        <p:blipFill>
          <a:blip r:embed="rId3"/>
          <a:stretch>
            <a:fillRect/>
          </a:stretch>
        </p:blipFill>
        <p:spPr>
          <a:xfrm>
            <a:off x="1740930" y="2396796"/>
            <a:ext cx="2469212" cy="2551834"/>
          </a:xfrm>
          <a:prstGeom prst="rect">
            <a:avLst/>
          </a:prstGeom>
        </p:spPr>
      </p:pic>
      <p:pic>
        <p:nvPicPr>
          <p:cNvPr id="7" name="Picture 6" descr="A screen shot of a graph&#10;&#10;AI-generated content may be incorrect.">
            <a:extLst>
              <a:ext uri="{FF2B5EF4-FFF2-40B4-BE49-F238E27FC236}">
                <a16:creationId xmlns:a16="http://schemas.microsoft.com/office/drawing/2014/main" id="{CA966EA0-DBD4-880A-759B-E9A0EEB4D15A}"/>
              </a:ext>
            </a:extLst>
          </p:cNvPr>
          <p:cNvPicPr>
            <a:picLocks noChangeAspect="1"/>
          </p:cNvPicPr>
          <p:nvPr/>
        </p:nvPicPr>
        <p:blipFill>
          <a:blip r:embed="rId4"/>
          <a:stretch>
            <a:fillRect/>
          </a:stretch>
        </p:blipFill>
        <p:spPr>
          <a:xfrm>
            <a:off x="6229830" y="194094"/>
            <a:ext cx="2194896" cy="4755312"/>
          </a:xfrm>
          <a:prstGeom prst="rect">
            <a:avLst/>
          </a:prstGeom>
        </p:spPr>
      </p:pic>
    </p:spTree>
    <p:extLst>
      <p:ext uri="{BB962C8B-B14F-4D97-AF65-F5344CB8AC3E}">
        <p14:creationId xmlns:p14="http://schemas.microsoft.com/office/powerpoint/2010/main" val="8599361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36">
          <a:extLst>
            <a:ext uri="{FF2B5EF4-FFF2-40B4-BE49-F238E27FC236}">
              <a16:creationId xmlns:a16="http://schemas.microsoft.com/office/drawing/2014/main" id="{4258E347-2064-8CDA-E9F2-56800C5B4CEA}"/>
            </a:ext>
          </a:extLst>
        </p:cNvPr>
        <p:cNvGrpSpPr/>
        <p:nvPr/>
      </p:nvGrpSpPr>
      <p:grpSpPr>
        <a:xfrm>
          <a:off x="0" y="0"/>
          <a:ext cx="0" cy="0"/>
          <a:chOff x="0" y="0"/>
          <a:chExt cx="0" cy="0"/>
        </a:xfrm>
      </p:grpSpPr>
      <p:sp>
        <p:nvSpPr>
          <p:cNvPr id="537" name="Google Shape;537;p42">
            <a:extLst>
              <a:ext uri="{FF2B5EF4-FFF2-40B4-BE49-F238E27FC236}">
                <a16:creationId xmlns:a16="http://schemas.microsoft.com/office/drawing/2014/main" id="{AE85956B-CD3D-B38D-8E83-B4D8763CCE2E}"/>
              </a:ext>
            </a:extLst>
          </p:cNvPr>
          <p:cNvSpPr txBox="1">
            <a:spLocks noGrp="1"/>
          </p:cNvSpPr>
          <p:nvPr>
            <p:ph type="title" idx="2"/>
          </p:nvPr>
        </p:nvSpPr>
        <p:spPr>
          <a:xfrm>
            <a:off x="2013973" y="2074295"/>
            <a:ext cx="5116054" cy="1601593"/>
          </a:xfrm>
          <a:prstGeom prst="rect">
            <a:avLst/>
          </a:prstGeom>
        </p:spPr>
        <p:txBody>
          <a:bodyPr spcFirstLastPara="1" wrap="square" lIns="91425" tIns="91425" rIns="91425" bIns="91425" anchor="b" anchorCtr="0">
            <a:noAutofit/>
          </a:bodyPr>
          <a:lstStyle/>
          <a:p>
            <a:pPr>
              <a:lnSpc>
                <a:spcPct val="114999"/>
              </a:lnSpc>
            </a:pPr>
            <a:r>
              <a:rPr lang="en-US" sz="4400"/>
              <a:t>Policy Recommendations</a:t>
            </a:r>
            <a:endParaRPr lang="en-US" sz="4400" b="0"/>
          </a:p>
        </p:txBody>
      </p:sp>
      <p:sp>
        <p:nvSpPr>
          <p:cNvPr id="538" name="Google Shape;538;p42">
            <a:extLst>
              <a:ext uri="{FF2B5EF4-FFF2-40B4-BE49-F238E27FC236}">
                <a16:creationId xmlns:a16="http://schemas.microsoft.com/office/drawing/2014/main" id="{BA145782-C532-FC4C-FE8B-868437F26DFF}"/>
              </a:ext>
            </a:extLst>
          </p:cNvPr>
          <p:cNvSpPr txBox="1">
            <a:spLocks noGrp="1"/>
          </p:cNvSpPr>
          <p:nvPr>
            <p:ph type="title"/>
          </p:nvPr>
        </p:nvSpPr>
        <p:spPr>
          <a:xfrm>
            <a:off x="3376788" y="797050"/>
            <a:ext cx="2390700" cy="103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08</a:t>
            </a:r>
            <a:endParaRPr/>
          </a:p>
        </p:txBody>
      </p:sp>
      <p:grpSp>
        <p:nvGrpSpPr>
          <p:cNvPr id="540" name="Google Shape;540;p42">
            <a:extLst>
              <a:ext uri="{FF2B5EF4-FFF2-40B4-BE49-F238E27FC236}">
                <a16:creationId xmlns:a16="http://schemas.microsoft.com/office/drawing/2014/main" id="{0899AF5F-6D8A-ACC5-4D9A-3470025DEC52}"/>
              </a:ext>
            </a:extLst>
          </p:cNvPr>
          <p:cNvGrpSpPr/>
          <p:nvPr/>
        </p:nvGrpSpPr>
        <p:grpSpPr>
          <a:xfrm>
            <a:off x="619448" y="3952499"/>
            <a:ext cx="977788" cy="1238759"/>
            <a:chOff x="227223" y="1681074"/>
            <a:chExt cx="977788" cy="1238759"/>
          </a:xfrm>
        </p:grpSpPr>
        <p:sp>
          <p:nvSpPr>
            <p:cNvPr id="541" name="Google Shape;541;p42">
              <a:extLst>
                <a:ext uri="{FF2B5EF4-FFF2-40B4-BE49-F238E27FC236}">
                  <a16:creationId xmlns:a16="http://schemas.microsoft.com/office/drawing/2014/main" id="{2B2BAA5E-1ED0-66D2-7DB9-F27B4193B025}"/>
                </a:ext>
              </a:extLst>
            </p:cNvPr>
            <p:cNvSpPr/>
            <p:nvPr/>
          </p:nvSpPr>
          <p:spPr>
            <a:xfrm>
              <a:off x="283700" y="1737638"/>
              <a:ext cx="864805" cy="1168054"/>
            </a:xfrm>
            <a:custGeom>
              <a:avLst/>
              <a:gdLst/>
              <a:ahLst/>
              <a:cxnLst/>
              <a:rect l="l" t="t" r="r" b="b"/>
              <a:pathLst>
                <a:path w="29844" h="40309" extrusionOk="0">
                  <a:moveTo>
                    <a:pt x="14922" y="0"/>
                  </a:moveTo>
                  <a:cubicBezTo>
                    <a:pt x="6694" y="0"/>
                    <a:pt x="0" y="6694"/>
                    <a:pt x="0" y="14921"/>
                  </a:cubicBezTo>
                  <a:lnTo>
                    <a:pt x="0" y="40308"/>
                  </a:lnTo>
                  <a:lnTo>
                    <a:pt x="976" y="40308"/>
                  </a:lnTo>
                  <a:lnTo>
                    <a:pt x="976" y="14921"/>
                  </a:lnTo>
                  <a:cubicBezTo>
                    <a:pt x="976" y="7232"/>
                    <a:pt x="7233" y="976"/>
                    <a:pt x="14923" y="976"/>
                  </a:cubicBezTo>
                  <a:cubicBezTo>
                    <a:pt x="22612" y="976"/>
                    <a:pt x="28868" y="7232"/>
                    <a:pt x="28868" y="14921"/>
                  </a:cubicBezTo>
                  <a:lnTo>
                    <a:pt x="28868" y="40308"/>
                  </a:lnTo>
                  <a:lnTo>
                    <a:pt x="29843" y="40308"/>
                  </a:lnTo>
                  <a:lnTo>
                    <a:pt x="29843" y="14921"/>
                  </a:lnTo>
                  <a:cubicBezTo>
                    <a:pt x="29843" y="6694"/>
                    <a:pt x="23149" y="0"/>
                    <a:pt x="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42">
              <a:extLst>
                <a:ext uri="{FF2B5EF4-FFF2-40B4-BE49-F238E27FC236}">
                  <a16:creationId xmlns:a16="http://schemas.microsoft.com/office/drawing/2014/main" id="{CD641227-79D6-7103-C8C2-F529EBB82541}"/>
                </a:ext>
              </a:extLst>
            </p:cNvPr>
            <p:cNvSpPr/>
            <p:nvPr/>
          </p:nvSpPr>
          <p:spPr>
            <a:xfrm>
              <a:off x="227223" y="1681074"/>
              <a:ext cx="977788" cy="1238759"/>
            </a:xfrm>
            <a:custGeom>
              <a:avLst/>
              <a:gdLst/>
              <a:ahLst/>
              <a:cxnLst/>
              <a:rect l="l" t="t" r="r" b="b"/>
              <a:pathLst>
                <a:path w="33743" h="42749" extrusionOk="0">
                  <a:moveTo>
                    <a:pt x="16871" y="976"/>
                  </a:moveTo>
                  <a:cubicBezTo>
                    <a:pt x="25637" y="976"/>
                    <a:pt x="32767" y="8108"/>
                    <a:pt x="32767" y="16873"/>
                  </a:cubicBezTo>
                  <a:lnTo>
                    <a:pt x="32767" y="41773"/>
                  </a:lnTo>
                  <a:lnTo>
                    <a:pt x="29841" y="41773"/>
                  </a:lnTo>
                  <a:lnTo>
                    <a:pt x="29841" y="16873"/>
                  </a:lnTo>
                  <a:cubicBezTo>
                    <a:pt x="29841" y="9721"/>
                    <a:pt x="24022" y="3903"/>
                    <a:pt x="16871" y="3903"/>
                  </a:cubicBezTo>
                  <a:cubicBezTo>
                    <a:pt x="9719" y="3903"/>
                    <a:pt x="3901" y="9721"/>
                    <a:pt x="3901" y="16873"/>
                  </a:cubicBezTo>
                  <a:lnTo>
                    <a:pt x="3901" y="41773"/>
                  </a:lnTo>
                  <a:lnTo>
                    <a:pt x="976" y="41773"/>
                  </a:lnTo>
                  <a:lnTo>
                    <a:pt x="976" y="16873"/>
                  </a:lnTo>
                  <a:cubicBezTo>
                    <a:pt x="976" y="8109"/>
                    <a:pt x="8104" y="976"/>
                    <a:pt x="16871" y="976"/>
                  </a:cubicBezTo>
                  <a:close/>
                  <a:moveTo>
                    <a:pt x="16872" y="1"/>
                  </a:moveTo>
                  <a:cubicBezTo>
                    <a:pt x="7567" y="1"/>
                    <a:pt x="0" y="7571"/>
                    <a:pt x="0" y="16873"/>
                  </a:cubicBezTo>
                  <a:lnTo>
                    <a:pt x="0" y="42746"/>
                  </a:lnTo>
                  <a:lnTo>
                    <a:pt x="4877" y="42746"/>
                  </a:lnTo>
                  <a:lnTo>
                    <a:pt x="4877" y="16873"/>
                  </a:lnTo>
                  <a:cubicBezTo>
                    <a:pt x="4877" y="10258"/>
                    <a:pt x="10256" y="4878"/>
                    <a:pt x="16870" y="4878"/>
                  </a:cubicBezTo>
                  <a:cubicBezTo>
                    <a:pt x="23485" y="4878"/>
                    <a:pt x="28865" y="10258"/>
                    <a:pt x="28865" y="16873"/>
                  </a:cubicBezTo>
                  <a:lnTo>
                    <a:pt x="28865" y="42748"/>
                  </a:lnTo>
                  <a:lnTo>
                    <a:pt x="33743" y="42748"/>
                  </a:lnTo>
                  <a:lnTo>
                    <a:pt x="33743" y="16873"/>
                  </a:lnTo>
                  <a:cubicBezTo>
                    <a:pt x="33743" y="7571"/>
                    <a:pt x="26176" y="1"/>
                    <a:pt x="16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4100593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B721A-78F7-03E7-689C-89773EC36C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14DBDE-2490-6295-5A60-5516491FD299}"/>
              </a:ext>
            </a:extLst>
          </p:cNvPr>
          <p:cNvSpPr>
            <a:spLocks noGrp="1"/>
          </p:cNvSpPr>
          <p:nvPr>
            <p:ph type="title"/>
          </p:nvPr>
        </p:nvSpPr>
        <p:spPr/>
        <p:txBody>
          <a:bodyPr/>
          <a:lstStyle/>
          <a:p>
            <a:r>
              <a:rPr lang="en-US" b="0"/>
              <a:t>Policy Recommendations</a:t>
            </a:r>
            <a:endParaRPr lang="en-US"/>
          </a:p>
        </p:txBody>
      </p:sp>
      <p:sp>
        <p:nvSpPr>
          <p:cNvPr id="3" name="Content Placeholder 2">
            <a:extLst>
              <a:ext uri="{FF2B5EF4-FFF2-40B4-BE49-F238E27FC236}">
                <a16:creationId xmlns:a16="http://schemas.microsoft.com/office/drawing/2014/main" id="{E3354705-379D-115F-A6E2-4F56920DB038}"/>
              </a:ext>
            </a:extLst>
          </p:cNvPr>
          <p:cNvSpPr>
            <a:spLocks noGrp="1"/>
          </p:cNvSpPr>
          <p:nvPr>
            <p:ph idx="1"/>
          </p:nvPr>
        </p:nvSpPr>
        <p:spPr>
          <a:xfrm>
            <a:off x="720000" y="1150688"/>
            <a:ext cx="4743313" cy="3452812"/>
          </a:xfrm>
        </p:spPr>
        <p:txBody>
          <a:bodyPr/>
          <a:lstStyle/>
          <a:p>
            <a:pPr>
              <a:lnSpc>
                <a:spcPct val="114999"/>
              </a:lnSpc>
            </a:pPr>
            <a:r>
              <a:rPr lang="en-US"/>
              <a:t>City-specific regulations needed.</a:t>
            </a:r>
          </a:p>
          <a:p>
            <a:pPr marL="139700" indent="0">
              <a:lnSpc>
                <a:spcPct val="114999"/>
              </a:lnSpc>
              <a:buNone/>
            </a:pPr>
            <a:endParaRPr lang="en-US"/>
          </a:p>
          <a:p>
            <a:pPr>
              <a:lnSpc>
                <a:spcPct val="114999"/>
              </a:lnSpc>
            </a:pPr>
            <a:r>
              <a:rPr lang="en-US"/>
              <a:t>Target traffic emissions in pollution hotspots.</a:t>
            </a:r>
          </a:p>
          <a:p>
            <a:pPr marL="139700" indent="0">
              <a:lnSpc>
                <a:spcPct val="114999"/>
              </a:lnSpc>
              <a:buNone/>
            </a:pPr>
            <a:endParaRPr lang="en-US"/>
          </a:p>
          <a:p>
            <a:pPr>
              <a:lnSpc>
                <a:spcPct val="114999"/>
              </a:lnSpc>
            </a:pPr>
            <a:r>
              <a:rPr lang="en-US"/>
              <a:t>Incorporate weather predictions in air quality alerts.</a:t>
            </a:r>
          </a:p>
        </p:txBody>
      </p:sp>
      <p:pic>
        <p:nvPicPr>
          <p:cNvPr id="8" name="Picture 7" descr="Recommendation Systems – What They Are and How They Work">
            <a:extLst>
              <a:ext uri="{FF2B5EF4-FFF2-40B4-BE49-F238E27FC236}">
                <a16:creationId xmlns:a16="http://schemas.microsoft.com/office/drawing/2014/main" id="{1462E64F-AB9E-F07F-84D3-FF56D5F0B0BC}"/>
              </a:ext>
            </a:extLst>
          </p:cNvPr>
          <p:cNvPicPr>
            <a:picLocks noChangeAspect="1"/>
          </p:cNvPicPr>
          <p:nvPr/>
        </p:nvPicPr>
        <p:blipFill>
          <a:blip r:embed="rId3"/>
          <a:stretch>
            <a:fillRect/>
          </a:stretch>
        </p:blipFill>
        <p:spPr>
          <a:xfrm>
            <a:off x="5915025" y="1054100"/>
            <a:ext cx="2743200" cy="1828800"/>
          </a:xfrm>
          <a:prstGeom prst="rect">
            <a:avLst/>
          </a:prstGeom>
        </p:spPr>
      </p:pic>
    </p:spTree>
    <p:extLst>
      <p:ext uri="{BB962C8B-B14F-4D97-AF65-F5344CB8AC3E}">
        <p14:creationId xmlns:p14="http://schemas.microsoft.com/office/powerpoint/2010/main" val="24947624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36">
          <a:extLst>
            <a:ext uri="{FF2B5EF4-FFF2-40B4-BE49-F238E27FC236}">
              <a16:creationId xmlns:a16="http://schemas.microsoft.com/office/drawing/2014/main" id="{4C459155-BA5E-434A-0EEB-FF8E83A9B88D}"/>
            </a:ext>
          </a:extLst>
        </p:cNvPr>
        <p:cNvGrpSpPr/>
        <p:nvPr/>
      </p:nvGrpSpPr>
      <p:grpSpPr>
        <a:xfrm>
          <a:off x="0" y="0"/>
          <a:ext cx="0" cy="0"/>
          <a:chOff x="0" y="0"/>
          <a:chExt cx="0" cy="0"/>
        </a:xfrm>
      </p:grpSpPr>
      <p:sp>
        <p:nvSpPr>
          <p:cNvPr id="537" name="Google Shape;537;p42">
            <a:extLst>
              <a:ext uri="{FF2B5EF4-FFF2-40B4-BE49-F238E27FC236}">
                <a16:creationId xmlns:a16="http://schemas.microsoft.com/office/drawing/2014/main" id="{E7FAEB62-DE1E-9F95-2590-0707DFD669D8}"/>
              </a:ext>
            </a:extLst>
          </p:cNvPr>
          <p:cNvSpPr txBox="1">
            <a:spLocks noGrp="1"/>
          </p:cNvSpPr>
          <p:nvPr>
            <p:ph type="title" idx="2"/>
          </p:nvPr>
        </p:nvSpPr>
        <p:spPr>
          <a:xfrm>
            <a:off x="2391900" y="2074295"/>
            <a:ext cx="4360200" cy="1601593"/>
          </a:xfrm>
          <a:prstGeom prst="rect">
            <a:avLst/>
          </a:prstGeom>
        </p:spPr>
        <p:txBody>
          <a:bodyPr spcFirstLastPara="1" wrap="square" lIns="91425" tIns="91425" rIns="91425" bIns="91425" anchor="b" anchorCtr="0">
            <a:noAutofit/>
          </a:bodyPr>
          <a:lstStyle/>
          <a:p>
            <a:pPr>
              <a:lnSpc>
                <a:spcPct val="114999"/>
              </a:lnSpc>
            </a:pPr>
            <a:r>
              <a:rPr lang="en-US" sz="4400"/>
              <a:t>Conclusion and Future Work</a:t>
            </a:r>
            <a:endParaRPr lang="en-US" sz="4400" b="0"/>
          </a:p>
        </p:txBody>
      </p:sp>
      <p:sp>
        <p:nvSpPr>
          <p:cNvPr id="538" name="Google Shape;538;p42">
            <a:extLst>
              <a:ext uri="{FF2B5EF4-FFF2-40B4-BE49-F238E27FC236}">
                <a16:creationId xmlns:a16="http://schemas.microsoft.com/office/drawing/2014/main" id="{CE13CAFD-86DC-4BC0-1222-2EF904B77166}"/>
              </a:ext>
            </a:extLst>
          </p:cNvPr>
          <p:cNvSpPr txBox="1">
            <a:spLocks noGrp="1"/>
          </p:cNvSpPr>
          <p:nvPr>
            <p:ph type="title"/>
          </p:nvPr>
        </p:nvSpPr>
        <p:spPr>
          <a:xfrm>
            <a:off x="3376788" y="797050"/>
            <a:ext cx="2390700" cy="103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09</a:t>
            </a:r>
            <a:endParaRPr/>
          </a:p>
        </p:txBody>
      </p:sp>
      <p:grpSp>
        <p:nvGrpSpPr>
          <p:cNvPr id="540" name="Google Shape;540;p42">
            <a:extLst>
              <a:ext uri="{FF2B5EF4-FFF2-40B4-BE49-F238E27FC236}">
                <a16:creationId xmlns:a16="http://schemas.microsoft.com/office/drawing/2014/main" id="{42CEBB5A-E47D-9204-F48E-77745909EBA1}"/>
              </a:ext>
            </a:extLst>
          </p:cNvPr>
          <p:cNvGrpSpPr/>
          <p:nvPr/>
        </p:nvGrpSpPr>
        <p:grpSpPr>
          <a:xfrm>
            <a:off x="619448" y="3952499"/>
            <a:ext cx="977788" cy="1238759"/>
            <a:chOff x="227223" y="1681074"/>
            <a:chExt cx="977788" cy="1238759"/>
          </a:xfrm>
        </p:grpSpPr>
        <p:sp>
          <p:nvSpPr>
            <p:cNvPr id="541" name="Google Shape;541;p42">
              <a:extLst>
                <a:ext uri="{FF2B5EF4-FFF2-40B4-BE49-F238E27FC236}">
                  <a16:creationId xmlns:a16="http://schemas.microsoft.com/office/drawing/2014/main" id="{DCF3A040-A188-48BA-43B5-3E7DED220CD0}"/>
                </a:ext>
              </a:extLst>
            </p:cNvPr>
            <p:cNvSpPr/>
            <p:nvPr/>
          </p:nvSpPr>
          <p:spPr>
            <a:xfrm>
              <a:off x="283700" y="1737638"/>
              <a:ext cx="864805" cy="1168054"/>
            </a:xfrm>
            <a:custGeom>
              <a:avLst/>
              <a:gdLst/>
              <a:ahLst/>
              <a:cxnLst/>
              <a:rect l="l" t="t" r="r" b="b"/>
              <a:pathLst>
                <a:path w="29844" h="40309" extrusionOk="0">
                  <a:moveTo>
                    <a:pt x="14922" y="0"/>
                  </a:moveTo>
                  <a:cubicBezTo>
                    <a:pt x="6694" y="0"/>
                    <a:pt x="0" y="6694"/>
                    <a:pt x="0" y="14921"/>
                  </a:cubicBezTo>
                  <a:lnTo>
                    <a:pt x="0" y="40308"/>
                  </a:lnTo>
                  <a:lnTo>
                    <a:pt x="976" y="40308"/>
                  </a:lnTo>
                  <a:lnTo>
                    <a:pt x="976" y="14921"/>
                  </a:lnTo>
                  <a:cubicBezTo>
                    <a:pt x="976" y="7232"/>
                    <a:pt x="7233" y="976"/>
                    <a:pt x="14923" y="976"/>
                  </a:cubicBezTo>
                  <a:cubicBezTo>
                    <a:pt x="22612" y="976"/>
                    <a:pt x="28868" y="7232"/>
                    <a:pt x="28868" y="14921"/>
                  </a:cubicBezTo>
                  <a:lnTo>
                    <a:pt x="28868" y="40308"/>
                  </a:lnTo>
                  <a:lnTo>
                    <a:pt x="29843" y="40308"/>
                  </a:lnTo>
                  <a:lnTo>
                    <a:pt x="29843" y="14921"/>
                  </a:lnTo>
                  <a:cubicBezTo>
                    <a:pt x="29843" y="6694"/>
                    <a:pt x="23149" y="0"/>
                    <a:pt x="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42">
              <a:extLst>
                <a:ext uri="{FF2B5EF4-FFF2-40B4-BE49-F238E27FC236}">
                  <a16:creationId xmlns:a16="http://schemas.microsoft.com/office/drawing/2014/main" id="{99062B17-C7D8-9791-638B-7698FB50AE66}"/>
                </a:ext>
              </a:extLst>
            </p:cNvPr>
            <p:cNvSpPr/>
            <p:nvPr/>
          </p:nvSpPr>
          <p:spPr>
            <a:xfrm>
              <a:off x="227223" y="1681074"/>
              <a:ext cx="977788" cy="1238759"/>
            </a:xfrm>
            <a:custGeom>
              <a:avLst/>
              <a:gdLst/>
              <a:ahLst/>
              <a:cxnLst/>
              <a:rect l="l" t="t" r="r" b="b"/>
              <a:pathLst>
                <a:path w="33743" h="42749" extrusionOk="0">
                  <a:moveTo>
                    <a:pt x="16871" y="976"/>
                  </a:moveTo>
                  <a:cubicBezTo>
                    <a:pt x="25637" y="976"/>
                    <a:pt x="32767" y="8108"/>
                    <a:pt x="32767" y="16873"/>
                  </a:cubicBezTo>
                  <a:lnTo>
                    <a:pt x="32767" y="41773"/>
                  </a:lnTo>
                  <a:lnTo>
                    <a:pt x="29841" y="41773"/>
                  </a:lnTo>
                  <a:lnTo>
                    <a:pt x="29841" y="16873"/>
                  </a:lnTo>
                  <a:cubicBezTo>
                    <a:pt x="29841" y="9721"/>
                    <a:pt x="24022" y="3903"/>
                    <a:pt x="16871" y="3903"/>
                  </a:cubicBezTo>
                  <a:cubicBezTo>
                    <a:pt x="9719" y="3903"/>
                    <a:pt x="3901" y="9721"/>
                    <a:pt x="3901" y="16873"/>
                  </a:cubicBezTo>
                  <a:lnTo>
                    <a:pt x="3901" y="41773"/>
                  </a:lnTo>
                  <a:lnTo>
                    <a:pt x="976" y="41773"/>
                  </a:lnTo>
                  <a:lnTo>
                    <a:pt x="976" y="16873"/>
                  </a:lnTo>
                  <a:cubicBezTo>
                    <a:pt x="976" y="8109"/>
                    <a:pt x="8104" y="976"/>
                    <a:pt x="16871" y="976"/>
                  </a:cubicBezTo>
                  <a:close/>
                  <a:moveTo>
                    <a:pt x="16872" y="1"/>
                  </a:moveTo>
                  <a:cubicBezTo>
                    <a:pt x="7567" y="1"/>
                    <a:pt x="0" y="7571"/>
                    <a:pt x="0" y="16873"/>
                  </a:cubicBezTo>
                  <a:lnTo>
                    <a:pt x="0" y="42746"/>
                  </a:lnTo>
                  <a:lnTo>
                    <a:pt x="4877" y="42746"/>
                  </a:lnTo>
                  <a:lnTo>
                    <a:pt x="4877" y="16873"/>
                  </a:lnTo>
                  <a:cubicBezTo>
                    <a:pt x="4877" y="10258"/>
                    <a:pt x="10256" y="4878"/>
                    <a:pt x="16870" y="4878"/>
                  </a:cubicBezTo>
                  <a:cubicBezTo>
                    <a:pt x="23485" y="4878"/>
                    <a:pt x="28865" y="10258"/>
                    <a:pt x="28865" y="16873"/>
                  </a:cubicBezTo>
                  <a:lnTo>
                    <a:pt x="28865" y="42748"/>
                  </a:lnTo>
                  <a:lnTo>
                    <a:pt x="33743" y="42748"/>
                  </a:lnTo>
                  <a:lnTo>
                    <a:pt x="33743" y="16873"/>
                  </a:lnTo>
                  <a:cubicBezTo>
                    <a:pt x="33743" y="7571"/>
                    <a:pt x="26176" y="1"/>
                    <a:pt x="16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7355554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3D506-67B0-292D-0BD4-023079817F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AB3EC8-4C50-C51D-0098-E7D1B2916DF3}"/>
              </a:ext>
            </a:extLst>
          </p:cNvPr>
          <p:cNvSpPr>
            <a:spLocks noGrp="1"/>
          </p:cNvSpPr>
          <p:nvPr>
            <p:ph type="title"/>
          </p:nvPr>
        </p:nvSpPr>
        <p:spPr/>
        <p:txBody>
          <a:bodyPr/>
          <a:lstStyle/>
          <a:p>
            <a:r>
              <a:rPr lang="en-US" b="0"/>
              <a:t>Conclusion and Future Work</a:t>
            </a:r>
            <a:endParaRPr lang="en-US"/>
          </a:p>
        </p:txBody>
      </p:sp>
      <p:sp>
        <p:nvSpPr>
          <p:cNvPr id="3" name="Content Placeholder 2">
            <a:extLst>
              <a:ext uri="{FF2B5EF4-FFF2-40B4-BE49-F238E27FC236}">
                <a16:creationId xmlns:a16="http://schemas.microsoft.com/office/drawing/2014/main" id="{82A1B199-A2B6-EAFE-BEC3-D5523C52D06D}"/>
              </a:ext>
            </a:extLst>
          </p:cNvPr>
          <p:cNvSpPr>
            <a:spLocks noGrp="1"/>
          </p:cNvSpPr>
          <p:nvPr>
            <p:ph idx="1"/>
          </p:nvPr>
        </p:nvSpPr>
        <p:spPr>
          <a:xfrm>
            <a:off x="5259650" y="1174500"/>
            <a:ext cx="3886812" cy="3429000"/>
          </a:xfrm>
        </p:spPr>
        <p:txBody>
          <a:bodyPr/>
          <a:lstStyle/>
          <a:p>
            <a:pPr>
              <a:lnSpc>
                <a:spcPct val="114999"/>
              </a:lnSpc>
            </a:pPr>
            <a:r>
              <a:rPr lang="en-US"/>
              <a:t>Substantial intercity differences observed.</a:t>
            </a:r>
          </a:p>
          <a:p>
            <a:pPr marL="139700" indent="0">
              <a:lnSpc>
                <a:spcPct val="114999"/>
              </a:lnSpc>
              <a:buNone/>
            </a:pPr>
            <a:endParaRPr lang="en-US"/>
          </a:p>
          <a:p>
            <a:pPr>
              <a:lnSpc>
                <a:spcPct val="114999"/>
              </a:lnSpc>
            </a:pPr>
            <a:r>
              <a:rPr lang="en-US"/>
              <a:t>City-specific strategies essential.</a:t>
            </a:r>
          </a:p>
          <a:p>
            <a:pPr>
              <a:lnSpc>
                <a:spcPct val="114999"/>
              </a:lnSpc>
            </a:pPr>
            <a:endParaRPr lang="en-US"/>
          </a:p>
          <a:p>
            <a:pPr>
              <a:lnSpc>
                <a:spcPct val="114999"/>
              </a:lnSpc>
            </a:pPr>
            <a:r>
              <a:rPr lang="en-US"/>
              <a:t>Future studies to include more cities and additional environmental factors.</a:t>
            </a:r>
          </a:p>
          <a:p>
            <a:pPr>
              <a:lnSpc>
                <a:spcPct val="114999"/>
              </a:lnSpc>
            </a:pPr>
            <a:endParaRPr lang="en-US"/>
          </a:p>
          <a:p>
            <a:pPr>
              <a:lnSpc>
                <a:spcPct val="114999"/>
              </a:lnSpc>
            </a:pPr>
            <a:r>
              <a:rPr lang="en-US"/>
              <a:t>Longitudinal tracking recommended.</a:t>
            </a:r>
          </a:p>
        </p:txBody>
      </p:sp>
      <p:graphicFrame>
        <p:nvGraphicFramePr>
          <p:cNvPr id="5" name="Diagram 4">
            <a:extLst>
              <a:ext uri="{FF2B5EF4-FFF2-40B4-BE49-F238E27FC236}">
                <a16:creationId xmlns:a16="http://schemas.microsoft.com/office/drawing/2014/main" id="{E8D7EF91-E42C-1319-C6A2-17D482085926}"/>
              </a:ext>
            </a:extLst>
          </p:cNvPr>
          <p:cNvGraphicFramePr/>
          <p:nvPr>
            <p:extLst>
              <p:ext uri="{D42A27DB-BD31-4B8C-83A1-F6EECF244321}">
                <p14:modId xmlns:p14="http://schemas.microsoft.com/office/powerpoint/2010/main" val="130085354"/>
              </p:ext>
            </p:extLst>
          </p:nvPr>
        </p:nvGraphicFramePr>
        <p:xfrm>
          <a:off x="291142" y="1098790"/>
          <a:ext cx="4572000" cy="365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842353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36">
          <a:extLst>
            <a:ext uri="{FF2B5EF4-FFF2-40B4-BE49-F238E27FC236}">
              <a16:creationId xmlns:a16="http://schemas.microsoft.com/office/drawing/2014/main" id="{FA781B37-5393-EF64-80C4-7EFCD9854644}"/>
            </a:ext>
          </a:extLst>
        </p:cNvPr>
        <p:cNvGrpSpPr/>
        <p:nvPr/>
      </p:nvGrpSpPr>
      <p:grpSpPr>
        <a:xfrm>
          <a:off x="0" y="0"/>
          <a:ext cx="0" cy="0"/>
          <a:chOff x="0" y="0"/>
          <a:chExt cx="0" cy="0"/>
        </a:xfrm>
      </p:grpSpPr>
      <p:sp>
        <p:nvSpPr>
          <p:cNvPr id="537" name="Google Shape;537;p42">
            <a:extLst>
              <a:ext uri="{FF2B5EF4-FFF2-40B4-BE49-F238E27FC236}">
                <a16:creationId xmlns:a16="http://schemas.microsoft.com/office/drawing/2014/main" id="{393598AD-51FC-0B4A-B4DD-05C4F87964FC}"/>
              </a:ext>
            </a:extLst>
          </p:cNvPr>
          <p:cNvSpPr txBox="1">
            <a:spLocks noGrp="1"/>
          </p:cNvSpPr>
          <p:nvPr>
            <p:ph type="title" idx="2"/>
          </p:nvPr>
        </p:nvSpPr>
        <p:spPr>
          <a:xfrm>
            <a:off x="2391900" y="2074295"/>
            <a:ext cx="4360200" cy="2011800"/>
          </a:xfrm>
          <a:prstGeom prst="rect">
            <a:avLst/>
          </a:prstGeom>
        </p:spPr>
        <p:txBody>
          <a:bodyPr spcFirstLastPara="1" wrap="square" lIns="91425" tIns="91425" rIns="91425" bIns="91425" anchor="b" anchorCtr="0">
            <a:noAutofit/>
          </a:bodyPr>
          <a:lstStyle/>
          <a:p>
            <a:r>
              <a:rPr lang="en-US" sz="4400"/>
              <a:t>Thank you</a:t>
            </a:r>
          </a:p>
        </p:txBody>
      </p:sp>
      <p:grpSp>
        <p:nvGrpSpPr>
          <p:cNvPr id="540" name="Google Shape;540;p42">
            <a:extLst>
              <a:ext uri="{FF2B5EF4-FFF2-40B4-BE49-F238E27FC236}">
                <a16:creationId xmlns:a16="http://schemas.microsoft.com/office/drawing/2014/main" id="{45E02DED-45CA-68D2-9B7A-B0F3593C4F0C}"/>
              </a:ext>
            </a:extLst>
          </p:cNvPr>
          <p:cNvGrpSpPr/>
          <p:nvPr/>
        </p:nvGrpSpPr>
        <p:grpSpPr>
          <a:xfrm>
            <a:off x="619448" y="3952499"/>
            <a:ext cx="977788" cy="1238759"/>
            <a:chOff x="227223" y="1681074"/>
            <a:chExt cx="977788" cy="1238759"/>
          </a:xfrm>
        </p:grpSpPr>
        <p:sp>
          <p:nvSpPr>
            <p:cNvPr id="541" name="Google Shape;541;p42">
              <a:extLst>
                <a:ext uri="{FF2B5EF4-FFF2-40B4-BE49-F238E27FC236}">
                  <a16:creationId xmlns:a16="http://schemas.microsoft.com/office/drawing/2014/main" id="{5C8BE32C-1A5F-A1E4-E0E1-80BDC57F4CEC}"/>
                </a:ext>
              </a:extLst>
            </p:cNvPr>
            <p:cNvSpPr/>
            <p:nvPr/>
          </p:nvSpPr>
          <p:spPr>
            <a:xfrm>
              <a:off x="283700" y="1737638"/>
              <a:ext cx="864805" cy="1168054"/>
            </a:xfrm>
            <a:custGeom>
              <a:avLst/>
              <a:gdLst/>
              <a:ahLst/>
              <a:cxnLst/>
              <a:rect l="l" t="t" r="r" b="b"/>
              <a:pathLst>
                <a:path w="29844" h="40309" extrusionOk="0">
                  <a:moveTo>
                    <a:pt x="14922" y="0"/>
                  </a:moveTo>
                  <a:cubicBezTo>
                    <a:pt x="6694" y="0"/>
                    <a:pt x="0" y="6694"/>
                    <a:pt x="0" y="14921"/>
                  </a:cubicBezTo>
                  <a:lnTo>
                    <a:pt x="0" y="40308"/>
                  </a:lnTo>
                  <a:lnTo>
                    <a:pt x="976" y="40308"/>
                  </a:lnTo>
                  <a:lnTo>
                    <a:pt x="976" y="14921"/>
                  </a:lnTo>
                  <a:cubicBezTo>
                    <a:pt x="976" y="7232"/>
                    <a:pt x="7233" y="976"/>
                    <a:pt x="14923" y="976"/>
                  </a:cubicBezTo>
                  <a:cubicBezTo>
                    <a:pt x="22612" y="976"/>
                    <a:pt x="28868" y="7232"/>
                    <a:pt x="28868" y="14921"/>
                  </a:cubicBezTo>
                  <a:lnTo>
                    <a:pt x="28868" y="40308"/>
                  </a:lnTo>
                  <a:lnTo>
                    <a:pt x="29843" y="40308"/>
                  </a:lnTo>
                  <a:lnTo>
                    <a:pt x="29843" y="14921"/>
                  </a:lnTo>
                  <a:cubicBezTo>
                    <a:pt x="29843" y="6694"/>
                    <a:pt x="23149" y="0"/>
                    <a:pt x="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42">
              <a:extLst>
                <a:ext uri="{FF2B5EF4-FFF2-40B4-BE49-F238E27FC236}">
                  <a16:creationId xmlns:a16="http://schemas.microsoft.com/office/drawing/2014/main" id="{8F27D972-EA48-809B-53FD-47F9B852B7B0}"/>
                </a:ext>
              </a:extLst>
            </p:cNvPr>
            <p:cNvSpPr/>
            <p:nvPr/>
          </p:nvSpPr>
          <p:spPr>
            <a:xfrm>
              <a:off x="227223" y="1681074"/>
              <a:ext cx="977788" cy="1238759"/>
            </a:xfrm>
            <a:custGeom>
              <a:avLst/>
              <a:gdLst/>
              <a:ahLst/>
              <a:cxnLst/>
              <a:rect l="l" t="t" r="r" b="b"/>
              <a:pathLst>
                <a:path w="33743" h="42749" extrusionOk="0">
                  <a:moveTo>
                    <a:pt x="16871" y="976"/>
                  </a:moveTo>
                  <a:cubicBezTo>
                    <a:pt x="25637" y="976"/>
                    <a:pt x="32767" y="8108"/>
                    <a:pt x="32767" y="16873"/>
                  </a:cubicBezTo>
                  <a:lnTo>
                    <a:pt x="32767" y="41773"/>
                  </a:lnTo>
                  <a:lnTo>
                    <a:pt x="29841" y="41773"/>
                  </a:lnTo>
                  <a:lnTo>
                    <a:pt x="29841" y="16873"/>
                  </a:lnTo>
                  <a:cubicBezTo>
                    <a:pt x="29841" y="9721"/>
                    <a:pt x="24022" y="3903"/>
                    <a:pt x="16871" y="3903"/>
                  </a:cubicBezTo>
                  <a:cubicBezTo>
                    <a:pt x="9719" y="3903"/>
                    <a:pt x="3901" y="9721"/>
                    <a:pt x="3901" y="16873"/>
                  </a:cubicBezTo>
                  <a:lnTo>
                    <a:pt x="3901" y="41773"/>
                  </a:lnTo>
                  <a:lnTo>
                    <a:pt x="976" y="41773"/>
                  </a:lnTo>
                  <a:lnTo>
                    <a:pt x="976" y="16873"/>
                  </a:lnTo>
                  <a:cubicBezTo>
                    <a:pt x="976" y="8109"/>
                    <a:pt x="8104" y="976"/>
                    <a:pt x="16871" y="976"/>
                  </a:cubicBezTo>
                  <a:close/>
                  <a:moveTo>
                    <a:pt x="16872" y="1"/>
                  </a:moveTo>
                  <a:cubicBezTo>
                    <a:pt x="7567" y="1"/>
                    <a:pt x="0" y="7571"/>
                    <a:pt x="0" y="16873"/>
                  </a:cubicBezTo>
                  <a:lnTo>
                    <a:pt x="0" y="42746"/>
                  </a:lnTo>
                  <a:lnTo>
                    <a:pt x="4877" y="42746"/>
                  </a:lnTo>
                  <a:lnTo>
                    <a:pt x="4877" y="16873"/>
                  </a:lnTo>
                  <a:cubicBezTo>
                    <a:pt x="4877" y="10258"/>
                    <a:pt x="10256" y="4878"/>
                    <a:pt x="16870" y="4878"/>
                  </a:cubicBezTo>
                  <a:cubicBezTo>
                    <a:pt x="23485" y="4878"/>
                    <a:pt x="28865" y="10258"/>
                    <a:pt x="28865" y="16873"/>
                  </a:cubicBezTo>
                  <a:lnTo>
                    <a:pt x="28865" y="42748"/>
                  </a:lnTo>
                  <a:lnTo>
                    <a:pt x="33743" y="42748"/>
                  </a:lnTo>
                  <a:lnTo>
                    <a:pt x="33743" y="16873"/>
                  </a:lnTo>
                  <a:cubicBezTo>
                    <a:pt x="33743" y="7571"/>
                    <a:pt x="26176" y="1"/>
                    <a:pt x="16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328883619"/>
      </p:ext>
    </p:extLst>
  </p:cSld>
  <p:clrMapOvr>
    <a:masterClrMapping/>
  </p:clrMapOvr>
</p:sld>
</file>

<file path=ppt/theme/theme1.xml><?xml version="1.0" encoding="utf-8"?>
<a:theme xmlns:a="http://schemas.openxmlformats.org/drawingml/2006/main" name="Research Methodologies - Master of Arts in English by Slidesgo">
  <a:themeElements>
    <a:clrScheme name="Simple Light">
      <a:dk1>
        <a:srgbClr val="0F2B1C"/>
      </a:dk1>
      <a:lt1>
        <a:srgbClr val="FFFDF9"/>
      </a:lt1>
      <a:dk2>
        <a:srgbClr val="F1EEDD"/>
      </a:dk2>
      <a:lt2>
        <a:srgbClr val="B7B4A3"/>
      </a:lt2>
      <a:accent1>
        <a:srgbClr val="8D94CC"/>
      </a:accent1>
      <a:accent2>
        <a:srgbClr val="FFFFFF"/>
      </a:accent2>
      <a:accent3>
        <a:srgbClr val="FFFFFF"/>
      </a:accent3>
      <a:accent4>
        <a:srgbClr val="FFFFFF"/>
      </a:accent4>
      <a:accent5>
        <a:srgbClr val="FFFFFF"/>
      </a:accent5>
      <a:accent6>
        <a:srgbClr val="FFFFFF"/>
      </a:accent6>
      <a:hlink>
        <a:srgbClr val="0F2B1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32</Slides>
  <Notes>26</Notes>
  <HiddenSlides>0</HiddenSlides>
  <ScaleCrop>false</ScaleCrop>
  <HeadingPairs>
    <vt:vector size="4" baseType="variant">
      <vt:variant>
        <vt:lpstr>Theme</vt:lpstr>
      </vt:variant>
      <vt:variant>
        <vt:i4>2</vt:i4>
      </vt:variant>
      <vt:variant>
        <vt:lpstr>Slide Titles</vt:lpstr>
      </vt:variant>
      <vt:variant>
        <vt:i4>32</vt:i4>
      </vt:variant>
    </vt:vector>
  </HeadingPairs>
  <TitlesOfParts>
    <vt:vector size="34" baseType="lpstr">
      <vt:lpstr>Research Methodologies - Master of Arts in English by Slidesgo</vt:lpstr>
      <vt:lpstr>Slidesgo Final Pages</vt:lpstr>
      <vt:lpstr>A Comparative Spatial Analysis of Urban Air Quality: New York City, Boston, and Chicago </vt:lpstr>
      <vt:lpstr>01</vt:lpstr>
      <vt:lpstr>Introduction</vt:lpstr>
      <vt:lpstr>Project Motivation &amp; Goals</vt:lpstr>
      <vt:lpstr>Project Motivation &amp; Goals</vt:lpstr>
      <vt:lpstr>Research Questions</vt:lpstr>
      <vt:lpstr>Key Questions Driving Our Study</vt:lpstr>
      <vt:lpstr>Related Work</vt:lpstr>
      <vt:lpstr>Related Work</vt:lpstr>
      <vt:lpstr>Methodology Overview</vt:lpstr>
      <vt:lpstr>PowerPoint Presentation</vt:lpstr>
      <vt:lpstr>PowerPoint Presentation</vt:lpstr>
      <vt:lpstr>PowerPoint Presentation</vt:lpstr>
      <vt:lpstr>PowerPoint Presentation</vt:lpstr>
      <vt:lpstr>PowerPoint Presentation</vt:lpstr>
      <vt:lpstr>PowerPoint Presentation</vt:lpstr>
      <vt:lpstr>Predictive Modeling</vt:lpstr>
      <vt:lpstr>1- K-Means Clustering:</vt:lpstr>
      <vt:lpstr>1- K-Means Clustering:</vt:lpstr>
      <vt:lpstr>2- Regression Analysis Using Statsmodels (OLS):</vt:lpstr>
      <vt:lpstr>2- Regression Analysis Using Statsmodels (OLS):</vt:lpstr>
      <vt:lpstr>Validation Techniques</vt:lpstr>
      <vt:lpstr>1- Bootstrapping: </vt:lpstr>
      <vt:lpstr>2- Root Mean Square Error (RMSE): </vt:lpstr>
      <vt:lpstr>Predictive &amp; Validation Techniques: </vt:lpstr>
      <vt:lpstr>Results and Discussion</vt:lpstr>
      <vt:lpstr>Results and Discussion</vt:lpstr>
      <vt:lpstr>Policy Recommendations</vt:lpstr>
      <vt:lpstr>Policy Recommendations</vt:lpstr>
      <vt:lpstr>Conclusion and Future Work</vt:lpstr>
      <vt:lpstr>Conclusion and Future 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Comparative Spatial Analysis of Urban Air Quality: New York City, Boston, and Chicago </dc:title>
  <cp:revision>257</cp:revision>
  <dcterms:modified xsi:type="dcterms:W3CDTF">2025-05-06T18:06:44Z</dcterms:modified>
</cp:coreProperties>
</file>